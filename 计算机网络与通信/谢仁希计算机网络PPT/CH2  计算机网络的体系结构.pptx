
<file path=[Content_Types].xml><?xml version="1.0" encoding="utf-8"?>
<Types xmlns="http://schemas.openxmlformats.org/package/2006/content-types">
  <Override PartName="/ppt/slides/slide29.xml" ContentType="application/vnd.openxmlformats-officedocument.presentationml.slide+xml"/>
  <Override PartName="/ppt/slides/slide47.xml" ContentType="application/vnd.openxmlformats-officedocument.presentationml.slide+xml"/>
  <Override PartName="/ppt/notesSlides/notesSlide2.xml" ContentType="application/vnd.openxmlformats-officedocument.presentationml.notesSlide+xml"/>
  <Override PartName="/ppt/slides/slide4.xml" ContentType="application/vnd.openxmlformats-officedocument.presentationml.slide+xml"/>
  <Override PartName="/ppt/slides/slide18.xml" ContentType="application/vnd.openxmlformats-officedocument.presentationml.slide+xml"/>
  <Override PartName="/ppt/slides/slide36.xml" ContentType="application/vnd.openxmlformats-officedocument.presentationml.slide+xml"/>
  <Override PartName="/ppt/slideLayouts/slideLayout6.xml" ContentType="application/vnd.openxmlformats-officedocument.presentationml.slideLayout+xml"/>
  <Override PartName="/ppt/slides/slide25.xml" ContentType="application/vnd.openxmlformats-officedocument.presentationml.slide+xml"/>
  <Override PartName="/ppt/slides/slide43.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Override PartName="/ppt/notesSlides/notesSlide27.xml" ContentType="application/vnd.openxmlformats-officedocument.presentationml.notesSlide+xml"/>
  <Default Extension="xml" ContentType="application/xml"/>
  <Override PartName="/ppt/slides/slide14.xml" ContentType="application/vnd.openxmlformats-officedocument.presentationml.slide+xml"/>
  <Override PartName="/ppt/slides/slide32.xml" ContentType="application/vnd.openxmlformats-officedocument.presentationml.slide+xml"/>
  <Override PartName="/ppt/slides/slide50.xml" ContentType="application/vnd.openxmlformats-officedocument.presentationml.slide+xml"/>
  <Override PartName="/ppt/notesMasters/notesMaster1.xml" ContentType="application/vnd.openxmlformats-officedocument.presentationml.notesMaster+xml"/>
  <Override PartName="/ppt/notesSlides/notesSlide16.xml" ContentType="application/vnd.openxmlformats-officedocument.presentationml.notesSlide+xml"/>
  <Override PartName="/ppt/notesSlides/notesSlide34.xml" ContentType="application/vnd.openxmlformats-officedocument.presentationml.notesSlide+xml"/>
  <Override PartName="/ppt/slides/slide10.xml" ContentType="application/vnd.openxmlformats-officedocument.presentationml.slide+xml"/>
  <Override PartName="/ppt/slides/slide12.xml" ContentType="application/vnd.openxmlformats-officedocument.presentationml.slide+xml"/>
  <Override PartName="/ppt/slides/slide21.xml" ContentType="application/vnd.openxmlformats-officedocument.presentationml.slide+xml"/>
  <Override PartName="/ppt/slides/slide30.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ppt/notesSlides/notesSlide14.xml" ContentType="application/vnd.openxmlformats-officedocument.presentationml.notesSlide+xml"/>
  <Override PartName="/ppt/notesSlides/notesSlide23.xml" ContentType="application/vnd.openxmlformats-officedocument.presentationml.notesSlide+xml"/>
  <Override PartName="/ppt/notesSlides/notesSlide32.xml" ContentType="application/vnd.openxmlformats-officedocument.presentationml.notesSlide+xml"/>
  <Override PartName="/ppt/notesSlides/notesSlide9.xml" ContentType="application/vnd.openxmlformats-officedocument.presentationml.notesSlide+xml"/>
  <Override PartName="/ppt/notesSlides/notesSlide12.xml" ContentType="application/vnd.openxmlformats-officedocument.presentationml.notesSlide+xml"/>
  <Override PartName="/ppt/notesSlides/notesSlide21.xml" ContentType="application/vnd.openxmlformats-officedocument.presentationml.notesSlide+xml"/>
  <Override PartName="/ppt/notesSlides/notesSlide30.xml" ContentType="application/vnd.openxmlformats-officedocument.presentationml.notesSlide+xml"/>
  <Override PartName="/ppt/notesSlides/notesSlide7.xml" ContentType="application/vnd.openxmlformats-officedocument.presentationml.notesSlide+xml"/>
  <Override PartName="/ppt/notesSlides/notesSlide10.xml" ContentType="application/vnd.openxmlformats-officedocument.presentationml.notesSlide+xml"/>
  <Override PartName="/ppt/slides/slide7.xml" ContentType="application/vnd.openxmlformats-officedocument.presentationml.slide+xml"/>
  <Override PartName="/ppt/slides/slide9.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ppt/notesSlides/notesSlide5.xml" ContentType="application/vnd.openxmlformats-officedocument.presentationml.notesSlide+xml"/>
  <Override PartName="/ppt/slides/slide5.xml" ContentType="application/vnd.openxmlformats-officedocument.presentationml.slide+xml"/>
  <Override PartName="/ppt/slides/slide19.xml" ContentType="application/vnd.openxmlformats-officedocument.presentationml.slide+xml"/>
  <Override PartName="/ppt/slides/slide28.xml" ContentType="application/vnd.openxmlformats-officedocument.presentationml.slide+xml"/>
  <Override PartName="/ppt/slides/slide39.xml" ContentType="application/vnd.openxmlformats-officedocument.presentationml.slide+xml"/>
  <Override PartName="/ppt/slides/slide48.xml" ContentType="application/vnd.openxmlformats-officedocument.presentationml.slide+xml"/>
  <Override PartName="/ppt/slideLayouts/slideLayout7.xml" ContentType="application/vnd.openxmlformats-officedocument.presentationml.slideLayout+xml"/>
  <Override PartName="/ppt/notesSlides/notesSlide1.xml" ContentType="application/vnd.openxmlformats-officedocument.presentationml.notesSlide+xml"/>
  <Override PartName="/ppt/notesSlides/notesSlide3.xml" ContentType="application/vnd.openxmlformats-officedocument.presentationml.notesSlide+xml"/>
  <Default Extension="png" ContentType="image/png"/>
  <Default Extension="bin" ContentType="application/vnd.openxmlformats-officedocument.oleObject"/>
  <Override PartName="/ppt/slides/slide3.xml" ContentType="application/vnd.openxmlformats-officedocument.presentationml.slide+xml"/>
  <Override PartName="/ppt/slides/slide17.xml" ContentType="application/vnd.openxmlformats-officedocument.presentationml.slide+xml"/>
  <Override PartName="/ppt/slides/slide26.xml" ContentType="application/vnd.openxmlformats-officedocument.presentationml.slide+xml"/>
  <Override PartName="/ppt/slides/slide37.xml" ContentType="application/vnd.openxmlformats-officedocument.presentationml.slide+xml"/>
  <Override PartName="/ppt/slides/slide46.xml" ContentType="application/vnd.openxmlformats-officedocument.presentationml.slide+xml"/>
  <Override PartName="/ppt/presProps.xml" ContentType="application/vnd.openxmlformats-officedocument.presentationml.presProps+xml"/>
  <Override PartName="/ppt/slideLayouts/slideLayout5.xml" ContentType="application/vnd.openxmlformats-officedocument.presentationml.slideLayout+xml"/>
  <Override PartName="/ppt/theme/theme2.xml" ContentType="application/vnd.openxmlformats-officedocument.theme+xml"/>
  <Override PartName="/ppt/notesSlides/notesSlide19.xml" ContentType="application/vnd.openxmlformats-officedocument.presentationml.notesSlide+xml"/>
  <Override PartName="/ppt/slides/slide1.xml" ContentType="application/vnd.openxmlformats-officedocument.presentationml.slide+xml"/>
  <Override PartName="/ppt/slides/slide15.xml" ContentType="application/vnd.openxmlformats-officedocument.presentationml.slide+xml"/>
  <Override PartName="/ppt/slides/slide24.xml" ContentType="application/vnd.openxmlformats-officedocument.presentationml.slide+xml"/>
  <Override PartName="/ppt/slides/slide33.xml" ContentType="application/vnd.openxmlformats-officedocument.presentationml.slide+xml"/>
  <Override PartName="/ppt/slides/slide35.xml" ContentType="application/vnd.openxmlformats-officedocument.presentationml.slide+xml"/>
  <Override PartName="/ppt/slides/slide44.xml" ContentType="application/vnd.openxmlformats-officedocument.presentationml.slide+xml"/>
  <Override PartName="/ppt/slides/slide53.xml" ContentType="application/vnd.openxmlformats-officedocument.presentationml.slide+xml"/>
  <Default Extension="jpeg" ContentType="image/jpeg"/>
  <Override PartName="/ppt/slideLayouts/slideLayout3.xml" ContentType="application/vnd.openxmlformats-officedocument.presentationml.slideLayout+xml"/>
  <Override PartName="/ppt/notesSlides/notesSlide17.xml" ContentType="application/vnd.openxmlformats-officedocument.presentationml.notesSlide+xml"/>
  <Override PartName="/ppt/notesSlides/notesSlide28.xml" ContentType="application/vnd.openxmlformats-officedocument.presentationml.notesSlide+xml"/>
  <Override PartName="/ppt/notesSlides/notesSlide37.xml" ContentType="application/vnd.openxmlformats-officedocument.presentationml.notesSlide+xml"/>
  <Override PartName="/ppt/presentation.xml" ContentType="application/vnd.openxmlformats-officedocument.presentationml.presentation.main+xml"/>
  <Override PartName="/ppt/slides/slide13.xml" ContentType="application/vnd.openxmlformats-officedocument.presentationml.slide+xml"/>
  <Override PartName="/ppt/slides/slide22.xml" ContentType="application/vnd.openxmlformats-officedocument.presentationml.slide+xml"/>
  <Override PartName="/ppt/slides/slide31.xml" ContentType="application/vnd.openxmlformats-officedocument.presentationml.slide+xml"/>
  <Override PartName="/ppt/slides/slide42.xml" ContentType="application/vnd.openxmlformats-officedocument.presentationml.slide+xml"/>
  <Override PartName="/ppt/slides/slide51.xml" ContentType="application/vnd.openxmlformats-officedocument.presentationml.slide+xml"/>
  <Override PartName="/ppt/slideLayouts/slideLayout1.xml" ContentType="application/vnd.openxmlformats-officedocument.presentationml.slideLayout+xml"/>
  <Override PartName="/ppt/notesSlides/notesSlide15.xml" ContentType="application/vnd.openxmlformats-officedocument.presentationml.notesSlide+xml"/>
  <Override PartName="/ppt/notesSlides/notesSlide24.xml" ContentType="application/vnd.openxmlformats-officedocument.presentationml.notesSlide+xml"/>
  <Override PartName="/ppt/notesSlides/notesSlide26.xml" ContentType="application/vnd.openxmlformats-officedocument.presentationml.notesSlide+xml"/>
  <Override PartName="/ppt/notesSlides/notesSlide35.xml" ContentType="application/vnd.openxmlformats-officedocument.presentationml.notesSlide+xml"/>
  <Override PartName="/docProps/app.xml" ContentType="application/vnd.openxmlformats-officedocument.extended-properties+xml"/>
  <Override PartName="/ppt/slides/slide11.xml" ContentType="application/vnd.openxmlformats-officedocument.presentationml.slide+xml"/>
  <Override PartName="/ppt/slides/slide20.xml" ContentType="application/vnd.openxmlformats-officedocument.presentationml.slide+xml"/>
  <Override PartName="/ppt/slides/slide40.xml" ContentType="application/vnd.openxmlformats-officedocument.presentationml.slide+xml"/>
  <Override PartName="/ppt/slideLayouts/slideLayout12.xml" ContentType="application/vnd.openxmlformats-officedocument.presentationml.slideLayout+xml"/>
  <Override PartName="/ppt/notesSlides/notesSlide13.xml" ContentType="application/vnd.openxmlformats-officedocument.presentationml.notesSlide+xml"/>
  <Override PartName="/ppt/notesSlides/notesSlide22.xml" ContentType="application/vnd.openxmlformats-officedocument.presentationml.notesSlide+xml"/>
  <Override PartName="/ppt/notesSlides/notesSlide33.xml" ContentType="application/vnd.openxmlformats-officedocument.presentationml.notesSlide+xml"/>
  <Override PartName="/ppt/slideLayouts/slideLayout10.xml" ContentType="application/vnd.openxmlformats-officedocument.presentationml.slideLayout+xml"/>
  <Override PartName="/ppt/notesSlides/notesSlide8.xml" ContentType="application/vnd.openxmlformats-officedocument.presentationml.notesSlide+xml"/>
  <Override PartName="/ppt/notesSlides/notesSlide11.xml" ContentType="application/vnd.openxmlformats-officedocument.presentationml.notesSlide+xml"/>
  <Override PartName="/ppt/notesSlides/notesSlide20.xml" ContentType="application/vnd.openxmlformats-officedocument.presentationml.notesSlide+xml"/>
  <Override PartName="/ppt/notesSlides/notesSlide31.xml" ContentType="application/vnd.openxmlformats-officedocument.presentationml.notesSlide+xml"/>
  <Default Extension="vml" ContentType="application/vnd.openxmlformats-officedocument.vmlDrawing"/>
  <Override PartName="/ppt/notesSlides/notesSlide6.xml" ContentType="application/vnd.openxmlformats-officedocument.presentationml.notesSlide+xml"/>
  <Override PartName="/ppt/slides/slide8.xml" ContentType="application/vnd.openxmlformats-officedocument.presentationml.slide+xml"/>
  <Override PartName="/ppt/slides/slide49.xml" ContentType="application/vnd.openxmlformats-officedocument.presentationml.slide+xml"/>
  <Override PartName="/ppt/notesSlides/notesSlide4.xml" ContentType="application/vnd.openxmlformats-officedocument.presentationml.notesSlide+xml"/>
  <Override PartName="/docProps/core.xml" ContentType="application/vnd.openxmlformats-package.core-properties+xml"/>
  <Override PartName="/ppt/slides/slide6.xml" ContentType="application/vnd.openxmlformats-officedocument.presentationml.slide+xml"/>
  <Override PartName="/ppt/slides/slide38.xml" ContentType="application/vnd.openxmlformats-officedocument.presentationml.slide+xml"/>
  <Override PartName="/ppt/slideLayouts/slideLayout8.xml" ContentType="application/vnd.openxmlformats-officedocument.presentationml.slideLayout+xml"/>
  <Override PartName="/ppt/slideMasters/slideMaster1.xml" ContentType="application/vnd.openxmlformats-officedocument.presentationml.slideMaster+xml"/>
  <Override PartName="/ppt/slides/slide27.xml" ContentType="application/vnd.openxmlformats-officedocument.presentationml.slide+xml"/>
  <Override PartName="/ppt/slides/slide45.xml" ContentType="application/vnd.openxmlformats-officedocument.presentationml.slide+xml"/>
  <Override PartName="/ppt/slideLayouts/slideLayout4.xml" ContentType="application/vnd.openxmlformats-officedocument.presentationml.slideLayout+xml"/>
  <Override PartName="/ppt/notesSlides/notesSlide29.xml" ContentType="application/vnd.openxmlformats-officedocument.presentationml.notesSlide+xml"/>
  <Override PartName="/ppt/slides/slide2.xml" ContentType="application/vnd.openxmlformats-officedocument.presentationml.slide+xml"/>
  <Override PartName="/ppt/slides/slide16.xml" ContentType="application/vnd.openxmlformats-officedocument.presentationml.slide+xml"/>
  <Override PartName="/ppt/slides/slide34.xml" ContentType="application/vnd.openxmlformats-officedocument.presentationml.slide+xml"/>
  <Override PartName="/ppt/slides/slide52.xml" ContentType="application/vnd.openxmlformats-officedocument.presentationml.slide+xml"/>
  <Override PartName="/ppt/notesSlides/notesSlide18.xml" ContentType="application/vnd.openxmlformats-officedocument.presentationml.notesSlide+xml"/>
  <Default Extension="wmf" ContentType="image/x-wmf"/>
  <Override PartName="/ppt/notesSlides/notesSlide36.xml" ContentType="application/vnd.openxmlformats-officedocument.presentationml.notesSlide+xml"/>
  <Default Extension="rels" ContentType="application/vnd.openxmlformats-package.relationships+xml"/>
  <Override PartName="/ppt/slides/slide23.xml" ContentType="application/vnd.openxmlformats-officedocument.presentationml.slide+xml"/>
  <Override PartName="/ppt/slides/slide41.xml" ContentType="application/vnd.openxmlformats-officedocument.presentationml.slide+xml"/>
  <Override PartName="/ppt/notesSlides/notesSlide25.xml" ContentType="application/vnd.openxmlformats-officedocument.presentationml.notesSlide+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84" r:id="rId1"/>
  </p:sldMasterIdLst>
  <p:notesMasterIdLst>
    <p:notesMasterId r:id="rId55"/>
  </p:notesMasterIdLst>
  <p:sldIdLst>
    <p:sldId id="317" r:id="rId2"/>
    <p:sldId id="326" r:id="rId3"/>
    <p:sldId id="257" r:id="rId4"/>
    <p:sldId id="328" r:id="rId5"/>
    <p:sldId id="279" r:id="rId6"/>
    <p:sldId id="330" r:id="rId7"/>
    <p:sldId id="331" r:id="rId8"/>
    <p:sldId id="261" r:id="rId9"/>
    <p:sldId id="258" r:id="rId10"/>
    <p:sldId id="334" r:id="rId11"/>
    <p:sldId id="350" r:id="rId12"/>
    <p:sldId id="272" r:id="rId13"/>
    <p:sldId id="327" r:id="rId14"/>
    <p:sldId id="273" r:id="rId15"/>
    <p:sldId id="347" r:id="rId16"/>
    <p:sldId id="321" r:id="rId17"/>
    <p:sldId id="324" r:id="rId18"/>
    <p:sldId id="349" r:id="rId19"/>
    <p:sldId id="283" r:id="rId20"/>
    <p:sldId id="284" r:id="rId21"/>
    <p:sldId id="285" r:id="rId22"/>
    <p:sldId id="286" r:id="rId23"/>
    <p:sldId id="287" r:id="rId24"/>
    <p:sldId id="288" r:id="rId25"/>
    <p:sldId id="289" r:id="rId26"/>
    <p:sldId id="290" r:id="rId27"/>
    <p:sldId id="291" r:id="rId28"/>
    <p:sldId id="292" r:id="rId29"/>
    <p:sldId id="293" r:id="rId30"/>
    <p:sldId id="294" r:id="rId31"/>
    <p:sldId id="295" r:id="rId32"/>
    <p:sldId id="296" r:id="rId33"/>
    <p:sldId id="297" r:id="rId34"/>
    <p:sldId id="298" r:id="rId35"/>
    <p:sldId id="299" r:id="rId36"/>
    <p:sldId id="300" r:id="rId37"/>
    <p:sldId id="301" r:id="rId38"/>
    <p:sldId id="302" r:id="rId39"/>
    <p:sldId id="303" r:id="rId40"/>
    <p:sldId id="304" r:id="rId41"/>
    <p:sldId id="305" r:id="rId42"/>
    <p:sldId id="306" r:id="rId43"/>
    <p:sldId id="307" r:id="rId44"/>
    <p:sldId id="308" r:id="rId45"/>
    <p:sldId id="309" r:id="rId46"/>
    <p:sldId id="351" r:id="rId47"/>
    <p:sldId id="310" r:id="rId48"/>
    <p:sldId id="311" r:id="rId49"/>
    <p:sldId id="312" r:id="rId50"/>
    <p:sldId id="313" r:id="rId51"/>
    <p:sldId id="314" r:id="rId52"/>
    <p:sldId id="315" r:id="rId53"/>
    <p:sldId id="316" r:id="rId54"/>
  </p:sldIdLst>
  <p:sldSz cx="9144000" cy="6858000" type="screen4x3"/>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SorterView">
  <p:normalViewPr>
    <p:restoredLeft sz="20513" autoAdjust="0"/>
    <p:restoredTop sz="94595" autoAdjust="0"/>
  </p:normalViewPr>
  <p:slideViewPr>
    <p:cSldViewPr>
      <p:cViewPr varScale="1">
        <p:scale>
          <a:sx n="80" d="100"/>
          <a:sy n="80" d="100"/>
        </p:scale>
        <p:origin x="-1470" y="-90"/>
      </p:cViewPr>
      <p:guideLst>
        <p:guide orient="horz" pos="2160"/>
        <p:guide pos="2880"/>
      </p:guideLst>
    </p:cSldViewPr>
  </p:slideViewPr>
  <p:outlineViewPr>
    <p:cViewPr>
      <p:scale>
        <a:sx n="33" d="100"/>
        <a:sy n="33" d="100"/>
      </p:scale>
      <p:origin x="96" y="7104"/>
    </p:cViewPr>
    <p:sldLst>
      <p:sld r:id="rId1" collapse="1"/>
      <p:sld r:id="rId2" collapse="1"/>
      <p:sld r:id="rId3" collapse="1"/>
    </p:sldLst>
  </p:outlineViewPr>
  <p:notesTextViewPr>
    <p:cViewPr>
      <p:scale>
        <a:sx n="100" d="100"/>
        <a:sy n="100" d="100"/>
      </p:scale>
      <p:origin x="0" y="0"/>
    </p:cViewPr>
  </p:notesTextViewPr>
  <p:sorterViewPr>
    <p:cViewPr>
      <p:scale>
        <a:sx n="100" d="100"/>
        <a:sy n="100" d="100"/>
      </p:scale>
      <p:origin x="0" y="20088"/>
    </p:cViewPr>
  </p:sorterViewPr>
  <p:gridSpacing cx="73736200" cy="7373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slide" Target="slides/slide40.xml"/><Relationship Id="rId54" Type="http://schemas.openxmlformats.org/officeDocument/2006/relationships/slide" Target="slides/slide53.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presProps" Target="presProps.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s>
</file>

<file path=ppt/_rels/viewProps.xml.rels><?xml version="1.0" encoding="UTF-8" standalone="yes"?>
<Relationships xmlns="http://schemas.openxmlformats.org/package/2006/relationships"><Relationship Id="rId3" Type="http://schemas.openxmlformats.org/officeDocument/2006/relationships/slide" Target="slides/slide7.xml"/><Relationship Id="rId2" Type="http://schemas.openxmlformats.org/officeDocument/2006/relationships/slide" Target="slides/slide6.xml"/><Relationship Id="rId1" Type="http://schemas.openxmlformats.org/officeDocument/2006/relationships/slide" Target="slides/slide4.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4.wmf"/></Relationships>
</file>

<file path=ppt/drawings/_rels/vmlDrawing2.vml.rels><?xml version="1.0" encoding="UTF-8" standalone="yes"?>
<Relationships xmlns="http://schemas.openxmlformats.org/package/2006/relationships"><Relationship Id="rId1" Type="http://schemas.openxmlformats.org/officeDocument/2006/relationships/image" Target="../media/image4.wmf"/></Relationships>
</file>

<file path=ppt/drawings/_rels/vmlDrawing3.vml.rels><?xml version="1.0" encoding="UTF-8" standalone="yes"?>
<Relationships xmlns="http://schemas.openxmlformats.org/package/2006/relationships"><Relationship Id="rId1" Type="http://schemas.openxmlformats.org/officeDocument/2006/relationships/image" Target="../media/image4.wmf"/></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78A820CD-2F7D-42F6-AC6F-A34130761C0A}" type="datetimeFigureOut">
              <a:rPr lang="zh-CN" altLang="en-US" smtClean="0"/>
              <a:pPr/>
              <a:t>2017/12/14</a:t>
            </a:fld>
            <a:endParaRPr lang="zh-CN" altLang="en-US"/>
          </a:p>
        </p:txBody>
      </p:sp>
      <p:sp>
        <p:nvSpPr>
          <p:cNvPr id="4" name="幻灯片图像占位符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6" name="页脚占位符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5A817AB6-02DE-4A89-989C-76C35B85AA17}" type="slidenum">
              <a:rPr lang="zh-CN" altLang="en-US" smtClean="0"/>
              <a:pPr/>
              <a:t>‹#›</a:t>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9314" name="Rectangle 7"/>
          <p:cNvSpPr>
            <a:spLocks noGrp="1" noChangeArrowheads="1"/>
          </p:cNvSpPr>
          <p:nvPr>
            <p:ph type="sldNum" sz="quarter" idx="5"/>
          </p:nvPr>
        </p:nvSpPr>
        <p:spPr>
          <a:noFill/>
        </p:spPr>
        <p:txBody>
          <a:bodyPr/>
          <a:lstStyle/>
          <a:p>
            <a:fld id="{FEC71E57-1882-4AAC-856C-85E7F6BEB69C}" type="slidenum">
              <a:rPr lang="en-US" altLang="zh-CN" smtClean="0">
                <a:latin typeface="Arial" pitchFamily="34" charset="0"/>
              </a:rPr>
              <a:pPr/>
              <a:t>2</a:t>
            </a:fld>
            <a:endParaRPr lang="en-US" altLang="zh-CN" smtClean="0">
              <a:latin typeface="Arial" pitchFamily="34" charset="0"/>
            </a:endParaRPr>
          </a:p>
        </p:txBody>
      </p:sp>
      <p:sp>
        <p:nvSpPr>
          <p:cNvPr id="269315" name="Rectangle 2"/>
          <p:cNvSpPr>
            <a:spLocks noGrp="1" noRot="1" noChangeAspect="1" noChangeArrowheads="1" noTextEdit="1"/>
          </p:cNvSpPr>
          <p:nvPr>
            <p:ph type="sldImg"/>
          </p:nvPr>
        </p:nvSpPr>
        <p:spPr>
          <a:ln/>
        </p:spPr>
      </p:sp>
      <p:sp>
        <p:nvSpPr>
          <p:cNvPr id="269316" name="Rectangle 3"/>
          <p:cNvSpPr>
            <a:spLocks noGrp="1" noChangeArrowheads="1"/>
          </p:cNvSpPr>
          <p:nvPr>
            <p:ph type="body" idx="1"/>
          </p:nvPr>
        </p:nvSpPr>
        <p:spPr>
          <a:noFill/>
          <a:ln/>
        </p:spPr>
        <p:txBody>
          <a:bodyPr/>
          <a:lstStyle/>
          <a:p>
            <a:pPr eaLnBrk="1" hangingPunct="1"/>
            <a:endParaRPr lang="zh-CN" altLang="zh-CN" smtClean="0">
              <a:latin typeface="Arial" pitchFamily="34" charset="0"/>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8050" name="Rectangle 7"/>
          <p:cNvSpPr>
            <a:spLocks noGrp="1" noChangeArrowheads="1"/>
          </p:cNvSpPr>
          <p:nvPr>
            <p:ph type="sldNum" sz="quarter" idx="5"/>
          </p:nvPr>
        </p:nvSpPr>
        <p:spPr>
          <a:noFill/>
        </p:spPr>
        <p:txBody>
          <a:bodyPr/>
          <a:lstStyle/>
          <a:p>
            <a:fld id="{6CAC88F1-D601-4205-BD7E-B78B6F2BFB6A}" type="slidenum">
              <a:rPr lang="en-US" altLang="zh-CN" smtClean="0">
                <a:latin typeface="Arial" pitchFamily="34" charset="0"/>
              </a:rPr>
              <a:pPr/>
              <a:t>3</a:t>
            </a:fld>
            <a:endParaRPr lang="en-US" altLang="zh-CN" smtClean="0">
              <a:latin typeface="Arial" pitchFamily="34" charset="0"/>
            </a:endParaRPr>
          </a:p>
        </p:txBody>
      </p:sp>
      <p:sp>
        <p:nvSpPr>
          <p:cNvPr id="258051" name="Rectangle 2"/>
          <p:cNvSpPr>
            <a:spLocks noGrp="1" noRot="1" noChangeAspect="1" noChangeArrowheads="1" noTextEdit="1"/>
          </p:cNvSpPr>
          <p:nvPr>
            <p:ph type="sldImg"/>
          </p:nvPr>
        </p:nvSpPr>
        <p:spPr>
          <a:ln/>
        </p:spPr>
      </p:sp>
      <p:sp>
        <p:nvSpPr>
          <p:cNvPr id="258052" name="Rectangle 3"/>
          <p:cNvSpPr>
            <a:spLocks noGrp="1" noChangeArrowheads="1"/>
          </p:cNvSpPr>
          <p:nvPr>
            <p:ph type="body" idx="1"/>
          </p:nvPr>
        </p:nvSpPr>
        <p:spPr>
          <a:noFill/>
          <a:ln/>
        </p:spPr>
        <p:txBody>
          <a:bodyPr/>
          <a:lstStyle/>
          <a:p>
            <a:pPr eaLnBrk="1" hangingPunct="1"/>
            <a:endParaRPr lang="zh-CN" altLang="zh-CN" smtClean="0">
              <a:latin typeface="Arial" pitchFamily="34" charset="0"/>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8290" name="Rectangle 7"/>
          <p:cNvSpPr>
            <a:spLocks noGrp="1" noChangeArrowheads="1"/>
          </p:cNvSpPr>
          <p:nvPr>
            <p:ph type="sldNum" sz="quarter" idx="5"/>
          </p:nvPr>
        </p:nvSpPr>
        <p:spPr>
          <a:noFill/>
        </p:spPr>
        <p:txBody>
          <a:bodyPr/>
          <a:lstStyle/>
          <a:p>
            <a:fld id="{50BAB78A-C92D-4FA4-B229-D0D6BC70F7CF}" type="slidenum">
              <a:rPr lang="en-US" altLang="zh-CN" smtClean="0">
                <a:latin typeface="Arial" pitchFamily="34" charset="0"/>
              </a:rPr>
              <a:pPr/>
              <a:t>5</a:t>
            </a:fld>
            <a:endParaRPr lang="en-US" altLang="zh-CN" smtClean="0">
              <a:latin typeface="Arial" pitchFamily="34" charset="0"/>
            </a:endParaRPr>
          </a:p>
        </p:txBody>
      </p:sp>
      <p:sp>
        <p:nvSpPr>
          <p:cNvPr id="268291" name="Rectangle 2"/>
          <p:cNvSpPr>
            <a:spLocks noGrp="1" noRot="1" noChangeAspect="1" noChangeArrowheads="1" noTextEdit="1"/>
          </p:cNvSpPr>
          <p:nvPr>
            <p:ph type="sldImg"/>
          </p:nvPr>
        </p:nvSpPr>
        <p:spPr>
          <a:ln/>
        </p:spPr>
      </p:sp>
      <p:sp>
        <p:nvSpPr>
          <p:cNvPr id="268292" name="Rectangle 3"/>
          <p:cNvSpPr>
            <a:spLocks noGrp="1" noChangeArrowheads="1"/>
          </p:cNvSpPr>
          <p:nvPr>
            <p:ph type="body" idx="1"/>
          </p:nvPr>
        </p:nvSpPr>
        <p:spPr>
          <a:noFill/>
          <a:ln/>
        </p:spPr>
        <p:txBody>
          <a:bodyPr/>
          <a:lstStyle/>
          <a:p>
            <a:pPr eaLnBrk="1" hangingPunct="1"/>
            <a:endParaRPr lang="zh-CN" altLang="zh-CN" smtClean="0">
              <a:latin typeface="Arial" pitchFamily="34" charset="0"/>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9074" name="Rectangle 7"/>
          <p:cNvSpPr>
            <a:spLocks noGrp="1" noChangeArrowheads="1"/>
          </p:cNvSpPr>
          <p:nvPr>
            <p:ph type="sldNum" sz="quarter" idx="5"/>
          </p:nvPr>
        </p:nvSpPr>
        <p:spPr>
          <a:noFill/>
        </p:spPr>
        <p:txBody>
          <a:bodyPr/>
          <a:lstStyle/>
          <a:p>
            <a:fld id="{11E7303C-9F4E-4F5D-B617-28DA310C47B6}" type="slidenum">
              <a:rPr lang="en-US" altLang="zh-CN" smtClean="0">
                <a:latin typeface="Arial" pitchFamily="34" charset="0"/>
              </a:rPr>
              <a:pPr/>
              <a:t>9</a:t>
            </a:fld>
            <a:endParaRPr lang="en-US" altLang="zh-CN" smtClean="0">
              <a:latin typeface="Arial" pitchFamily="34" charset="0"/>
            </a:endParaRPr>
          </a:p>
        </p:txBody>
      </p:sp>
      <p:sp>
        <p:nvSpPr>
          <p:cNvPr id="259075" name="Rectangle 2"/>
          <p:cNvSpPr>
            <a:spLocks noGrp="1" noRot="1" noChangeAspect="1" noChangeArrowheads="1" noTextEdit="1"/>
          </p:cNvSpPr>
          <p:nvPr>
            <p:ph type="sldImg"/>
          </p:nvPr>
        </p:nvSpPr>
        <p:spPr>
          <a:ln/>
        </p:spPr>
      </p:sp>
      <p:sp>
        <p:nvSpPr>
          <p:cNvPr id="259076" name="Rectangle 3"/>
          <p:cNvSpPr>
            <a:spLocks noGrp="1" noChangeArrowheads="1"/>
          </p:cNvSpPr>
          <p:nvPr>
            <p:ph type="body" idx="1"/>
          </p:nvPr>
        </p:nvSpPr>
        <p:spPr>
          <a:noFill/>
          <a:ln/>
        </p:spPr>
        <p:txBody>
          <a:bodyPr/>
          <a:lstStyle/>
          <a:p>
            <a:pPr eaLnBrk="1" hangingPunct="1"/>
            <a:endParaRPr lang="zh-CN" altLang="zh-CN" smtClean="0">
              <a:latin typeface="Arial" pitchFamily="34" charset="0"/>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1806EA5A-82B6-41A2-AE59-F9151B96437D}" type="slidenum">
              <a:rPr lang="en-US" altLang="zh-CN"/>
              <a:pPr/>
              <a:t>10</a:t>
            </a:fld>
            <a:endParaRPr lang="en-US" altLang="zh-CN"/>
          </a:p>
        </p:txBody>
      </p:sp>
      <p:sp>
        <p:nvSpPr>
          <p:cNvPr id="104450" name="Rectangle 2"/>
          <p:cNvSpPr>
            <a:spLocks noGrp="1" noRot="1" noChangeAspect="1" noChangeArrowheads="1"/>
          </p:cNvSpPr>
          <p:nvPr>
            <p:ph type="sldImg"/>
          </p:nvPr>
        </p:nvSpPr>
        <p:spPr bwMode="auto">
          <a:xfrm>
            <a:off x="1090613" y="306388"/>
            <a:ext cx="4703762" cy="3527425"/>
          </a:xfrm>
          <a:prstGeom prst="rect">
            <a:avLst/>
          </a:prstGeom>
          <a:noFill/>
        </p:spPr>
      </p:sp>
      <p:sp>
        <p:nvSpPr>
          <p:cNvPr id="104451" name="Rectangle 3"/>
          <p:cNvSpPr>
            <a:spLocks noGrp="1" noChangeArrowheads="1"/>
          </p:cNvSpPr>
          <p:nvPr>
            <p:ph type="body" idx="1"/>
          </p:nvPr>
        </p:nvSpPr>
        <p:spPr bwMode="auto">
          <a:xfrm>
            <a:off x="523875" y="4052888"/>
            <a:ext cx="5835650" cy="4579937"/>
          </a:xfrm>
          <a:prstGeom prst="rect">
            <a:avLst/>
          </a:prstGeom>
          <a:solidFill>
            <a:srgbClr val="FFFFFF"/>
          </a:solidFill>
          <a:ln>
            <a:solidFill>
              <a:srgbClr val="000000"/>
            </a:solidFill>
            <a:miter lim="800000"/>
            <a:headEnd/>
            <a:tailEnd/>
          </a:ln>
        </p:spPr>
        <p:txBody>
          <a:bodyPr lIns="86493" tIns="43247" rIns="86493" bIns="43247"/>
          <a:lstStyle/>
          <a:p>
            <a:pPr>
              <a:lnSpc>
                <a:spcPct val="90000"/>
              </a:lnSpc>
            </a:pPr>
            <a:r>
              <a:rPr lang="en-US" altLang="zh-CN" b="1"/>
              <a:t>Layer 2 of 2:</a:t>
            </a:r>
          </a:p>
          <a:p>
            <a:pPr>
              <a:lnSpc>
                <a:spcPct val="90000"/>
              </a:lnSpc>
            </a:pPr>
            <a:r>
              <a:rPr lang="en-US" altLang="zh-CN" b="1"/>
              <a:t>Purpose:</a:t>
            </a:r>
            <a:r>
              <a:rPr lang="en-US" altLang="zh-CN"/>
              <a:t> This figure orients the students to the next set of concepts.</a:t>
            </a:r>
          </a:p>
          <a:p>
            <a:pPr>
              <a:lnSpc>
                <a:spcPct val="90000"/>
              </a:lnSpc>
            </a:pPr>
            <a:r>
              <a:rPr lang="en-US" altLang="zh-CN" b="1"/>
              <a:t>Emphasize:</a:t>
            </a:r>
          </a:p>
          <a:p>
            <a:pPr>
              <a:lnSpc>
                <a:spcPct val="90000"/>
              </a:lnSpc>
            </a:pPr>
            <a:r>
              <a:rPr lang="en-US" altLang="zh-CN"/>
              <a:t>The Data Link layer of the OSI reference model is implemented by Switches and Bridges.  These devices encapsulate date in </a:t>
            </a:r>
            <a:r>
              <a:rPr lang="en-US" altLang="zh-CN">
                <a:latin typeface="Times"/>
              </a:rPr>
              <a:t>“</a:t>
            </a:r>
            <a:r>
              <a:rPr lang="en-US" altLang="zh-CN"/>
              <a:t>frames</a:t>
            </a:r>
            <a:r>
              <a:rPr lang="en-US" altLang="zh-CN">
                <a:latin typeface="Times"/>
              </a:rPr>
              <a:t>”</a:t>
            </a:r>
            <a:r>
              <a:rPr lang="en-US" altLang="zh-CN"/>
              <a:t>.</a:t>
            </a:r>
          </a:p>
          <a:p>
            <a:pPr>
              <a:lnSpc>
                <a:spcPct val="90000"/>
              </a:lnSpc>
            </a:pPr>
            <a:r>
              <a:rPr lang="en-US" altLang="zh-CN"/>
              <a:t>The Network layer of the OSI reference model is implemented by Routers.  These devices encapsulate data in </a:t>
            </a:r>
            <a:r>
              <a:rPr lang="en-US" altLang="zh-CN">
                <a:latin typeface="Times"/>
              </a:rPr>
              <a:t>‘</a:t>
            </a:r>
            <a:r>
              <a:rPr lang="en-US" altLang="zh-CN"/>
              <a:t>packets</a:t>
            </a:r>
            <a:r>
              <a:rPr lang="en-US" altLang="zh-CN">
                <a:latin typeface="Times"/>
              </a:rPr>
              <a:t>’</a:t>
            </a:r>
            <a:r>
              <a:rPr lang="en-US" altLang="zh-CN"/>
              <a:t>.</a:t>
            </a:r>
          </a:p>
          <a:p>
            <a:pPr>
              <a:lnSpc>
                <a:spcPct val="90000"/>
              </a:lnSpc>
            </a:pPr>
            <a:r>
              <a:rPr lang="en-US" altLang="zh-CN"/>
              <a:t>The Transport layer of the OSI reference model is implemented by various protocols; one of which is TCP. TCP uses ports and encapsulates the data in </a:t>
            </a:r>
            <a:r>
              <a:rPr lang="en-US" altLang="zh-CN">
                <a:latin typeface="Times"/>
              </a:rPr>
              <a:t>‘</a:t>
            </a:r>
            <a:r>
              <a:rPr lang="en-US" altLang="zh-CN"/>
              <a:t>segments</a:t>
            </a:r>
            <a:r>
              <a:rPr lang="en-US" altLang="zh-CN">
                <a:latin typeface="Times"/>
              </a:rPr>
              <a:t>’</a:t>
            </a:r>
            <a:r>
              <a:rPr lang="en-US" altLang="zh-CN"/>
              <a:t>.</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1122" name="Rectangle 7"/>
          <p:cNvSpPr>
            <a:spLocks noGrp="1" noChangeArrowheads="1"/>
          </p:cNvSpPr>
          <p:nvPr>
            <p:ph type="sldNum" sz="quarter" idx="5"/>
          </p:nvPr>
        </p:nvSpPr>
        <p:spPr>
          <a:noFill/>
        </p:spPr>
        <p:txBody>
          <a:bodyPr/>
          <a:lstStyle/>
          <a:p>
            <a:fld id="{0317F890-08A3-4584-B349-1FE333C7615B}" type="slidenum">
              <a:rPr lang="en-US" altLang="zh-CN" smtClean="0">
                <a:latin typeface="Arial" pitchFamily="34" charset="0"/>
              </a:rPr>
              <a:pPr/>
              <a:t>12</a:t>
            </a:fld>
            <a:endParaRPr lang="en-US" altLang="zh-CN" smtClean="0">
              <a:latin typeface="Arial" pitchFamily="34" charset="0"/>
            </a:endParaRPr>
          </a:p>
        </p:txBody>
      </p:sp>
      <p:sp>
        <p:nvSpPr>
          <p:cNvPr id="261123" name="Rectangle 2"/>
          <p:cNvSpPr>
            <a:spLocks noGrp="1" noRot="1" noChangeAspect="1" noChangeArrowheads="1" noTextEdit="1"/>
          </p:cNvSpPr>
          <p:nvPr>
            <p:ph type="sldImg"/>
          </p:nvPr>
        </p:nvSpPr>
        <p:spPr>
          <a:ln/>
        </p:spPr>
      </p:sp>
      <p:sp>
        <p:nvSpPr>
          <p:cNvPr id="261124" name="Rectangle 3"/>
          <p:cNvSpPr>
            <a:spLocks noGrp="1" noChangeArrowheads="1"/>
          </p:cNvSpPr>
          <p:nvPr>
            <p:ph type="body" idx="1"/>
          </p:nvPr>
        </p:nvSpPr>
        <p:spPr>
          <a:noFill/>
          <a:ln/>
        </p:spPr>
        <p:txBody>
          <a:bodyPr/>
          <a:lstStyle/>
          <a:p>
            <a:pPr eaLnBrk="1" hangingPunct="1"/>
            <a:endParaRPr lang="zh-CN" altLang="zh-CN" smtClean="0">
              <a:latin typeface="Arial" pitchFamily="34" charset="0"/>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2146" name="Rectangle 7"/>
          <p:cNvSpPr>
            <a:spLocks noGrp="1" noChangeArrowheads="1"/>
          </p:cNvSpPr>
          <p:nvPr>
            <p:ph type="sldNum" sz="quarter" idx="5"/>
          </p:nvPr>
        </p:nvSpPr>
        <p:spPr>
          <a:noFill/>
        </p:spPr>
        <p:txBody>
          <a:bodyPr/>
          <a:lstStyle/>
          <a:p>
            <a:fld id="{1A885175-E00F-4629-84C0-9E1C5ED7BC02}" type="slidenum">
              <a:rPr lang="en-US" altLang="zh-CN" smtClean="0">
                <a:latin typeface="Arial" pitchFamily="34" charset="0"/>
              </a:rPr>
              <a:pPr/>
              <a:t>14</a:t>
            </a:fld>
            <a:endParaRPr lang="en-US" altLang="zh-CN" smtClean="0">
              <a:latin typeface="Arial" pitchFamily="34" charset="0"/>
            </a:endParaRPr>
          </a:p>
        </p:txBody>
      </p:sp>
      <p:sp>
        <p:nvSpPr>
          <p:cNvPr id="262147" name="Rectangle 2"/>
          <p:cNvSpPr>
            <a:spLocks noGrp="1" noRot="1" noChangeAspect="1" noChangeArrowheads="1" noTextEdit="1"/>
          </p:cNvSpPr>
          <p:nvPr>
            <p:ph type="sldImg"/>
          </p:nvPr>
        </p:nvSpPr>
        <p:spPr>
          <a:ln/>
        </p:spPr>
      </p:sp>
      <p:sp>
        <p:nvSpPr>
          <p:cNvPr id="262148" name="Rectangle 3"/>
          <p:cNvSpPr>
            <a:spLocks noGrp="1" noChangeArrowheads="1"/>
          </p:cNvSpPr>
          <p:nvPr>
            <p:ph type="body" idx="1"/>
          </p:nvPr>
        </p:nvSpPr>
        <p:spPr>
          <a:noFill/>
          <a:ln/>
        </p:spPr>
        <p:txBody>
          <a:bodyPr/>
          <a:lstStyle/>
          <a:p>
            <a:pPr eaLnBrk="1" hangingPunct="1"/>
            <a:endParaRPr lang="zh-CN" altLang="zh-CN" smtClean="0">
              <a:latin typeface="Arial" pitchFamily="34" charset="0"/>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2386" name="Rectangle 7"/>
          <p:cNvSpPr>
            <a:spLocks noGrp="1" noChangeArrowheads="1"/>
          </p:cNvSpPr>
          <p:nvPr>
            <p:ph type="sldNum" sz="quarter" idx="5"/>
          </p:nvPr>
        </p:nvSpPr>
        <p:spPr>
          <a:noFill/>
        </p:spPr>
        <p:txBody>
          <a:bodyPr/>
          <a:lstStyle/>
          <a:p>
            <a:fld id="{46E4FA22-CA05-40B0-8600-4C150D5A0FB5}" type="slidenum">
              <a:rPr lang="en-US" altLang="zh-CN" smtClean="0">
                <a:latin typeface="Arial" pitchFamily="34" charset="0"/>
              </a:rPr>
              <a:pPr/>
              <a:t>19</a:t>
            </a:fld>
            <a:endParaRPr lang="en-US" altLang="zh-CN" smtClean="0">
              <a:latin typeface="Arial" pitchFamily="34" charset="0"/>
            </a:endParaRPr>
          </a:p>
        </p:txBody>
      </p:sp>
      <p:sp>
        <p:nvSpPr>
          <p:cNvPr id="272387" name="Rectangle 2"/>
          <p:cNvSpPr>
            <a:spLocks noGrp="1" noRot="1" noChangeAspect="1" noChangeArrowheads="1" noTextEdit="1"/>
          </p:cNvSpPr>
          <p:nvPr>
            <p:ph type="sldImg"/>
          </p:nvPr>
        </p:nvSpPr>
        <p:spPr>
          <a:ln/>
        </p:spPr>
      </p:sp>
      <p:sp>
        <p:nvSpPr>
          <p:cNvPr id="272388" name="Rectangle 3"/>
          <p:cNvSpPr>
            <a:spLocks noGrp="1" noChangeArrowheads="1"/>
          </p:cNvSpPr>
          <p:nvPr>
            <p:ph type="body" idx="1"/>
          </p:nvPr>
        </p:nvSpPr>
        <p:spPr>
          <a:noFill/>
          <a:ln/>
        </p:spPr>
        <p:txBody>
          <a:bodyPr/>
          <a:lstStyle/>
          <a:p>
            <a:pPr eaLnBrk="1" hangingPunct="1"/>
            <a:endParaRPr lang="zh-CN" altLang="zh-CN" smtClean="0">
              <a:latin typeface="Arial" pitchFamily="34" charset="0"/>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3410" name="Rectangle 7"/>
          <p:cNvSpPr>
            <a:spLocks noGrp="1" noChangeArrowheads="1"/>
          </p:cNvSpPr>
          <p:nvPr>
            <p:ph type="sldNum" sz="quarter" idx="5"/>
          </p:nvPr>
        </p:nvSpPr>
        <p:spPr>
          <a:noFill/>
        </p:spPr>
        <p:txBody>
          <a:bodyPr/>
          <a:lstStyle/>
          <a:p>
            <a:fld id="{8150E1A0-D4AB-46BE-BB81-D6394686811E}" type="slidenum">
              <a:rPr lang="en-US" altLang="zh-CN" smtClean="0">
                <a:latin typeface="Arial" pitchFamily="34" charset="0"/>
              </a:rPr>
              <a:pPr/>
              <a:t>20</a:t>
            </a:fld>
            <a:endParaRPr lang="en-US" altLang="zh-CN" smtClean="0">
              <a:latin typeface="Arial" pitchFamily="34" charset="0"/>
            </a:endParaRPr>
          </a:p>
        </p:txBody>
      </p:sp>
      <p:sp>
        <p:nvSpPr>
          <p:cNvPr id="273411" name="Rectangle 2"/>
          <p:cNvSpPr>
            <a:spLocks noGrp="1" noRot="1" noChangeAspect="1" noChangeArrowheads="1" noTextEdit="1"/>
          </p:cNvSpPr>
          <p:nvPr>
            <p:ph type="sldImg"/>
          </p:nvPr>
        </p:nvSpPr>
        <p:spPr>
          <a:ln/>
        </p:spPr>
      </p:sp>
      <p:sp>
        <p:nvSpPr>
          <p:cNvPr id="273412" name="Rectangle 3"/>
          <p:cNvSpPr>
            <a:spLocks noGrp="1" noChangeArrowheads="1"/>
          </p:cNvSpPr>
          <p:nvPr>
            <p:ph type="body" idx="1"/>
          </p:nvPr>
        </p:nvSpPr>
        <p:spPr>
          <a:noFill/>
          <a:ln/>
        </p:spPr>
        <p:txBody>
          <a:bodyPr/>
          <a:lstStyle/>
          <a:p>
            <a:pPr eaLnBrk="1" hangingPunct="1"/>
            <a:endParaRPr lang="zh-CN" altLang="zh-CN" smtClean="0">
              <a:latin typeface="Arial" pitchFamily="34" charset="0"/>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4434" name="Rectangle 7"/>
          <p:cNvSpPr>
            <a:spLocks noGrp="1" noChangeArrowheads="1"/>
          </p:cNvSpPr>
          <p:nvPr>
            <p:ph type="sldNum" sz="quarter" idx="5"/>
          </p:nvPr>
        </p:nvSpPr>
        <p:spPr>
          <a:noFill/>
        </p:spPr>
        <p:txBody>
          <a:bodyPr/>
          <a:lstStyle/>
          <a:p>
            <a:fld id="{D5EE9F33-7B8A-40C3-A6E3-5564CF94E307}" type="slidenum">
              <a:rPr lang="en-US" altLang="zh-CN" smtClean="0">
                <a:latin typeface="Arial" pitchFamily="34" charset="0"/>
              </a:rPr>
              <a:pPr/>
              <a:t>21</a:t>
            </a:fld>
            <a:endParaRPr lang="en-US" altLang="zh-CN" smtClean="0">
              <a:latin typeface="Arial" pitchFamily="34" charset="0"/>
            </a:endParaRPr>
          </a:p>
        </p:txBody>
      </p:sp>
      <p:sp>
        <p:nvSpPr>
          <p:cNvPr id="274435" name="Rectangle 2"/>
          <p:cNvSpPr>
            <a:spLocks noGrp="1" noRot="1" noChangeAspect="1" noChangeArrowheads="1" noTextEdit="1"/>
          </p:cNvSpPr>
          <p:nvPr>
            <p:ph type="sldImg"/>
          </p:nvPr>
        </p:nvSpPr>
        <p:spPr>
          <a:ln/>
        </p:spPr>
      </p:sp>
      <p:sp>
        <p:nvSpPr>
          <p:cNvPr id="274436" name="Rectangle 3"/>
          <p:cNvSpPr>
            <a:spLocks noGrp="1" noChangeArrowheads="1"/>
          </p:cNvSpPr>
          <p:nvPr>
            <p:ph type="body" idx="1"/>
          </p:nvPr>
        </p:nvSpPr>
        <p:spPr>
          <a:noFill/>
          <a:ln/>
        </p:spPr>
        <p:txBody>
          <a:bodyPr/>
          <a:lstStyle/>
          <a:p>
            <a:pPr eaLnBrk="1" hangingPunct="1"/>
            <a:endParaRPr lang="zh-CN" altLang="zh-CN" smtClean="0">
              <a:latin typeface="Arial" pitchFamily="34" charset="0"/>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5458" name="Rectangle 7"/>
          <p:cNvSpPr>
            <a:spLocks noGrp="1" noChangeArrowheads="1"/>
          </p:cNvSpPr>
          <p:nvPr>
            <p:ph type="sldNum" sz="quarter" idx="5"/>
          </p:nvPr>
        </p:nvSpPr>
        <p:spPr>
          <a:noFill/>
        </p:spPr>
        <p:txBody>
          <a:bodyPr/>
          <a:lstStyle/>
          <a:p>
            <a:fld id="{83464E8D-644D-41E0-B31F-A8E31EFCC137}" type="slidenum">
              <a:rPr lang="en-US" altLang="zh-CN" smtClean="0">
                <a:latin typeface="Arial" pitchFamily="34" charset="0"/>
              </a:rPr>
              <a:pPr/>
              <a:t>22</a:t>
            </a:fld>
            <a:endParaRPr lang="en-US" altLang="zh-CN" smtClean="0">
              <a:latin typeface="Arial" pitchFamily="34" charset="0"/>
            </a:endParaRPr>
          </a:p>
        </p:txBody>
      </p:sp>
      <p:sp>
        <p:nvSpPr>
          <p:cNvPr id="275459" name="Rectangle 2"/>
          <p:cNvSpPr>
            <a:spLocks noGrp="1" noRot="1" noChangeAspect="1" noChangeArrowheads="1" noTextEdit="1"/>
          </p:cNvSpPr>
          <p:nvPr>
            <p:ph type="sldImg"/>
          </p:nvPr>
        </p:nvSpPr>
        <p:spPr>
          <a:ln/>
        </p:spPr>
      </p:sp>
      <p:sp>
        <p:nvSpPr>
          <p:cNvPr id="275460" name="Rectangle 3"/>
          <p:cNvSpPr>
            <a:spLocks noGrp="1" noChangeArrowheads="1"/>
          </p:cNvSpPr>
          <p:nvPr>
            <p:ph type="body" idx="1"/>
          </p:nvPr>
        </p:nvSpPr>
        <p:spPr>
          <a:noFill/>
          <a:ln/>
        </p:spPr>
        <p:txBody>
          <a:bodyPr/>
          <a:lstStyle/>
          <a:p>
            <a:pPr eaLnBrk="1" hangingPunct="1"/>
            <a:endParaRPr lang="zh-CN" altLang="zh-CN" smtClean="0">
              <a:latin typeface="Arial" pitchFamily="34" charset="0"/>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482" name="Rectangle 7"/>
          <p:cNvSpPr>
            <a:spLocks noGrp="1" noChangeArrowheads="1"/>
          </p:cNvSpPr>
          <p:nvPr>
            <p:ph type="sldNum" sz="quarter" idx="5"/>
          </p:nvPr>
        </p:nvSpPr>
        <p:spPr>
          <a:noFill/>
        </p:spPr>
        <p:txBody>
          <a:bodyPr/>
          <a:lstStyle/>
          <a:p>
            <a:fld id="{02D7C89D-C33C-46EA-9534-9BA6EE2B7911}" type="slidenum">
              <a:rPr lang="en-US" altLang="zh-CN" smtClean="0">
                <a:latin typeface="Arial" pitchFamily="34" charset="0"/>
              </a:rPr>
              <a:pPr/>
              <a:t>23</a:t>
            </a:fld>
            <a:endParaRPr lang="en-US" altLang="zh-CN" smtClean="0">
              <a:latin typeface="Arial" pitchFamily="34" charset="0"/>
            </a:endParaRPr>
          </a:p>
        </p:txBody>
      </p:sp>
      <p:sp>
        <p:nvSpPr>
          <p:cNvPr id="276483" name="Rectangle 2"/>
          <p:cNvSpPr>
            <a:spLocks noGrp="1" noRot="1" noChangeAspect="1" noChangeArrowheads="1" noTextEdit="1"/>
          </p:cNvSpPr>
          <p:nvPr>
            <p:ph type="sldImg"/>
          </p:nvPr>
        </p:nvSpPr>
        <p:spPr>
          <a:ln/>
        </p:spPr>
      </p:sp>
      <p:sp>
        <p:nvSpPr>
          <p:cNvPr id="276484" name="Rectangle 3"/>
          <p:cNvSpPr>
            <a:spLocks noGrp="1" noChangeArrowheads="1"/>
          </p:cNvSpPr>
          <p:nvPr>
            <p:ph type="body" idx="1"/>
          </p:nvPr>
        </p:nvSpPr>
        <p:spPr>
          <a:noFill/>
          <a:ln/>
        </p:spPr>
        <p:txBody>
          <a:bodyPr/>
          <a:lstStyle/>
          <a:p>
            <a:pPr eaLnBrk="1" hangingPunct="1"/>
            <a:endParaRPr lang="zh-CN" altLang="zh-CN" smtClean="0">
              <a:latin typeface="Arial" pitchFamily="34" charset="0"/>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7506" name="Rectangle 7"/>
          <p:cNvSpPr>
            <a:spLocks noGrp="1" noChangeArrowheads="1"/>
          </p:cNvSpPr>
          <p:nvPr>
            <p:ph type="sldNum" sz="quarter" idx="5"/>
          </p:nvPr>
        </p:nvSpPr>
        <p:spPr>
          <a:noFill/>
        </p:spPr>
        <p:txBody>
          <a:bodyPr/>
          <a:lstStyle/>
          <a:p>
            <a:fld id="{A57BFED9-9F29-4EED-8A12-6AF64D714E5A}" type="slidenum">
              <a:rPr lang="en-US" altLang="zh-CN" smtClean="0">
                <a:latin typeface="Arial" pitchFamily="34" charset="0"/>
              </a:rPr>
              <a:pPr/>
              <a:t>24</a:t>
            </a:fld>
            <a:endParaRPr lang="en-US" altLang="zh-CN" smtClean="0">
              <a:latin typeface="Arial" pitchFamily="34" charset="0"/>
            </a:endParaRPr>
          </a:p>
        </p:txBody>
      </p:sp>
      <p:sp>
        <p:nvSpPr>
          <p:cNvPr id="277507" name="Rectangle 2"/>
          <p:cNvSpPr>
            <a:spLocks noGrp="1" noRot="1" noChangeAspect="1" noChangeArrowheads="1" noTextEdit="1"/>
          </p:cNvSpPr>
          <p:nvPr>
            <p:ph type="sldImg"/>
          </p:nvPr>
        </p:nvSpPr>
        <p:spPr>
          <a:ln/>
        </p:spPr>
      </p:sp>
      <p:sp>
        <p:nvSpPr>
          <p:cNvPr id="277508" name="Rectangle 3"/>
          <p:cNvSpPr>
            <a:spLocks noGrp="1" noChangeArrowheads="1"/>
          </p:cNvSpPr>
          <p:nvPr>
            <p:ph type="body" idx="1"/>
          </p:nvPr>
        </p:nvSpPr>
        <p:spPr>
          <a:noFill/>
          <a:ln/>
        </p:spPr>
        <p:txBody>
          <a:bodyPr/>
          <a:lstStyle/>
          <a:p>
            <a:pPr eaLnBrk="1" hangingPunct="1"/>
            <a:endParaRPr lang="zh-CN" altLang="zh-CN" smtClean="0">
              <a:latin typeface="Arial" pitchFamily="34" charset="0"/>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8530" name="Rectangle 7"/>
          <p:cNvSpPr>
            <a:spLocks noGrp="1" noChangeArrowheads="1"/>
          </p:cNvSpPr>
          <p:nvPr>
            <p:ph type="sldNum" sz="quarter" idx="5"/>
          </p:nvPr>
        </p:nvSpPr>
        <p:spPr>
          <a:noFill/>
        </p:spPr>
        <p:txBody>
          <a:bodyPr/>
          <a:lstStyle/>
          <a:p>
            <a:fld id="{EF742815-FAD2-46A5-BE1A-71F6CC870A1D}" type="slidenum">
              <a:rPr lang="en-US" altLang="zh-CN" smtClean="0">
                <a:latin typeface="Arial" pitchFamily="34" charset="0"/>
              </a:rPr>
              <a:pPr/>
              <a:t>25</a:t>
            </a:fld>
            <a:endParaRPr lang="en-US" altLang="zh-CN" smtClean="0">
              <a:latin typeface="Arial" pitchFamily="34" charset="0"/>
            </a:endParaRPr>
          </a:p>
        </p:txBody>
      </p:sp>
      <p:sp>
        <p:nvSpPr>
          <p:cNvPr id="278531" name="Rectangle 2"/>
          <p:cNvSpPr>
            <a:spLocks noGrp="1" noRot="1" noChangeAspect="1" noChangeArrowheads="1" noTextEdit="1"/>
          </p:cNvSpPr>
          <p:nvPr>
            <p:ph type="sldImg"/>
          </p:nvPr>
        </p:nvSpPr>
        <p:spPr>
          <a:ln/>
        </p:spPr>
      </p:sp>
      <p:sp>
        <p:nvSpPr>
          <p:cNvPr id="278532" name="Rectangle 3"/>
          <p:cNvSpPr>
            <a:spLocks noGrp="1" noChangeArrowheads="1"/>
          </p:cNvSpPr>
          <p:nvPr>
            <p:ph type="body" idx="1"/>
          </p:nvPr>
        </p:nvSpPr>
        <p:spPr>
          <a:noFill/>
          <a:ln/>
        </p:spPr>
        <p:txBody>
          <a:bodyPr/>
          <a:lstStyle/>
          <a:p>
            <a:pPr eaLnBrk="1" hangingPunct="1"/>
            <a:endParaRPr lang="zh-CN" altLang="zh-CN" smtClean="0">
              <a:latin typeface="Arial" pitchFamily="34" charset="0"/>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9554" name="Rectangle 7"/>
          <p:cNvSpPr>
            <a:spLocks noGrp="1" noChangeArrowheads="1"/>
          </p:cNvSpPr>
          <p:nvPr>
            <p:ph type="sldNum" sz="quarter" idx="5"/>
          </p:nvPr>
        </p:nvSpPr>
        <p:spPr>
          <a:noFill/>
        </p:spPr>
        <p:txBody>
          <a:bodyPr/>
          <a:lstStyle/>
          <a:p>
            <a:fld id="{2D03A8E5-2ED4-444C-A280-1C23E8DB0BA8}" type="slidenum">
              <a:rPr lang="en-US" altLang="zh-CN" smtClean="0">
                <a:latin typeface="Arial" pitchFamily="34" charset="0"/>
              </a:rPr>
              <a:pPr/>
              <a:t>26</a:t>
            </a:fld>
            <a:endParaRPr lang="en-US" altLang="zh-CN" smtClean="0">
              <a:latin typeface="Arial" pitchFamily="34" charset="0"/>
            </a:endParaRPr>
          </a:p>
        </p:txBody>
      </p:sp>
      <p:sp>
        <p:nvSpPr>
          <p:cNvPr id="279555" name="Rectangle 2"/>
          <p:cNvSpPr>
            <a:spLocks noGrp="1" noRot="1" noChangeAspect="1" noChangeArrowheads="1" noTextEdit="1"/>
          </p:cNvSpPr>
          <p:nvPr>
            <p:ph type="sldImg"/>
          </p:nvPr>
        </p:nvSpPr>
        <p:spPr>
          <a:ln/>
        </p:spPr>
      </p:sp>
      <p:sp>
        <p:nvSpPr>
          <p:cNvPr id="279556" name="Rectangle 3"/>
          <p:cNvSpPr>
            <a:spLocks noGrp="1" noChangeArrowheads="1"/>
          </p:cNvSpPr>
          <p:nvPr>
            <p:ph type="body" idx="1"/>
          </p:nvPr>
        </p:nvSpPr>
        <p:spPr>
          <a:noFill/>
          <a:ln/>
        </p:spPr>
        <p:txBody>
          <a:bodyPr/>
          <a:lstStyle/>
          <a:p>
            <a:pPr eaLnBrk="1" hangingPunct="1"/>
            <a:endParaRPr lang="zh-CN" altLang="zh-CN" smtClean="0">
              <a:latin typeface="Arial" pitchFamily="34" charset="0"/>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0578" name="Rectangle 7"/>
          <p:cNvSpPr>
            <a:spLocks noGrp="1" noChangeArrowheads="1"/>
          </p:cNvSpPr>
          <p:nvPr>
            <p:ph type="sldNum" sz="quarter" idx="5"/>
          </p:nvPr>
        </p:nvSpPr>
        <p:spPr>
          <a:noFill/>
        </p:spPr>
        <p:txBody>
          <a:bodyPr/>
          <a:lstStyle/>
          <a:p>
            <a:fld id="{2AE0CD8C-2E3B-4980-A046-00E302D95FF6}" type="slidenum">
              <a:rPr lang="en-US" altLang="zh-CN" smtClean="0">
                <a:latin typeface="Arial" pitchFamily="34" charset="0"/>
              </a:rPr>
              <a:pPr/>
              <a:t>27</a:t>
            </a:fld>
            <a:endParaRPr lang="en-US" altLang="zh-CN" smtClean="0">
              <a:latin typeface="Arial" pitchFamily="34" charset="0"/>
            </a:endParaRPr>
          </a:p>
        </p:txBody>
      </p:sp>
      <p:sp>
        <p:nvSpPr>
          <p:cNvPr id="280579" name="Rectangle 2"/>
          <p:cNvSpPr>
            <a:spLocks noGrp="1" noRot="1" noChangeAspect="1" noChangeArrowheads="1" noTextEdit="1"/>
          </p:cNvSpPr>
          <p:nvPr>
            <p:ph type="sldImg"/>
          </p:nvPr>
        </p:nvSpPr>
        <p:spPr>
          <a:ln/>
        </p:spPr>
      </p:sp>
      <p:sp>
        <p:nvSpPr>
          <p:cNvPr id="280580" name="Rectangle 3"/>
          <p:cNvSpPr>
            <a:spLocks noGrp="1" noChangeArrowheads="1"/>
          </p:cNvSpPr>
          <p:nvPr>
            <p:ph type="body" idx="1"/>
          </p:nvPr>
        </p:nvSpPr>
        <p:spPr>
          <a:noFill/>
          <a:ln/>
        </p:spPr>
        <p:txBody>
          <a:bodyPr/>
          <a:lstStyle/>
          <a:p>
            <a:pPr eaLnBrk="1" hangingPunct="1"/>
            <a:endParaRPr lang="zh-CN" altLang="zh-CN" smtClean="0">
              <a:latin typeface="Arial" pitchFamily="34" charset="0"/>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1602" name="Rectangle 7"/>
          <p:cNvSpPr>
            <a:spLocks noGrp="1" noChangeArrowheads="1"/>
          </p:cNvSpPr>
          <p:nvPr>
            <p:ph type="sldNum" sz="quarter" idx="5"/>
          </p:nvPr>
        </p:nvSpPr>
        <p:spPr>
          <a:noFill/>
        </p:spPr>
        <p:txBody>
          <a:bodyPr/>
          <a:lstStyle/>
          <a:p>
            <a:fld id="{892C8570-7FEB-4043-A841-FA713D88883E}" type="slidenum">
              <a:rPr lang="en-US" altLang="zh-CN" smtClean="0">
                <a:latin typeface="Arial" pitchFamily="34" charset="0"/>
              </a:rPr>
              <a:pPr/>
              <a:t>28</a:t>
            </a:fld>
            <a:endParaRPr lang="en-US" altLang="zh-CN" smtClean="0">
              <a:latin typeface="Arial" pitchFamily="34" charset="0"/>
            </a:endParaRPr>
          </a:p>
        </p:txBody>
      </p:sp>
      <p:sp>
        <p:nvSpPr>
          <p:cNvPr id="281603" name="Rectangle 2"/>
          <p:cNvSpPr>
            <a:spLocks noGrp="1" noRot="1" noChangeAspect="1" noChangeArrowheads="1" noTextEdit="1"/>
          </p:cNvSpPr>
          <p:nvPr>
            <p:ph type="sldImg"/>
          </p:nvPr>
        </p:nvSpPr>
        <p:spPr>
          <a:ln/>
        </p:spPr>
      </p:sp>
      <p:sp>
        <p:nvSpPr>
          <p:cNvPr id="281604" name="Rectangle 3"/>
          <p:cNvSpPr>
            <a:spLocks noGrp="1" noChangeArrowheads="1"/>
          </p:cNvSpPr>
          <p:nvPr>
            <p:ph type="body" idx="1"/>
          </p:nvPr>
        </p:nvSpPr>
        <p:spPr>
          <a:noFill/>
          <a:ln/>
        </p:spPr>
        <p:txBody>
          <a:bodyPr/>
          <a:lstStyle/>
          <a:p>
            <a:pPr eaLnBrk="1" hangingPunct="1"/>
            <a:endParaRPr lang="zh-CN" altLang="zh-CN" smtClean="0">
              <a:latin typeface="Arial" pitchFamily="34" charset="0"/>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2626" name="Rectangle 7"/>
          <p:cNvSpPr>
            <a:spLocks noGrp="1" noChangeArrowheads="1"/>
          </p:cNvSpPr>
          <p:nvPr>
            <p:ph type="sldNum" sz="quarter" idx="5"/>
          </p:nvPr>
        </p:nvSpPr>
        <p:spPr>
          <a:noFill/>
        </p:spPr>
        <p:txBody>
          <a:bodyPr/>
          <a:lstStyle/>
          <a:p>
            <a:fld id="{C2A95A98-1F0C-4CB9-82F6-B4BC8835AFC1}" type="slidenum">
              <a:rPr lang="en-US" altLang="zh-CN" smtClean="0">
                <a:latin typeface="Arial" pitchFamily="34" charset="0"/>
              </a:rPr>
              <a:pPr/>
              <a:t>29</a:t>
            </a:fld>
            <a:endParaRPr lang="en-US" altLang="zh-CN" smtClean="0">
              <a:latin typeface="Arial" pitchFamily="34" charset="0"/>
            </a:endParaRPr>
          </a:p>
        </p:txBody>
      </p:sp>
      <p:sp>
        <p:nvSpPr>
          <p:cNvPr id="282627" name="Rectangle 2"/>
          <p:cNvSpPr>
            <a:spLocks noGrp="1" noRot="1" noChangeAspect="1" noChangeArrowheads="1" noTextEdit="1"/>
          </p:cNvSpPr>
          <p:nvPr>
            <p:ph type="sldImg"/>
          </p:nvPr>
        </p:nvSpPr>
        <p:spPr>
          <a:ln/>
        </p:spPr>
      </p:sp>
      <p:sp>
        <p:nvSpPr>
          <p:cNvPr id="282628" name="Rectangle 3"/>
          <p:cNvSpPr>
            <a:spLocks noGrp="1" noChangeArrowheads="1"/>
          </p:cNvSpPr>
          <p:nvPr>
            <p:ph type="body" idx="1"/>
          </p:nvPr>
        </p:nvSpPr>
        <p:spPr>
          <a:noFill/>
          <a:ln/>
        </p:spPr>
        <p:txBody>
          <a:bodyPr/>
          <a:lstStyle/>
          <a:p>
            <a:pPr eaLnBrk="1" hangingPunct="1"/>
            <a:endParaRPr lang="zh-CN" altLang="zh-CN" smtClean="0">
              <a:latin typeface="Arial" pitchFamily="34" charset="0"/>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3650" name="Rectangle 7"/>
          <p:cNvSpPr>
            <a:spLocks noGrp="1" noChangeArrowheads="1"/>
          </p:cNvSpPr>
          <p:nvPr>
            <p:ph type="sldNum" sz="quarter" idx="5"/>
          </p:nvPr>
        </p:nvSpPr>
        <p:spPr>
          <a:noFill/>
        </p:spPr>
        <p:txBody>
          <a:bodyPr/>
          <a:lstStyle/>
          <a:p>
            <a:fld id="{44226B7A-114C-4FC3-882E-2B0D4004EDC3}" type="slidenum">
              <a:rPr lang="en-US" altLang="zh-CN" smtClean="0">
                <a:latin typeface="Arial" pitchFamily="34" charset="0"/>
              </a:rPr>
              <a:pPr/>
              <a:t>30</a:t>
            </a:fld>
            <a:endParaRPr lang="en-US" altLang="zh-CN" smtClean="0">
              <a:latin typeface="Arial" pitchFamily="34" charset="0"/>
            </a:endParaRPr>
          </a:p>
        </p:txBody>
      </p:sp>
      <p:sp>
        <p:nvSpPr>
          <p:cNvPr id="283651" name="Rectangle 2"/>
          <p:cNvSpPr>
            <a:spLocks noGrp="1" noRot="1" noChangeAspect="1" noChangeArrowheads="1" noTextEdit="1"/>
          </p:cNvSpPr>
          <p:nvPr>
            <p:ph type="sldImg"/>
          </p:nvPr>
        </p:nvSpPr>
        <p:spPr>
          <a:ln/>
        </p:spPr>
      </p:sp>
      <p:sp>
        <p:nvSpPr>
          <p:cNvPr id="283652" name="Rectangle 3"/>
          <p:cNvSpPr>
            <a:spLocks noGrp="1" noChangeArrowheads="1"/>
          </p:cNvSpPr>
          <p:nvPr>
            <p:ph type="body" idx="1"/>
          </p:nvPr>
        </p:nvSpPr>
        <p:spPr>
          <a:noFill/>
          <a:ln/>
        </p:spPr>
        <p:txBody>
          <a:bodyPr/>
          <a:lstStyle/>
          <a:p>
            <a:pPr eaLnBrk="1" hangingPunct="1"/>
            <a:endParaRPr lang="zh-CN" altLang="zh-CN" smtClean="0">
              <a:latin typeface="Arial" pitchFamily="34" charset="0"/>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4674" name="Rectangle 7"/>
          <p:cNvSpPr>
            <a:spLocks noGrp="1" noChangeArrowheads="1"/>
          </p:cNvSpPr>
          <p:nvPr>
            <p:ph type="sldNum" sz="quarter" idx="5"/>
          </p:nvPr>
        </p:nvSpPr>
        <p:spPr>
          <a:noFill/>
        </p:spPr>
        <p:txBody>
          <a:bodyPr/>
          <a:lstStyle/>
          <a:p>
            <a:fld id="{98CEB270-6797-4746-A30A-032BF8130796}" type="slidenum">
              <a:rPr lang="en-US" altLang="zh-CN" smtClean="0">
                <a:latin typeface="Arial" pitchFamily="34" charset="0"/>
              </a:rPr>
              <a:pPr/>
              <a:t>31</a:t>
            </a:fld>
            <a:endParaRPr lang="en-US" altLang="zh-CN" smtClean="0">
              <a:latin typeface="Arial" pitchFamily="34" charset="0"/>
            </a:endParaRPr>
          </a:p>
        </p:txBody>
      </p:sp>
      <p:sp>
        <p:nvSpPr>
          <p:cNvPr id="284675" name="Rectangle 2"/>
          <p:cNvSpPr>
            <a:spLocks noGrp="1" noRot="1" noChangeAspect="1" noChangeArrowheads="1" noTextEdit="1"/>
          </p:cNvSpPr>
          <p:nvPr>
            <p:ph type="sldImg"/>
          </p:nvPr>
        </p:nvSpPr>
        <p:spPr>
          <a:ln/>
        </p:spPr>
      </p:sp>
      <p:sp>
        <p:nvSpPr>
          <p:cNvPr id="284676" name="Rectangle 3"/>
          <p:cNvSpPr>
            <a:spLocks noGrp="1" noChangeArrowheads="1"/>
          </p:cNvSpPr>
          <p:nvPr>
            <p:ph type="body" idx="1"/>
          </p:nvPr>
        </p:nvSpPr>
        <p:spPr>
          <a:noFill/>
          <a:ln/>
        </p:spPr>
        <p:txBody>
          <a:bodyPr/>
          <a:lstStyle/>
          <a:p>
            <a:pPr eaLnBrk="1" hangingPunct="1"/>
            <a:endParaRPr lang="zh-CN" altLang="zh-CN" smtClean="0">
              <a:latin typeface="Arial" pitchFamily="34" charset="0"/>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5698" name="Rectangle 7"/>
          <p:cNvSpPr>
            <a:spLocks noGrp="1" noChangeArrowheads="1"/>
          </p:cNvSpPr>
          <p:nvPr>
            <p:ph type="sldNum" sz="quarter" idx="5"/>
          </p:nvPr>
        </p:nvSpPr>
        <p:spPr>
          <a:noFill/>
        </p:spPr>
        <p:txBody>
          <a:bodyPr/>
          <a:lstStyle/>
          <a:p>
            <a:fld id="{4F8421CD-8274-44C6-B6CE-1B8408477065}" type="slidenum">
              <a:rPr lang="en-US" altLang="zh-CN" smtClean="0">
                <a:latin typeface="Arial" pitchFamily="34" charset="0"/>
              </a:rPr>
              <a:pPr/>
              <a:t>32</a:t>
            </a:fld>
            <a:endParaRPr lang="en-US" altLang="zh-CN" smtClean="0">
              <a:latin typeface="Arial" pitchFamily="34" charset="0"/>
            </a:endParaRPr>
          </a:p>
        </p:txBody>
      </p:sp>
      <p:sp>
        <p:nvSpPr>
          <p:cNvPr id="285699" name="Rectangle 2"/>
          <p:cNvSpPr>
            <a:spLocks noGrp="1" noRot="1" noChangeAspect="1" noChangeArrowheads="1" noTextEdit="1"/>
          </p:cNvSpPr>
          <p:nvPr>
            <p:ph type="sldImg"/>
          </p:nvPr>
        </p:nvSpPr>
        <p:spPr>
          <a:ln/>
        </p:spPr>
      </p:sp>
      <p:sp>
        <p:nvSpPr>
          <p:cNvPr id="285700" name="Rectangle 3"/>
          <p:cNvSpPr>
            <a:spLocks noGrp="1" noChangeArrowheads="1"/>
          </p:cNvSpPr>
          <p:nvPr>
            <p:ph type="body" idx="1"/>
          </p:nvPr>
        </p:nvSpPr>
        <p:spPr>
          <a:noFill/>
          <a:ln/>
        </p:spPr>
        <p:txBody>
          <a:bodyPr/>
          <a:lstStyle/>
          <a:p>
            <a:pPr eaLnBrk="1" hangingPunct="1"/>
            <a:endParaRPr lang="zh-CN" altLang="zh-CN" smtClean="0">
              <a:latin typeface="Arial" pitchFamily="34" charset="0"/>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22" name="Rectangle 7"/>
          <p:cNvSpPr>
            <a:spLocks noGrp="1" noChangeArrowheads="1"/>
          </p:cNvSpPr>
          <p:nvPr>
            <p:ph type="sldNum" sz="quarter" idx="5"/>
          </p:nvPr>
        </p:nvSpPr>
        <p:spPr>
          <a:noFill/>
        </p:spPr>
        <p:txBody>
          <a:bodyPr/>
          <a:lstStyle/>
          <a:p>
            <a:fld id="{DBEC2CFF-246D-4355-8946-BFFC14B8F6CE}" type="slidenum">
              <a:rPr lang="en-US" altLang="zh-CN" smtClean="0">
                <a:latin typeface="Arial" pitchFamily="34" charset="0"/>
              </a:rPr>
              <a:pPr/>
              <a:t>33</a:t>
            </a:fld>
            <a:endParaRPr lang="en-US" altLang="zh-CN" smtClean="0">
              <a:latin typeface="Arial" pitchFamily="34" charset="0"/>
            </a:endParaRPr>
          </a:p>
        </p:txBody>
      </p:sp>
      <p:sp>
        <p:nvSpPr>
          <p:cNvPr id="286723" name="Rectangle 2"/>
          <p:cNvSpPr>
            <a:spLocks noGrp="1" noRot="1" noChangeAspect="1" noChangeArrowheads="1" noTextEdit="1"/>
          </p:cNvSpPr>
          <p:nvPr>
            <p:ph type="sldImg"/>
          </p:nvPr>
        </p:nvSpPr>
        <p:spPr>
          <a:ln/>
        </p:spPr>
      </p:sp>
      <p:sp>
        <p:nvSpPr>
          <p:cNvPr id="286724" name="Rectangle 3"/>
          <p:cNvSpPr>
            <a:spLocks noGrp="1" noChangeArrowheads="1"/>
          </p:cNvSpPr>
          <p:nvPr>
            <p:ph type="body" idx="1"/>
          </p:nvPr>
        </p:nvSpPr>
        <p:spPr>
          <a:noFill/>
          <a:ln/>
        </p:spPr>
        <p:txBody>
          <a:bodyPr/>
          <a:lstStyle/>
          <a:p>
            <a:pPr eaLnBrk="1" hangingPunct="1"/>
            <a:endParaRPr lang="zh-CN" altLang="zh-CN" smtClean="0">
              <a:latin typeface="Arial" pitchFamily="34" charset="0"/>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7746" name="Rectangle 7"/>
          <p:cNvSpPr>
            <a:spLocks noGrp="1" noChangeArrowheads="1"/>
          </p:cNvSpPr>
          <p:nvPr>
            <p:ph type="sldNum" sz="quarter" idx="5"/>
          </p:nvPr>
        </p:nvSpPr>
        <p:spPr>
          <a:noFill/>
        </p:spPr>
        <p:txBody>
          <a:bodyPr/>
          <a:lstStyle/>
          <a:p>
            <a:fld id="{99A6DD96-1674-4D0B-8CC5-8FC2B3F3851F}" type="slidenum">
              <a:rPr lang="en-US" altLang="zh-CN" smtClean="0">
                <a:latin typeface="Arial" pitchFamily="34" charset="0"/>
              </a:rPr>
              <a:pPr/>
              <a:t>34</a:t>
            </a:fld>
            <a:endParaRPr lang="en-US" altLang="zh-CN" smtClean="0">
              <a:latin typeface="Arial" pitchFamily="34" charset="0"/>
            </a:endParaRPr>
          </a:p>
        </p:txBody>
      </p:sp>
      <p:sp>
        <p:nvSpPr>
          <p:cNvPr id="287747" name="Rectangle 2"/>
          <p:cNvSpPr>
            <a:spLocks noGrp="1" noRot="1" noChangeAspect="1" noChangeArrowheads="1" noTextEdit="1"/>
          </p:cNvSpPr>
          <p:nvPr>
            <p:ph type="sldImg"/>
          </p:nvPr>
        </p:nvSpPr>
        <p:spPr>
          <a:ln/>
        </p:spPr>
      </p:sp>
      <p:sp>
        <p:nvSpPr>
          <p:cNvPr id="287748" name="Rectangle 3"/>
          <p:cNvSpPr>
            <a:spLocks noGrp="1" noChangeArrowheads="1"/>
          </p:cNvSpPr>
          <p:nvPr>
            <p:ph type="body" idx="1"/>
          </p:nvPr>
        </p:nvSpPr>
        <p:spPr>
          <a:noFill/>
          <a:ln/>
        </p:spPr>
        <p:txBody>
          <a:bodyPr/>
          <a:lstStyle/>
          <a:p>
            <a:pPr eaLnBrk="1" hangingPunct="1"/>
            <a:endParaRPr lang="zh-CN" altLang="zh-CN" smtClean="0">
              <a:latin typeface="Arial" pitchFamily="34" charset="0"/>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8770" name="Rectangle 7"/>
          <p:cNvSpPr>
            <a:spLocks noGrp="1" noChangeArrowheads="1"/>
          </p:cNvSpPr>
          <p:nvPr>
            <p:ph type="sldNum" sz="quarter" idx="5"/>
          </p:nvPr>
        </p:nvSpPr>
        <p:spPr>
          <a:noFill/>
        </p:spPr>
        <p:txBody>
          <a:bodyPr/>
          <a:lstStyle/>
          <a:p>
            <a:fld id="{4F3B93EB-A9C3-4274-B6A6-6EA0EC3E80EA}" type="slidenum">
              <a:rPr lang="en-US" altLang="zh-CN" smtClean="0">
                <a:latin typeface="Arial" pitchFamily="34" charset="0"/>
              </a:rPr>
              <a:pPr/>
              <a:t>35</a:t>
            </a:fld>
            <a:endParaRPr lang="en-US" altLang="zh-CN" smtClean="0">
              <a:latin typeface="Arial" pitchFamily="34" charset="0"/>
            </a:endParaRPr>
          </a:p>
        </p:txBody>
      </p:sp>
      <p:sp>
        <p:nvSpPr>
          <p:cNvPr id="288771" name="Rectangle 2"/>
          <p:cNvSpPr>
            <a:spLocks noGrp="1" noRot="1" noChangeAspect="1" noChangeArrowheads="1" noTextEdit="1"/>
          </p:cNvSpPr>
          <p:nvPr>
            <p:ph type="sldImg"/>
          </p:nvPr>
        </p:nvSpPr>
        <p:spPr>
          <a:ln/>
        </p:spPr>
      </p:sp>
      <p:sp>
        <p:nvSpPr>
          <p:cNvPr id="288772" name="Rectangle 3"/>
          <p:cNvSpPr>
            <a:spLocks noGrp="1" noChangeArrowheads="1"/>
          </p:cNvSpPr>
          <p:nvPr>
            <p:ph type="body" idx="1"/>
          </p:nvPr>
        </p:nvSpPr>
        <p:spPr>
          <a:noFill/>
          <a:ln/>
        </p:spPr>
        <p:txBody>
          <a:bodyPr/>
          <a:lstStyle/>
          <a:p>
            <a:pPr eaLnBrk="1" hangingPunct="1"/>
            <a:endParaRPr lang="zh-CN" altLang="zh-CN" smtClean="0">
              <a:latin typeface="Arial" pitchFamily="34" charset="0"/>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9794" name="Rectangle 7"/>
          <p:cNvSpPr>
            <a:spLocks noGrp="1" noChangeArrowheads="1"/>
          </p:cNvSpPr>
          <p:nvPr>
            <p:ph type="sldNum" sz="quarter" idx="5"/>
          </p:nvPr>
        </p:nvSpPr>
        <p:spPr>
          <a:noFill/>
        </p:spPr>
        <p:txBody>
          <a:bodyPr/>
          <a:lstStyle/>
          <a:p>
            <a:fld id="{7C793AD8-75D1-4823-8F7B-F96D9E272A2C}" type="slidenum">
              <a:rPr lang="en-US" altLang="zh-CN" smtClean="0">
                <a:latin typeface="Arial" pitchFamily="34" charset="0"/>
              </a:rPr>
              <a:pPr/>
              <a:t>36</a:t>
            </a:fld>
            <a:endParaRPr lang="en-US" altLang="zh-CN" smtClean="0">
              <a:latin typeface="Arial" pitchFamily="34" charset="0"/>
            </a:endParaRPr>
          </a:p>
        </p:txBody>
      </p:sp>
      <p:sp>
        <p:nvSpPr>
          <p:cNvPr id="289795" name="Rectangle 2"/>
          <p:cNvSpPr>
            <a:spLocks noGrp="1" noRot="1" noChangeAspect="1" noChangeArrowheads="1" noTextEdit="1"/>
          </p:cNvSpPr>
          <p:nvPr>
            <p:ph type="sldImg"/>
          </p:nvPr>
        </p:nvSpPr>
        <p:spPr>
          <a:ln/>
        </p:spPr>
      </p:sp>
      <p:sp>
        <p:nvSpPr>
          <p:cNvPr id="289796" name="Rectangle 3"/>
          <p:cNvSpPr>
            <a:spLocks noGrp="1" noChangeArrowheads="1"/>
          </p:cNvSpPr>
          <p:nvPr>
            <p:ph type="body" idx="1"/>
          </p:nvPr>
        </p:nvSpPr>
        <p:spPr>
          <a:noFill/>
          <a:ln/>
        </p:spPr>
        <p:txBody>
          <a:bodyPr/>
          <a:lstStyle/>
          <a:p>
            <a:pPr eaLnBrk="1" hangingPunct="1"/>
            <a:endParaRPr lang="zh-CN" altLang="zh-CN" smtClean="0">
              <a:latin typeface="Arial" pitchFamily="34" charset="0"/>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0818" name="Rectangle 7"/>
          <p:cNvSpPr>
            <a:spLocks noGrp="1" noChangeArrowheads="1"/>
          </p:cNvSpPr>
          <p:nvPr>
            <p:ph type="sldNum" sz="quarter" idx="5"/>
          </p:nvPr>
        </p:nvSpPr>
        <p:spPr>
          <a:noFill/>
        </p:spPr>
        <p:txBody>
          <a:bodyPr/>
          <a:lstStyle/>
          <a:p>
            <a:fld id="{8B368FDF-54C8-41F6-90C8-00C17C1B1D23}" type="slidenum">
              <a:rPr lang="en-US" altLang="zh-CN" smtClean="0">
                <a:latin typeface="Arial" pitchFamily="34" charset="0"/>
              </a:rPr>
              <a:pPr/>
              <a:t>37</a:t>
            </a:fld>
            <a:endParaRPr lang="en-US" altLang="zh-CN" smtClean="0">
              <a:latin typeface="Arial" pitchFamily="34" charset="0"/>
            </a:endParaRPr>
          </a:p>
        </p:txBody>
      </p:sp>
      <p:sp>
        <p:nvSpPr>
          <p:cNvPr id="290819" name="Rectangle 2"/>
          <p:cNvSpPr>
            <a:spLocks noGrp="1" noRot="1" noChangeAspect="1" noChangeArrowheads="1" noTextEdit="1"/>
          </p:cNvSpPr>
          <p:nvPr>
            <p:ph type="sldImg"/>
          </p:nvPr>
        </p:nvSpPr>
        <p:spPr>
          <a:ln/>
        </p:spPr>
      </p:sp>
      <p:sp>
        <p:nvSpPr>
          <p:cNvPr id="290820" name="Rectangle 3"/>
          <p:cNvSpPr>
            <a:spLocks noGrp="1" noChangeArrowheads="1"/>
          </p:cNvSpPr>
          <p:nvPr>
            <p:ph type="body" idx="1"/>
          </p:nvPr>
        </p:nvSpPr>
        <p:spPr>
          <a:noFill/>
          <a:ln/>
        </p:spPr>
        <p:txBody>
          <a:bodyPr/>
          <a:lstStyle/>
          <a:p>
            <a:pPr eaLnBrk="1" hangingPunct="1"/>
            <a:endParaRPr lang="zh-CN" altLang="zh-CN" smtClean="0">
              <a:latin typeface="Arial" pitchFamily="34" charset="0"/>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1842" name="Rectangle 7"/>
          <p:cNvSpPr>
            <a:spLocks noGrp="1" noChangeArrowheads="1"/>
          </p:cNvSpPr>
          <p:nvPr>
            <p:ph type="sldNum" sz="quarter" idx="5"/>
          </p:nvPr>
        </p:nvSpPr>
        <p:spPr>
          <a:noFill/>
        </p:spPr>
        <p:txBody>
          <a:bodyPr/>
          <a:lstStyle/>
          <a:p>
            <a:fld id="{70199F9D-2E4F-4FB3-A66B-591E72236B10}" type="slidenum">
              <a:rPr lang="en-US" altLang="zh-CN" smtClean="0">
                <a:latin typeface="Arial" pitchFamily="34" charset="0"/>
              </a:rPr>
              <a:pPr/>
              <a:t>38</a:t>
            </a:fld>
            <a:endParaRPr lang="en-US" altLang="zh-CN" smtClean="0">
              <a:latin typeface="Arial" pitchFamily="34" charset="0"/>
            </a:endParaRPr>
          </a:p>
        </p:txBody>
      </p:sp>
      <p:sp>
        <p:nvSpPr>
          <p:cNvPr id="291843" name="Rectangle 2"/>
          <p:cNvSpPr>
            <a:spLocks noGrp="1" noRot="1" noChangeAspect="1" noChangeArrowheads="1" noTextEdit="1"/>
          </p:cNvSpPr>
          <p:nvPr>
            <p:ph type="sldImg"/>
          </p:nvPr>
        </p:nvSpPr>
        <p:spPr>
          <a:ln/>
        </p:spPr>
      </p:sp>
      <p:sp>
        <p:nvSpPr>
          <p:cNvPr id="291844" name="Rectangle 3"/>
          <p:cNvSpPr>
            <a:spLocks noGrp="1" noChangeArrowheads="1"/>
          </p:cNvSpPr>
          <p:nvPr>
            <p:ph type="body" idx="1"/>
          </p:nvPr>
        </p:nvSpPr>
        <p:spPr>
          <a:noFill/>
          <a:ln/>
        </p:spPr>
        <p:txBody>
          <a:bodyPr/>
          <a:lstStyle/>
          <a:p>
            <a:pPr eaLnBrk="1" hangingPunct="1"/>
            <a:endParaRPr lang="zh-CN" altLang="zh-CN" smtClean="0">
              <a:latin typeface="Arial" pitchFamily="34" charset="0"/>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2866" name="Rectangle 7"/>
          <p:cNvSpPr>
            <a:spLocks noGrp="1" noChangeArrowheads="1"/>
          </p:cNvSpPr>
          <p:nvPr>
            <p:ph type="sldNum" sz="quarter" idx="5"/>
          </p:nvPr>
        </p:nvSpPr>
        <p:spPr>
          <a:noFill/>
        </p:spPr>
        <p:txBody>
          <a:bodyPr/>
          <a:lstStyle/>
          <a:p>
            <a:fld id="{778E1B67-8389-4F4F-90D4-EAF84DF71157}" type="slidenum">
              <a:rPr lang="en-US" altLang="zh-CN" smtClean="0">
                <a:latin typeface="Arial" pitchFamily="34" charset="0"/>
              </a:rPr>
              <a:pPr/>
              <a:t>39</a:t>
            </a:fld>
            <a:endParaRPr lang="en-US" altLang="zh-CN" smtClean="0">
              <a:latin typeface="Arial" pitchFamily="34" charset="0"/>
            </a:endParaRPr>
          </a:p>
        </p:txBody>
      </p:sp>
      <p:sp>
        <p:nvSpPr>
          <p:cNvPr id="292867" name="Rectangle 2"/>
          <p:cNvSpPr>
            <a:spLocks noGrp="1" noRot="1" noChangeAspect="1" noChangeArrowheads="1" noTextEdit="1"/>
          </p:cNvSpPr>
          <p:nvPr>
            <p:ph type="sldImg"/>
          </p:nvPr>
        </p:nvSpPr>
        <p:spPr>
          <a:ln/>
        </p:spPr>
      </p:sp>
      <p:sp>
        <p:nvSpPr>
          <p:cNvPr id="292868" name="Rectangle 3"/>
          <p:cNvSpPr>
            <a:spLocks noGrp="1" noChangeArrowheads="1"/>
          </p:cNvSpPr>
          <p:nvPr>
            <p:ph type="body" idx="1"/>
          </p:nvPr>
        </p:nvSpPr>
        <p:spPr>
          <a:noFill/>
          <a:ln/>
        </p:spPr>
        <p:txBody>
          <a:bodyPr/>
          <a:lstStyle/>
          <a:p>
            <a:pPr eaLnBrk="1" hangingPunct="1"/>
            <a:endParaRPr lang="zh-CN" altLang="zh-CN" smtClean="0">
              <a:latin typeface="Arial" pitchFamily="34" charset="0"/>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3890" name="Rectangle 7"/>
          <p:cNvSpPr>
            <a:spLocks noGrp="1" noChangeArrowheads="1"/>
          </p:cNvSpPr>
          <p:nvPr>
            <p:ph type="sldNum" sz="quarter" idx="5"/>
          </p:nvPr>
        </p:nvSpPr>
        <p:spPr>
          <a:noFill/>
        </p:spPr>
        <p:txBody>
          <a:bodyPr/>
          <a:lstStyle/>
          <a:p>
            <a:fld id="{E9D7248A-4E41-42F8-AD2C-3745407FE61E}" type="slidenum">
              <a:rPr lang="en-US" altLang="zh-CN" smtClean="0">
                <a:latin typeface="Arial" pitchFamily="34" charset="0"/>
              </a:rPr>
              <a:pPr/>
              <a:t>40</a:t>
            </a:fld>
            <a:endParaRPr lang="en-US" altLang="zh-CN" smtClean="0">
              <a:latin typeface="Arial" pitchFamily="34" charset="0"/>
            </a:endParaRPr>
          </a:p>
        </p:txBody>
      </p:sp>
      <p:sp>
        <p:nvSpPr>
          <p:cNvPr id="293891" name="Rectangle 2"/>
          <p:cNvSpPr>
            <a:spLocks noGrp="1" noRot="1" noChangeAspect="1" noChangeArrowheads="1" noTextEdit="1"/>
          </p:cNvSpPr>
          <p:nvPr>
            <p:ph type="sldImg"/>
          </p:nvPr>
        </p:nvSpPr>
        <p:spPr>
          <a:ln/>
        </p:spPr>
      </p:sp>
      <p:sp>
        <p:nvSpPr>
          <p:cNvPr id="293892" name="Rectangle 3"/>
          <p:cNvSpPr>
            <a:spLocks noGrp="1" noChangeArrowheads="1"/>
          </p:cNvSpPr>
          <p:nvPr>
            <p:ph type="body" idx="1"/>
          </p:nvPr>
        </p:nvSpPr>
        <p:spPr>
          <a:noFill/>
          <a:ln/>
        </p:spPr>
        <p:txBody>
          <a:bodyPr/>
          <a:lstStyle/>
          <a:p>
            <a:pPr eaLnBrk="1" hangingPunct="1"/>
            <a:endParaRPr lang="zh-CN" altLang="zh-CN" smtClean="0">
              <a:latin typeface="Arial" pitchFamily="34" charset="0"/>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4914" name="Rectangle 7"/>
          <p:cNvSpPr>
            <a:spLocks noGrp="1" noChangeArrowheads="1"/>
          </p:cNvSpPr>
          <p:nvPr>
            <p:ph type="sldNum" sz="quarter" idx="5"/>
          </p:nvPr>
        </p:nvSpPr>
        <p:spPr>
          <a:noFill/>
        </p:spPr>
        <p:txBody>
          <a:bodyPr/>
          <a:lstStyle/>
          <a:p>
            <a:fld id="{9BA9CC00-5DA1-4462-9E78-01A77D19682C}" type="slidenum">
              <a:rPr lang="en-US" altLang="zh-CN" smtClean="0">
                <a:latin typeface="Arial" pitchFamily="34" charset="0"/>
              </a:rPr>
              <a:pPr/>
              <a:t>41</a:t>
            </a:fld>
            <a:endParaRPr lang="en-US" altLang="zh-CN" smtClean="0">
              <a:latin typeface="Arial" pitchFamily="34" charset="0"/>
            </a:endParaRPr>
          </a:p>
        </p:txBody>
      </p:sp>
      <p:sp>
        <p:nvSpPr>
          <p:cNvPr id="294915" name="Rectangle 2"/>
          <p:cNvSpPr>
            <a:spLocks noGrp="1" noRot="1" noChangeAspect="1" noChangeArrowheads="1" noTextEdit="1"/>
          </p:cNvSpPr>
          <p:nvPr>
            <p:ph type="sldImg"/>
          </p:nvPr>
        </p:nvSpPr>
        <p:spPr>
          <a:ln/>
        </p:spPr>
      </p:sp>
      <p:sp>
        <p:nvSpPr>
          <p:cNvPr id="294916" name="Rectangle 3"/>
          <p:cNvSpPr>
            <a:spLocks noGrp="1" noChangeArrowheads="1"/>
          </p:cNvSpPr>
          <p:nvPr>
            <p:ph type="body" idx="1"/>
          </p:nvPr>
        </p:nvSpPr>
        <p:spPr>
          <a:noFill/>
          <a:ln/>
        </p:spPr>
        <p:txBody>
          <a:bodyPr/>
          <a:lstStyle/>
          <a:p>
            <a:pPr eaLnBrk="1" hangingPunct="1"/>
            <a:endParaRPr lang="zh-CN" altLang="zh-CN" smtClean="0">
              <a:latin typeface="Arial" pitchFamily="34" charset="0"/>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5938" name="Rectangle 7"/>
          <p:cNvSpPr>
            <a:spLocks noGrp="1" noChangeArrowheads="1"/>
          </p:cNvSpPr>
          <p:nvPr>
            <p:ph type="sldNum" sz="quarter" idx="5"/>
          </p:nvPr>
        </p:nvSpPr>
        <p:spPr>
          <a:noFill/>
        </p:spPr>
        <p:txBody>
          <a:bodyPr/>
          <a:lstStyle/>
          <a:p>
            <a:fld id="{EB7C07B9-73AF-4E62-8C97-FFBDFE30AA74}" type="slidenum">
              <a:rPr lang="en-US" altLang="zh-CN" smtClean="0">
                <a:latin typeface="Arial" pitchFamily="34" charset="0"/>
              </a:rPr>
              <a:pPr/>
              <a:t>42</a:t>
            </a:fld>
            <a:endParaRPr lang="en-US" altLang="zh-CN" smtClean="0">
              <a:latin typeface="Arial" pitchFamily="34" charset="0"/>
            </a:endParaRPr>
          </a:p>
        </p:txBody>
      </p:sp>
      <p:sp>
        <p:nvSpPr>
          <p:cNvPr id="295939" name="Rectangle 2"/>
          <p:cNvSpPr>
            <a:spLocks noGrp="1" noRot="1" noChangeAspect="1" noChangeArrowheads="1" noTextEdit="1"/>
          </p:cNvSpPr>
          <p:nvPr>
            <p:ph type="sldImg"/>
          </p:nvPr>
        </p:nvSpPr>
        <p:spPr>
          <a:ln/>
        </p:spPr>
      </p:sp>
      <p:sp>
        <p:nvSpPr>
          <p:cNvPr id="295940" name="Rectangle 3"/>
          <p:cNvSpPr>
            <a:spLocks noGrp="1" noChangeArrowheads="1"/>
          </p:cNvSpPr>
          <p:nvPr>
            <p:ph type="body" idx="1"/>
          </p:nvPr>
        </p:nvSpPr>
        <p:spPr>
          <a:noFill/>
          <a:ln/>
        </p:spPr>
        <p:txBody>
          <a:bodyPr/>
          <a:lstStyle/>
          <a:p>
            <a:pPr eaLnBrk="1" hangingPunct="1"/>
            <a:endParaRPr lang="zh-CN" altLang="zh-CN" smtClean="0">
              <a:latin typeface="Arial" pitchFamily="34" charset="0"/>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62" name="Rectangle 7"/>
          <p:cNvSpPr>
            <a:spLocks noGrp="1" noChangeArrowheads="1"/>
          </p:cNvSpPr>
          <p:nvPr>
            <p:ph type="sldNum" sz="quarter" idx="5"/>
          </p:nvPr>
        </p:nvSpPr>
        <p:spPr>
          <a:noFill/>
        </p:spPr>
        <p:txBody>
          <a:bodyPr/>
          <a:lstStyle/>
          <a:p>
            <a:fld id="{02B197A3-0C5E-463D-B2F5-64511D7C4602}" type="slidenum">
              <a:rPr lang="en-US" altLang="zh-CN" smtClean="0">
                <a:latin typeface="Arial" pitchFamily="34" charset="0"/>
              </a:rPr>
              <a:pPr/>
              <a:t>43</a:t>
            </a:fld>
            <a:endParaRPr lang="en-US" altLang="zh-CN" smtClean="0">
              <a:latin typeface="Arial" pitchFamily="34" charset="0"/>
            </a:endParaRPr>
          </a:p>
        </p:txBody>
      </p:sp>
      <p:sp>
        <p:nvSpPr>
          <p:cNvPr id="296963" name="Rectangle 2"/>
          <p:cNvSpPr>
            <a:spLocks noGrp="1" noRot="1" noChangeAspect="1" noChangeArrowheads="1" noTextEdit="1"/>
          </p:cNvSpPr>
          <p:nvPr>
            <p:ph type="sldImg"/>
          </p:nvPr>
        </p:nvSpPr>
        <p:spPr>
          <a:ln/>
        </p:spPr>
      </p:sp>
      <p:sp>
        <p:nvSpPr>
          <p:cNvPr id="296964" name="Rectangle 3"/>
          <p:cNvSpPr>
            <a:spLocks noGrp="1" noChangeArrowheads="1"/>
          </p:cNvSpPr>
          <p:nvPr>
            <p:ph type="body" idx="1"/>
          </p:nvPr>
        </p:nvSpPr>
        <p:spPr>
          <a:noFill/>
          <a:ln/>
        </p:spPr>
        <p:txBody>
          <a:bodyPr/>
          <a:lstStyle/>
          <a:p>
            <a:pPr eaLnBrk="1" hangingPunct="1"/>
            <a:endParaRPr lang="zh-CN" altLang="zh-CN" smtClean="0">
              <a:latin typeface="Arial" pitchFamily="34" charset="0"/>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7986" name="Rectangle 7"/>
          <p:cNvSpPr>
            <a:spLocks noGrp="1" noChangeArrowheads="1"/>
          </p:cNvSpPr>
          <p:nvPr>
            <p:ph type="sldNum" sz="quarter" idx="5"/>
          </p:nvPr>
        </p:nvSpPr>
        <p:spPr>
          <a:noFill/>
        </p:spPr>
        <p:txBody>
          <a:bodyPr/>
          <a:lstStyle/>
          <a:p>
            <a:fld id="{7C42A1A3-ECAC-46E8-A95F-04F93873BA61}" type="slidenum">
              <a:rPr lang="en-US" altLang="zh-CN" smtClean="0">
                <a:latin typeface="Arial" pitchFamily="34" charset="0"/>
              </a:rPr>
              <a:pPr/>
              <a:t>44</a:t>
            </a:fld>
            <a:endParaRPr lang="en-US" altLang="zh-CN" smtClean="0">
              <a:latin typeface="Arial" pitchFamily="34" charset="0"/>
            </a:endParaRPr>
          </a:p>
        </p:txBody>
      </p:sp>
      <p:sp>
        <p:nvSpPr>
          <p:cNvPr id="297987" name="Rectangle 2"/>
          <p:cNvSpPr>
            <a:spLocks noGrp="1" noRot="1" noChangeAspect="1" noChangeArrowheads="1" noTextEdit="1"/>
          </p:cNvSpPr>
          <p:nvPr>
            <p:ph type="sldImg"/>
          </p:nvPr>
        </p:nvSpPr>
        <p:spPr>
          <a:ln/>
        </p:spPr>
      </p:sp>
      <p:sp>
        <p:nvSpPr>
          <p:cNvPr id="297988" name="Rectangle 3"/>
          <p:cNvSpPr>
            <a:spLocks noGrp="1" noChangeArrowheads="1"/>
          </p:cNvSpPr>
          <p:nvPr>
            <p:ph type="body" idx="1"/>
          </p:nvPr>
        </p:nvSpPr>
        <p:spPr>
          <a:noFill/>
          <a:ln/>
        </p:spPr>
        <p:txBody>
          <a:bodyPr/>
          <a:lstStyle/>
          <a:p>
            <a:pPr eaLnBrk="1" hangingPunct="1"/>
            <a:endParaRPr lang="zh-CN" altLang="zh-CN" smtClean="0">
              <a:latin typeface="Arial" pitchFamily="34" charset="0"/>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9010" name="Rectangle 7"/>
          <p:cNvSpPr>
            <a:spLocks noGrp="1" noChangeArrowheads="1"/>
          </p:cNvSpPr>
          <p:nvPr>
            <p:ph type="sldNum" sz="quarter" idx="5"/>
          </p:nvPr>
        </p:nvSpPr>
        <p:spPr>
          <a:noFill/>
        </p:spPr>
        <p:txBody>
          <a:bodyPr/>
          <a:lstStyle/>
          <a:p>
            <a:fld id="{F3B10DAB-F6CA-4826-8EC9-3D7A469AA670}" type="slidenum">
              <a:rPr lang="en-US" altLang="zh-CN" smtClean="0">
                <a:latin typeface="Arial" pitchFamily="34" charset="0"/>
              </a:rPr>
              <a:pPr/>
              <a:t>45</a:t>
            </a:fld>
            <a:endParaRPr lang="en-US" altLang="zh-CN" smtClean="0">
              <a:latin typeface="Arial" pitchFamily="34" charset="0"/>
            </a:endParaRPr>
          </a:p>
        </p:txBody>
      </p:sp>
      <p:sp>
        <p:nvSpPr>
          <p:cNvPr id="299011" name="Rectangle 2"/>
          <p:cNvSpPr>
            <a:spLocks noGrp="1" noRot="1" noChangeAspect="1" noChangeArrowheads="1" noTextEdit="1"/>
          </p:cNvSpPr>
          <p:nvPr>
            <p:ph type="sldImg"/>
          </p:nvPr>
        </p:nvSpPr>
        <p:spPr>
          <a:ln/>
        </p:spPr>
      </p:sp>
      <p:sp>
        <p:nvSpPr>
          <p:cNvPr id="299012" name="Rectangle 3"/>
          <p:cNvSpPr>
            <a:spLocks noGrp="1" noChangeArrowheads="1"/>
          </p:cNvSpPr>
          <p:nvPr>
            <p:ph type="body" idx="1"/>
          </p:nvPr>
        </p:nvSpPr>
        <p:spPr>
          <a:noFill/>
          <a:ln/>
        </p:spPr>
        <p:txBody>
          <a:bodyPr/>
          <a:lstStyle/>
          <a:p>
            <a:pPr eaLnBrk="1" hangingPunct="1"/>
            <a:endParaRPr lang="zh-CN" altLang="zh-CN" smtClean="0">
              <a:latin typeface="Arial" pitchFamily="34" charset="0"/>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0034" name="Rectangle 7"/>
          <p:cNvSpPr>
            <a:spLocks noGrp="1" noChangeArrowheads="1"/>
          </p:cNvSpPr>
          <p:nvPr>
            <p:ph type="sldNum" sz="quarter" idx="5"/>
          </p:nvPr>
        </p:nvSpPr>
        <p:spPr>
          <a:noFill/>
        </p:spPr>
        <p:txBody>
          <a:bodyPr/>
          <a:lstStyle/>
          <a:p>
            <a:fld id="{82B35895-5AC3-4BB3-8F93-1A7505D0E84E}" type="slidenum">
              <a:rPr lang="en-US" altLang="zh-CN" smtClean="0">
                <a:latin typeface="Arial" pitchFamily="34" charset="0"/>
              </a:rPr>
              <a:pPr/>
              <a:t>47</a:t>
            </a:fld>
            <a:endParaRPr lang="en-US" altLang="zh-CN" smtClean="0">
              <a:latin typeface="Arial" pitchFamily="34" charset="0"/>
            </a:endParaRPr>
          </a:p>
        </p:txBody>
      </p:sp>
      <p:sp>
        <p:nvSpPr>
          <p:cNvPr id="300035" name="Rectangle 2"/>
          <p:cNvSpPr>
            <a:spLocks noGrp="1" noRot="1" noChangeAspect="1" noChangeArrowheads="1" noTextEdit="1"/>
          </p:cNvSpPr>
          <p:nvPr>
            <p:ph type="sldImg"/>
          </p:nvPr>
        </p:nvSpPr>
        <p:spPr>
          <a:ln/>
        </p:spPr>
      </p:sp>
      <p:sp>
        <p:nvSpPr>
          <p:cNvPr id="300036" name="Rectangle 3"/>
          <p:cNvSpPr>
            <a:spLocks noGrp="1" noChangeArrowheads="1"/>
          </p:cNvSpPr>
          <p:nvPr>
            <p:ph type="body" idx="1"/>
          </p:nvPr>
        </p:nvSpPr>
        <p:spPr>
          <a:noFill/>
          <a:ln/>
        </p:spPr>
        <p:txBody>
          <a:bodyPr/>
          <a:lstStyle/>
          <a:p>
            <a:pPr eaLnBrk="1" hangingPunct="1"/>
            <a:endParaRPr lang="zh-CN" altLang="zh-CN" smtClean="0">
              <a:latin typeface="Arial" pitchFamily="34" charset="0"/>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1058" name="Rectangle 7"/>
          <p:cNvSpPr>
            <a:spLocks noGrp="1" noChangeArrowheads="1"/>
          </p:cNvSpPr>
          <p:nvPr>
            <p:ph type="sldNum" sz="quarter" idx="5"/>
          </p:nvPr>
        </p:nvSpPr>
        <p:spPr>
          <a:noFill/>
        </p:spPr>
        <p:txBody>
          <a:bodyPr/>
          <a:lstStyle/>
          <a:p>
            <a:fld id="{27AB2514-42CA-497A-BCD9-F6418DA63EDE}" type="slidenum">
              <a:rPr lang="en-US" altLang="zh-CN" smtClean="0">
                <a:latin typeface="Arial" pitchFamily="34" charset="0"/>
              </a:rPr>
              <a:pPr/>
              <a:t>48</a:t>
            </a:fld>
            <a:endParaRPr lang="en-US" altLang="zh-CN" smtClean="0">
              <a:latin typeface="Arial" pitchFamily="34" charset="0"/>
            </a:endParaRPr>
          </a:p>
        </p:txBody>
      </p:sp>
      <p:sp>
        <p:nvSpPr>
          <p:cNvPr id="301059" name="Rectangle 2"/>
          <p:cNvSpPr>
            <a:spLocks noGrp="1" noRot="1" noChangeAspect="1" noChangeArrowheads="1" noTextEdit="1"/>
          </p:cNvSpPr>
          <p:nvPr>
            <p:ph type="sldImg"/>
          </p:nvPr>
        </p:nvSpPr>
        <p:spPr>
          <a:ln/>
        </p:spPr>
      </p:sp>
      <p:sp>
        <p:nvSpPr>
          <p:cNvPr id="301060" name="Rectangle 3"/>
          <p:cNvSpPr>
            <a:spLocks noGrp="1" noChangeArrowheads="1"/>
          </p:cNvSpPr>
          <p:nvPr>
            <p:ph type="body" idx="1"/>
          </p:nvPr>
        </p:nvSpPr>
        <p:spPr>
          <a:noFill/>
          <a:ln/>
        </p:spPr>
        <p:txBody>
          <a:bodyPr/>
          <a:lstStyle/>
          <a:p>
            <a:pPr eaLnBrk="1" hangingPunct="1"/>
            <a:endParaRPr lang="zh-CN" altLang="zh-CN" smtClean="0">
              <a:latin typeface="Arial" pitchFamily="34" charset="0"/>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2082" name="Rectangle 7"/>
          <p:cNvSpPr>
            <a:spLocks noGrp="1" noChangeArrowheads="1"/>
          </p:cNvSpPr>
          <p:nvPr>
            <p:ph type="sldNum" sz="quarter" idx="5"/>
          </p:nvPr>
        </p:nvSpPr>
        <p:spPr>
          <a:noFill/>
        </p:spPr>
        <p:txBody>
          <a:bodyPr/>
          <a:lstStyle/>
          <a:p>
            <a:fld id="{8DCAE4B3-D468-4C71-A135-EC78C6BCE7EE}" type="slidenum">
              <a:rPr lang="en-US" altLang="zh-CN" smtClean="0">
                <a:latin typeface="Arial" pitchFamily="34" charset="0"/>
              </a:rPr>
              <a:pPr/>
              <a:t>49</a:t>
            </a:fld>
            <a:endParaRPr lang="en-US" altLang="zh-CN" smtClean="0">
              <a:latin typeface="Arial" pitchFamily="34" charset="0"/>
            </a:endParaRPr>
          </a:p>
        </p:txBody>
      </p:sp>
      <p:sp>
        <p:nvSpPr>
          <p:cNvPr id="302083" name="Rectangle 2"/>
          <p:cNvSpPr>
            <a:spLocks noGrp="1" noRot="1" noChangeAspect="1" noChangeArrowheads="1" noTextEdit="1"/>
          </p:cNvSpPr>
          <p:nvPr>
            <p:ph type="sldImg"/>
          </p:nvPr>
        </p:nvSpPr>
        <p:spPr>
          <a:ln/>
        </p:spPr>
      </p:sp>
      <p:sp>
        <p:nvSpPr>
          <p:cNvPr id="302084" name="Rectangle 3"/>
          <p:cNvSpPr>
            <a:spLocks noGrp="1" noChangeArrowheads="1"/>
          </p:cNvSpPr>
          <p:nvPr>
            <p:ph type="body" idx="1"/>
          </p:nvPr>
        </p:nvSpPr>
        <p:spPr>
          <a:noFill/>
          <a:ln/>
        </p:spPr>
        <p:txBody>
          <a:bodyPr/>
          <a:lstStyle/>
          <a:p>
            <a:pPr eaLnBrk="1" hangingPunct="1"/>
            <a:endParaRPr lang="zh-CN" altLang="zh-CN" smtClean="0">
              <a:latin typeface="Arial" pitchFamily="34" charset="0"/>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bg>
      <p:bgRef idx="1002">
        <a:schemeClr val="bg2"/>
      </p:bgRef>
    </p:bg>
    <p:spTree>
      <p:nvGrpSpPr>
        <p:cNvPr id="1" name=""/>
        <p:cNvGrpSpPr/>
        <p:nvPr/>
      </p:nvGrpSpPr>
      <p:grpSpPr>
        <a:xfrm>
          <a:off x="0" y="0"/>
          <a:ext cx="0" cy="0"/>
          <a:chOff x="0" y="0"/>
          <a:chExt cx="0" cy="0"/>
        </a:xfrm>
      </p:grpSpPr>
      <p:sp>
        <p:nvSpPr>
          <p:cNvPr id="9" name="标题 8"/>
          <p:cNvSpPr>
            <a:spLocks noGrp="1"/>
          </p:cNvSpPr>
          <p:nvPr>
            <p:ph type="ctrTitle"/>
          </p:nvPr>
        </p:nvSpPr>
        <p:spPr>
          <a:xfrm>
            <a:off x="533400" y="1371600"/>
            <a:ext cx="7851648" cy="1828800"/>
          </a:xfrm>
          <a:ln>
            <a:noFill/>
          </a:ln>
        </p:spPr>
        <p:txBody>
          <a:bodyPr vert="horz" tIns="0" rIns="18288" bIns="0" anchor="b">
            <a:normAutofit/>
            <a:scene3d>
              <a:camera prst="orthographicFront"/>
              <a:lightRig rig="freezing" dir="t">
                <a:rot lat="0" lon="0" rev="5640000"/>
              </a:lightRig>
            </a:scene3d>
            <a:sp3d prstMaterial="flat">
              <a:bevelT w="38100" h="38100"/>
              <a:contourClr>
                <a:schemeClr val="tx2"/>
              </a:contourClr>
            </a:sp3d>
          </a:bodyPr>
          <a:lstStyle>
            <a:lvl1pPr algn="r" rtl="0">
              <a:spcBef>
                <a:spcPct val="0"/>
              </a:spcBef>
              <a:buNone/>
              <a:defRPr sz="5600" b="1">
                <a:ln>
                  <a:noFill/>
                </a:ln>
                <a:solidFill>
                  <a:schemeClr val="accent3">
                    <a:tint val="90000"/>
                    <a:satMod val="120000"/>
                  </a:schemeClr>
                </a:solidFill>
                <a:effectLst>
                  <a:outerShdw blurRad="38100" dist="25400" dir="5400000" algn="tl" rotWithShape="0">
                    <a:srgbClr val="000000">
                      <a:alpha val="43000"/>
                    </a:srgbClr>
                  </a:outerShdw>
                </a:effectLst>
                <a:latin typeface="+mj-lt"/>
                <a:ea typeface="+mj-ea"/>
                <a:cs typeface="+mj-cs"/>
              </a:defRPr>
            </a:lvl1pPr>
          </a:lstStyle>
          <a:p>
            <a:r>
              <a:rPr kumimoji="0" lang="zh-CN" altLang="en-US" smtClean="0"/>
              <a:t>单击此处编辑母版标题样式</a:t>
            </a:r>
            <a:endParaRPr kumimoji="0" lang="en-US"/>
          </a:p>
        </p:txBody>
      </p:sp>
      <p:sp>
        <p:nvSpPr>
          <p:cNvPr id="17" name="副标题 16"/>
          <p:cNvSpPr>
            <a:spLocks noGrp="1"/>
          </p:cNvSpPr>
          <p:nvPr>
            <p:ph type="subTitle" idx="1"/>
          </p:nvPr>
        </p:nvSpPr>
        <p:spPr>
          <a:xfrm>
            <a:off x="533400" y="3228536"/>
            <a:ext cx="7854696" cy="1752600"/>
          </a:xfrm>
        </p:spPr>
        <p:txBody>
          <a:bodyPr lIns="0" rIns="18288"/>
          <a:lstStyle>
            <a:lvl1pPr marL="0" marR="45720" indent="0" algn="r">
              <a:buNone/>
              <a:defRPr>
                <a:solidFill>
                  <a:schemeClr val="tx1"/>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kumimoji="0" lang="zh-CN" altLang="en-US" smtClean="0"/>
              <a:t>单击此处编辑母版副标题样式</a:t>
            </a:r>
            <a:endParaRPr kumimoji="0" lang="en-US"/>
          </a:p>
        </p:txBody>
      </p:sp>
      <p:sp>
        <p:nvSpPr>
          <p:cNvPr id="30" name="日期占位符 29"/>
          <p:cNvSpPr>
            <a:spLocks noGrp="1"/>
          </p:cNvSpPr>
          <p:nvPr>
            <p:ph type="dt" sz="half" idx="10"/>
          </p:nvPr>
        </p:nvSpPr>
        <p:spPr/>
        <p:txBody>
          <a:bodyPr/>
          <a:lstStyle/>
          <a:p>
            <a:fld id="{F50EF075-DACE-461B-B948-215D14E5305F}" type="datetimeFigureOut">
              <a:rPr lang="zh-CN" altLang="en-US" smtClean="0"/>
              <a:pPr/>
              <a:t>2017/12/14</a:t>
            </a:fld>
            <a:endParaRPr lang="zh-CN" altLang="en-US"/>
          </a:p>
        </p:txBody>
      </p:sp>
      <p:sp>
        <p:nvSpPr>
          <p:cNvPr id="19" name="页脚占位符 18"/>
          <p:cNvSpPr>
            <a:spLocks noGrp="1"/>
          </p:cNvSpPr>
          <p:nvPr>
            <p:ph type="ftr" sz="quarter" idx="11"/>
          </p:nvPr>
        </p:nvSpPr>
        <p:spPr/>
        <p:txBody>
          <a:bodyPr/>
          <a:lstStyle/>
          <a:p>
            <a:endParaRPr lang="zh-CN" altLang="en-US"/>
          </a:p>
        </p:txBody>
      </p:sp>
      <p:sp>
        <p:nvSpPr>
          <p:cNvPr id="27" name="灯片编号占位符 26"/>
          <p:cNvSpPr>
            <a:spLocks noGrp="1"/>
          </p:cNvSpPr>
          <p:nvPr>
            <p:ph type="sldNum" sz="quarter" idx="12"/>
          </p:nvPr>
        </p:nvSpPr>
        <p:spPr/>
        <p:txBody>
          <a:bodyPr/>
          <a:lstStyle/>
          <a:p>
            <a:fld id="{DFE18DA5-9C3C-4F55-A0FC-D5A93AF62430}" type="slidenum">
              <a:rPr lang="zh-CN" altLang="en-US" smtClean="0"/>
              <a:pPr/>
              <a:t>‹#›</a:t>
            </a:fld>
            <a:endParaRPr lang="zh-CN" altLang="en-US"/>
          </a:p>
        </p:txBody>
      </p:sp>
    </p:spTree>
  </p:cSld>
  <p:clrMapOvr>
    <a:overrideClrMapping bg1="dk1" tx1="lt1" bg2="dk2" tx2="lt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0" lang="zh-CN" altLang="en-US" smtClean="0"/>
              <a:t>单击此处编辑母版标题样式</a:t>
            </a:r>
            <a:endParaRPr kumimoji="0" lang="en-US"/>
          </a:p>
        </p:txBody>
      </p:sp>
      <p:sp>
        <p:nvSpPr>
          <p:cNvPr id="3" name="内容占位符 2"/>
          <p:cNvSpPr>
            <a:spLocks noGrp="1"/>
          </p:cNvSpPr>
          <p:nvPr>
            <p:ph idx="1"/>
          </p:nvPr>
        </p:nvSpPr>
        <p:spPr/>
        <p:txBody>
          <a:bodyPr/>
          <a:lstStyle/>
          <a:p>
            <a:pPr lvl="0" eaLnBrk="1" latinLnBrk="0" hangingPunct="1"/>
            <a:r>
              <a:rPr lang="zh-CN" altLang="en-US" smtClean="0"/>
              <a:t>单击此处编辑母版文本样式</a:t>
            </a:r>
          </a:p>
          <a:p>
            <a:pPr lvl="1" eaLnBrk="1" latinLnBrk="0" hangingPunct="1"/>
            <a:r>
              <a:rPr lang="zh-CN" altLang="en-US" smtClean="0"/>
              <a:t>第二级</a:t>
            </a:r>
          </a:p>
          <a:p>
            <a:pPr lvl="2" eaLnBrk="1" latinLnBrk="0" hangingPunct="1"/>
            <a:r>
              <a:rPr lang="zh-CN" altLang="en-US" smtClean="0"/>
              <a:t>第三级</a:t>
            </a:r>
          </a:p>
          <a:p>
            <a:pPr lvl="3" eaLnBrk="1" latinLnBrk="0" hangingPunct="1"/>
            <a:r>
              <a:rPr lang="zh-CN" altLang="en-US" smtClean="0"/>
              <a:t>第四级</a:t>
            </a:r>
          </a:p>
          <a:p>
            <a:pPr lvl="4" eaLnBrk="1" latinLnBrk="0" hangingPunct="1"/>
            <a:r>
              <a:rPr lang="zh-CN" altLang="en-US" smtClean="0"/>
              <a:t>第五级</a:t>
            </a:r>
            <a:endParaRPr kumimoji="0" lang="en-US"/>
          </a:p>
        </p:txBody>
      </p:sp>
      <p:sp>
        <p:nvSpPr>
          <p:cNvPr id="4" name="日期占位符 3"/>
          <p:cNvSpPr>
            <a:spLocks noGrp="1"/>
          </p:cNvSpPr>
          <p:nvPr>
            <p:ph type="dt" sz="half" idx="10"/>
          </p:nvPr>
        </p:nvSpPr>
        <p:spPr/>
        <p:txBody>
          <a:bodyPr/>
          <a:lstStyle/>
          <a:p>
            <a:fld id="{F50EF075-DACE-461B-B948-215D14E5305F}" type="datetimeFigureOut">
              <a:rPr lang="zh-CN" altLang="en-US" smtClean="0"/>
              <a:pPr/>
              <a:t>2017/12/14</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DFE18DA5-9C3C-4F55-A0FC-D5A93AF62430}" type="slidenum">
              <a:rPr lang="zh-CN" altLang="en-US" smtClean="0"/>
              <a:pPr/>
              <a:t>‹#›</a:t>
            </a:fld>
            <a:endParaRPr lang="zh-CN"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bg>
      <p:bgRef idx="1002">
        <a:schemeClr val="bg2"/>
      </p:bgRef>
    </p:bg>
    <p:spTree>
      <p:nvGrpSpPr>
        <p:cNvPr id="1" name=""/>
        <p:cNvGrpSpPr/>
        <p:nvPr/>
      </p:nvGrpSpPr>
      <p:grpSpPr>
        <a:xfrm>
          <a:off x="0" y="0"/>
          <a:ext cx="0" cy="0"/>
          <a:chOff x="0" y="0"/>
          <a:chExt cx="0" cy="0"/>
        </a:xfrm>
      </p:grpSpPr>
      <p:sp>
        <p:nvSpPr>
          <p:cNvPr id="2" name="标题 1"/>
          <p:cNvSpPr>
            <a:spLocks noGrp="1"/>
          </p:cNvSpPr>
          <p:nvPr>
            <p:ph type="title"/>
          </p:nvPr>
        </p:nvSpPr>
        <p:spPr>
          <a:xfrm>
            <a:off x="530352" y="1316736"/>
            <a:ext cx="7772400" cy="1362456"/>
          </a:xfrm>
          <a:ln>
            <a:noFill/>
          </a:ln>
        </p:spPr>
        <p:txBody>
          <a:bodyPr vert="horz" tIns="0" bIns="0" anchor="b">
            <a:noAutofit/>
            <a:scene3d>
              <a:camera prst="orthographicFront"/>
              <a:lightRig rig="freezing" dir="t">
                <a:rot lat="0" lon="0" rev="5640000"/>
              </a:lightRig>
            </a:scene3d>
            <a:sp3d prstMaterial="flat">
              <a:bevelT w="38100" h="38100"/>
            </a:sp3d>
          </a:bodyPr>
          <a:lstStyle>
            <a:lvl1pPr algn="l" rtl="0">
              <a:spcBef>
                <a:spcPct val="0"/>
              </a:spcBef>
              <a:buNone/>
              <a:defRPr lang="en-US" sz="5600" b="1" cap="none" baseline="0" dirty="0">
                <a:ln w="635">
                  <a:noFill/>
                </a:ln>
                <a:solidFill>
                  <a:schemeClr val="accent4">
                    <a:tint val="90000"/>
                    <a:satMod val="125000"/>
                  </a:schemeClr>
                </a:solidFill>
                <a:effectLst>
                  <a:outerShdw blurRad="38100" dist="25400" dir="5400000" algn="tl" rotWithShape="0">
                    <a:srgbClr val="000000">
                      <a:alpha val="43000"/>
                    </a:srgbClr>
                  </a:outerShdw>
                </a:effectLst>
                <a:latin typeface="+mj-lt"/>
                <a:ea typeface="+mj-ea"/>
                <a:cs typeface="+mj-cs"/>
              </a:defRPr>
            </a:lvl1pPr>
          </a:lstStyle>
          <a:p>
            <a:r>
              <a:rPr kumimoji="0" lang="zh-CN" altLang="en-US" smtClean="0"/>
              <a:t>单击此处编辑母版标题样式</a:t>
            </a:r>
            <a:endParaRPr kumimoji="0" lang="en-US"/>
          </a:p>
        </p:txBody>
      </p:sp>
      <p:sp>
        <p:nvSpPr>
          <p:cNvPr id="3" name="文本占位符 2"/>
          <p:cNvSpPr>
            <a:spLocks noGrp="1"/>
          </p:cNvSpPr>
          <p:nvPr>
            <p:ph type="body" idx="1"/>
          </p:nvPr>
        </p:nvSpPr>
        <p:spPr>
          <a:xfrm>
            <a:off x="530352" y="2704664"/>
            <a:ext cx="7772400" cy="1509712"/>
          </a:xfrm>
        </p:spPr>
        <p:txBody>
          <a:bodyPr lIns="45720" rIns="45720" anchor="t"/>
          <a:lstStyle>
            <a:lvl1pPr marL="0" indent="0">
              <a:buNone/>
              <a:defRPr sz="2200">
                <a:solidFill>
                  <a:schemeClr val="tx1"/>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lvl="0" eaLnBrk="1" latinLnBrk="0" hangingPunct="1"/>
            <a:r>
              <a:rPr kumimoji="0" lang="zh-CN" altLang="en-US" smtClean="0"/>
              <a:t>单击此处编辑母版文本样式</a:t>
            </a:r>
          </a:p>
        </p:txBody>
      </p:sp>
      <p:sp>
        <p:nvSpPr>
          <p:cNvPr id="4" name="日期占位符 3"/>
          <p:cNvSpPr>
            <a:spLocks noGrp="1"/>
          </p:cNvSpPr>
          <p:nvPr>
            <p:ph type="dt" sz="half" idx="10"/>
          </p:nvPr>
        </p:nvSpPr>
        <p:spPr/>
        <p:txBody>
          <a:bodyPr/>
          <a:lstStyle/>
          <a:p>
            <a:fld id="{F50EF075-DACE-461B-B948-215D14E5305F}" type="datetimeFigureOut">
              <a:rPr lang="zh-CN" altLang="en-US" smtClean="0"/>
              <a:pPr/>
              <a:t>2017/12/14</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DFE18DA5-9C3C-4F55-A0FC-D5A93AF62430}" type="slidenum">
              <a:rPr lang="zh-CN" altLang="en-US" smtClean="0"/>
              <a:pPr/>
              <a:t>‹#›</a:t>
            </a:fld>
            <a:endParaRPr lang="zh-CN" altLang="en-US"/>
          </a:p>
        </p:txBody>
      </p:sp>
    </p:spTree>
  </p:cSld>
  <p:clrMapOvr>
    <a:overrideClrMapping bg1="dk1" tx1="lt1" bg2="dk2" tx2="lt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a:xfrm>
            <a:off x="457200" y="704088"/>
            <a:ext cx="8229600" cy="1143000"/>
          </a:xfrm>
        </p:spPr>
        <p:txBody>
          <a:bodyPr/>
          <a:lstStyle/>
          <a:p>
            <a:r>
              <a:rPr kumimoji="0" lang="zh-CN" altLang="en-US" smtClean="0"/>
              <a:t>单击此处编辑母版标题样式</a:t>
            </a:r>
            <a:endParaRPr kumimoji="0" lang="en-US"/>
          </a:p>
        </p:txBody>
      </p:sp>
      <p:sp>
        <p:nvSpPr>
          <p:cNvPr id="3" name="内容占位符 2"/>
          <p:cNvSpPr>
            <a:spLocks noGrp="1"/>
          </p:cNvSpPr>
          <p:nvPr>
            <p:ph sz="half" idx="1"/>
          </p:nvPr>
        </p:nvSpPr>
        <p:spPr>
          <a:xfrm>
            <a:off x="457200" y="1920085"/>
            <a:ext cx="4038600" cy="4434840"/>
          </a:xfrm>
        </p:spPr>
        <p:txBody>
          <a:bodyPr/>
          <a:lstStyle>
            <a:lvl1pPr>
              <a:defRPr sz="2600"/>
            </a:lvl1pPr>
            <a:lvl2pPr>
              <a:defRPr sz="2400"/>
            </a:lvl2pPr>
            <a:lvl3pPr>
              <a:defRPr sz="2000"/>
            </a:lvl3pPr>
            <a:lvl4pPr>
              <a:defRPr sz="1800"/>
            </a:lvl4pPr>
            <a:lvl5pPr>
              <a:defRPr sz="1800"/>
            </a:lvl5pPr>
          </a:lstStyle>
          <a:p>
            <a:pPr lvl="0" eaLnBrk="1" latinLnBrk="0" hangingPunct="1"/>
            <a:r>
              <a:rPr lang="zh-CN" altLang="en-US" smtClean="0"/>
              <a:t>单击此处编辑母版文本样式</a:t>
            </a:r>
          </a:p>
          <a:p>
            <a:pPr lvl="1" eaLnBrk="1" latinLnBrk="0" hangingPunct="1"/>
            <a:r>
              <a:rPr lang="zh-CN" altLang="en-US" smtClean="0"/>
              <a:t>第二级</a:t>
            </a:r>
          </a:p>
          <a:p>
            <a:pPr lvl="2" eaLnBrk="1" latinLnBrk="0" hangingPunct="1"/>
            <a:r>
              <a:rPr lang="zh-CN" altLang="en-US" smtClean="0"/>
              <a:t>第三级</a:t>
            </a:r>
          </a:p>
          <a:p>
            <a:pPr lvl="3" eaLnBrk="1" latinLnBrk="0" hangingPunct="1"/>
            <a:r>
              <a:rPr lang="zh-CN" altLang="en-US" smtClean="0"/>
              <a:t>第四级</a:t>
            </a:r>
          </a:p>
          <a:p>
            <a:pPr lvl="4" eaLnBrk="1" latinLnBrk="0" hangingPunct="1"/>
            <a:r>
              <a:rPr lang="zh-CN" altLang="en-US" smtClean="0"/>
              <a:t>第五级</a:t>
            </a:r>
            <a:endParaRPr kumimoji="0" lang="en-US"/>
          </a:p>
        </p:txBody>
      </p:sp>
      <p:sp>
        <p:nvSpPr>
          <p:cNvPr id="4" name="内容占位符 3"/>
          <p:cNvSpPr>
            <a:spLocks noGrp="1"/>
          </p:cNvSpPr>
          <p:nvPr>
            <p:ph sz="half" idx="2"/>
          </p:nvPr>
        </p:nvSpPr>
        <p:spPr>
          <a:xfrm>
            <a:off x="4648200" y="1920085"/>
            <a:ext cx="4038600" cy="4434840"/>
          </a:xfrm>
        </p:spPr>
        <p:txBody>
          <a:bodyPr/>
          <a:lstStyle>
            <a:lvl1pPr>
              <a:defRPr sz="2600"/>
            </a:lvl1pPr>
            <a:lvl2pPr>
              <a:defRPr sz="2400"/>
            </a:lvl2pPr>
            <a:lvl3pPr>
              <a:defRPr sz="2000"/>
            </a:lvl3pPr>
            <a:lvl4pPr>
              <a:defRPr sz="1800"/>
            </a:lvl4pPr>
            <a:lvl5pPr>
              <a:defRPr sz="1800"/>
            </a:lvl5pPr>
          </a:lstStyle>
          <a:p>
            <a:pPr lvl="0" eaLnBrk="1" latinLnBrk="0" hangingPunct="1"/>
            <a:r>
              <a:rPr lang="zh-CN" altLang="en-US" smtClean="0"/>
              <a:t>单击此处编辑母版文本样式</a:t>
            </a:r>
          </a:p>
          <a:p>
            <a:pPr lvl="1" eaLnBrk="1" latinLnBrk="0" hangingPunct="1"/>
            <a:r>
              <a:rPr lang="zh-CN" altLang="en-US" smtClean="0"/>
              <a:t>第二级</a:t>
            </a:r>
          </a:p>
          <a:p>
            <a:pPr lvl="2" eaLnBrk="1" latinLnBrk="0" hangingPunct="1"/>
            <a:r>
              <a:rPr lang="zh-CN" altLang="en-US" smtClean="0"/>
              <a:t>第三级</a:t>
            </a:r>
          </a:p>
          <a:p>
            <a:pPr lvl="3" eaLnBrk="1" latinLnBrk="0" hangingPunct="1"/>
            <a:r>
              <a:rPr lang="zh-CN" altLang="en-US" smtClean="0"/>
              <a:t>第四级</a:t>
            </a:r>
          </a:p>
          <a:p>
            <a:pPr lvl="4" eaLnBrk="1" latinLnBrk="0" hangingPunct="1"/>
            <a:r>
              <a:rPr lang="zh-CN" altLang="en-US" smtClean="0"/>
              <a:t>第五级</a:t>
            </a:r>
            <a:endParaRPr kumimoji="0" lang="en-US"/>
          </a:p>
        </p:txBody>
      </p:sp>
      <p:sp>
        <p:nvSpPr>
          <p:cNvPr id="5" name="日期占位符 4"/>
          <p:cNvSpPr>
            <a:spLocks noGrp="1"/>
          </p:cNvSpPr>
          <p:nvPr>
            <p:ph type="dt" sz="half" idx="10"/>
          </p:nvPr>
        </p:nvSpPr>
        <p:spPr/>
        <p:txBody>
          <a:bodyPr/>
          <a:lstStyle/>
          <a:p>
            <a:fld id="{F50EF075-DACE-461B-B948-215D14E5305F}" type="datetimeFigureOut">
              <a:rPr lang="zh-CN" altLang="en-US" smtClean="0"/>
              <a:pPr/>
              <a:t>2017/12/14</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DFE18DA5-9C3C-4F55-A0FC-D5A93AF62430}" type="slidenum">
              <a:rPr lang="zh-CN" altLang="en-US" smtClean="0"/>
              <a:pPr/>
              <a:t>‹#›</a:t>
            </a:fld>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704088"/>
            <a:ext cx="8229600" cy="1143000"/>
          </a:xfrm>
        </p:spPr>
        <p:txBody>
          <a:bodyPr tIns="45720" anchor="b"/>
          <a:lstStyle>
            <a:lvl1pPr>
              <a:defRPr/>
            </a:lvl1pPr>
          </a:lstStyle>
          <a:p>
            <a:r>
              <a:rPr kumimoji="0" lang="zh-CN" altLang="en-US" smtClean="0"/>
              <a:t>单击此处编辑母版标题样式</a:t>
            </a:r>
            <a:endParaRPr kumimoji="0" lang="en-US"/>
          </a:p>
        </p:txBody>
      </p:sp>
      <p:sp>
        <p:nvSpPr>
          <p:cNvPr id="3" name="文本占位符 2"/>
          <p:cNvSpPr>
            <a:spLocks noGrp="1"/>
          </p:cNvSpPr>
          <p:nvPr>
            <p:ph type="body" idx="1"/>
          </p:nvPr>
        </p:nvSpPr>
        <p:spPr>
          <a:xfrm>
            <a:off x="457200" y="1855248"/>
            <a:ext cx="4040188" cy="659352"/>
          </a:xfrm>
        </p:spPr>
        <p:txBody>
          <a:bodyPr lIns="45720" tIns="0" rIns="45720" bIns="0" anchor="ctr">
            <a:noAutofit/>
          </a:bodyPr>
          <a:lstStyle>
            <a:lvl1pPr marL="0" indent="0">
              <a:buNone/>
              <a:defRPr sz="2400" b="1" cap="none" baseline="0">
                <a:solidFill>
                  <a:schemeClr val="tx2"/>
                </a:solidFill>
                <a:effectLst/>
              </a:defRPr>
            </a:lvl1pPr>
            <a:lvl2pPr>
              <a:buNone/>
              <a:defRPr sz="2000" b="1"/>
            </a:lvl2pPr>
            <a:lvl3pPr>
              <a:buNone/>
              <a:defRPr sz="1800" b="1"/>
            </a:lvl3pPr>
            <a:lvl4pPr>
              <a:buNone/>
              <a:defRPr sz="1600" b="1"/>
            </a:lvl4pPr>
            <a:lvl5pPr>
              <a:buNone/>
              <a:defRPr sz="1600" b="1"/>
            </a:lvl5pPr>
          </a:lstStyle>
          <a:p>
            <a:pPr lvl="0" eaLnBrk="1" latinLnBrk="0" hangingPunct="1"/>
            <a:r>
              <a:rPr kumimoji="0" lang="zh-CN" altLang="en-US" smtClean="0"/>
              <a:t>单击此处编辑母版文本样式</a:t>
            </a:r>
          </a:p>
        </p:txBody>
      </p:sp>
      <p:sp>
        <p:nvSpPr>
          <p:cNvPr id="4" name="文本占位符 3"/>
          <p:cNvSpPr>
            <a:spLocks noGrp="1"/>
          </p:cNvSpPr>
          <p:nvPr>
            <p:ph type="body" sz="half" idx="3"/>
          </p:nvPr>
        </p:nvSpPr>
        <p:spPr>
          <a:xfrm>
            <a:off x="4645025" y="1859757"/>
            <a:ext cx="4041775" cy="654843"/>
          </a:xfrm>
        </p:spPr>
        <p:txBody>
          <a:bodyPr lIns="45720" tIns="0" rIns="45720" bIns="0" anchor="ctr"/>
          <a:lstStyle>
            <a:lvl1pPr marL="0" indent="0">
              <a:buNone/>
              <a:defRPr sz="2400" b="1" cap="none" baseline="0">
                <a:solidFill>
                  <a:schemeClr val="tx2"/>
                </a:solidFill>
                <a:effectLst/>
              </a:defRPr>
            </a:lvl1pPr>
            <a:lvl2pPr>
              <a:buNone/>
              <a:defRPr sz="2000" b="1"/>
            </a:lvl2pPr>
            <a:lvl3pPr>
              <a:buNone/>
              <a:defRPr sz="1800" b="1"/>
            </a:lvl3pPr>
            <a:lvl4pPr>
              <a:buNone/>
              <a:defRPr sz="1600" b="1"/>
            </a:lvl4pPr>
            <a:lvl5pPr>
              <a:buNone/>
              <a:defRPr sz="1600" b="1"/>
            </a:lvl5pPr>
          </a:lstStyle>
          <a:p>
            <a:pPr lvl="0" eaLnBrk="1" latinLnBrk="0" hangingPunct="1"/>
            <a:r>
              <a:rPr kumimoji="0" lang="zh-CN" altLang="en-US" smtClean="0"/>
              <a:t>单击此处编辑母版文本样式</a:t>
            </a:r>
          </a:p>
        </p:txBody>
      </p:sp>
      <p:sp>
        <p:nvSpPr>
          <p:cNvPr id="5" name="内容占位符 4"/>
          <p:cNvSpPr>
            <a:spLocks noGrp="1"/>
          </p:cNvSpPr>
          <p:nvPr>
            <p:ph sz="quarter" idx="2"/>
          </p:nvPr>
        </p:nvSpPr>
        <p:spPr>
          <a:xfrm>
            <a:off x="457200" y="2514600"/>
            <a:ext cx="4040188" cy="3845720"/>
          </a:xfrm>
        </p:spPr>
        <p:txBody>
          <a:bodyPr tIns="0"/>
          <a:lstStyle>
            <a:lvl1pPr>
              <a:defRPr sz="2200"/>
            </a:lvl1pPr>
            <a:lvl2pPr>
              <a:defRPr sz="2000"/>
            </a:lvl2pPr>
            <a:lvl3pPr>
              <a:defRPr sz="1800"/>
            </a:lvl3pPr>
            <a:lvl4pPr>
              <a:defRPr sz="1600"/>
            </a:lvl4pPr>
            <a:lvl5pPr>
              <a:defRPr sz="1600"/>
            </a:lvl5pPr>
          </a:lstStyle>
          <a:p>
            <a:pPr lvl="0" eaLnBrk="1" latinLnBrk="0" hangingPunct="1"/>
            <a:r>
              <a:rPr lang="zh-CN" altLang="en-US" smtClean="0"/>
              <a:t>单击此处编辑母版文本样式</a:t>
            </a:r>
          </a:p>
          <a:p>
            <a:pPr lvl="1" eaLnBrk="1" latinLnBrk="0" hangingPunct="1"/>
            <a:r>
              <a:rPr lang="zh-CN" altLang="en-US" smtClean="0"/>
              <a:t>第二级</a:t>
            </a:r>
          </a:p>
          <a:p>
            <a:pPr lvl="2" eaLnBrk="1" latinLnBrk="0" hangingPunct="1"/>
            <a:r>
              <a:rPr lang="zh-CN" altLang="en-US" smtClean="0"/>
              <a:t>第三级</a:t>
            </a:r>
          </a:p>
          <a:p>
            <a:pPr lvl="3" eaLnBrk="1" latinLnBrk="0" hangingPunct="1"/>
            <a:r>
              <a:rPr lang="zh-CN" altLang="en-US" smtClean="0"/>
              <a:t>第四级</a:t>
            </a:r>
          </a:p>
          <a:p>
            <a:pPr lvl="4" eaLnBrk="1" latinLnBrk="0" hangingPunct="1"/>
            <a:r>
              <a:rPr lang="zh-CN" altLang="en-US" smtClean="0"/>
              <a:t>第五级</a:t>
            </a:r>
            <a:endParaRPr kumimoji="0" lang="en-US"/>
          </a:p>
        </p:txBody>
      </p:sp>
      <p:sp>
        <p:nvSpPr>
          <p:cNvPr id="6" name="内容占位符 5"/>
          <p:cNvSpPr>
            <a:spLocks noGrp="1"/>
          </p:cNvSpPr>
          <p:nvPr>
            <p:ph sz="quarter" idx="4"/>
          </p:nvPr>
        </p:nvSpPr>
        <p:spPr>
          <a:xfrm>
            <a:off x="4645025" y="2514600"/>
            <a:ext cx="4041775" cy="3845720"/>
          </a:xfrm>
        </p:spPr>
        <p:txBody>
          <a:bodyPr tIns="0"/>
          <a:lstStyle>
            <a:lvl1pPr>
              <a:defRPr sz="2200"/>
            </a:lvl1pPr>
            <a:lvl2pPr>
              <a:defRPr sz="2000"/>
            </a:lvl2pPr>
            <a:lvl3pPr>
              <a:defRPr sz="1800"/>
            </a:lvl3pPr>
            <a:lvl4pPr>
              <a:defRPr sz="1600"/>
            </a:lvl4pPr>
            <a:lvl5pPr>
              <a:defRPr sz="1600"/>
            </a:lvl5pPr>
          </a:lstStyle>
          <a:p>
            <a:pPr lvl="0" eaLnBrk="1" latinLnBrk="0" hangingPunct="1"/>
            <a:r>
              <a:rPr lang="zh-CN" altLang="en-US" smtClean="0"/>
              <a:t>单击此处编辑母版文本样式</a:t>
            </a:r>
          </a:p>
          <a:p>
            <a:pPr lvl="1" eaLnBrk="1" latinLnBrk="0" hangingPunct="1"/>
            <a:r>
              <a:rPr lang="zh-CN" altLang="en-US" smtClean="0"/>
              <a:t>第二级</a:t>
            </a:r>
          </a:p>
          <a:p>
            <a:pPr lvl="2" eaLnBrk="1" latinLnBrk="0" hangingPunct="1"/>
            <a:r>
              <a:rPr lang="zh-CN" altLang="en-US" smtClean="0"/>
              <a:t>第三级</a:t>
            </a:r>
          </a:p>
          <a:p>
            <a:pPr lvl="3" eaLnBrk="1" latinLnBrk="0" hangingPunct="1"/>
            <a:r>
              <a:rPr lang="zh-CN" altLang="en-US" smtClean="0"/>
              <a:t>第四级</a:t>
            </a:r>
          </a:p>
          <a:p>
            <a:pPr lvl="4" eaLnBrk="1" latinLnBrk="0" hangingPunct="1"/>
            <a:r>
              <a:rPr lang="zh-CN" altLang="en-US" smtClean="0"/>
              <a:t>第五级</a:t>
            </a:r>
            <a:endParaRPr kumimoji="0" lang="en-US"/>
          </a:p>
        </p:txBody>
      </p:sp>
      <p:sp>
        <p:nvSpPr>
          <p:cNvPr id="7" name="日期占位符 6"/>
          <p:cNvSpPr>
            <a:spLocks noGrp="1"/>
          </p:cNvSpPr>
          <p:nvPr>
            <p:ph type="dt" sz="half" idx="10"/>
          </p:nvPr>
        </p:nvSpPr>
        <p:spPr/>
        <p:txBody>
          <a:bodyPr/>
          <a:lstStyle/>
          <a:p>
            <a:fld id="{F50EF075-DACE-461B-B948-215D14E5305F}" type="datetimeFigureOut">
              <a:rPr lang="zh-CN" altLang="en-US" smtClean="0"/>
              <a:pPr/>
              <a:t>2017/12/14</a:t>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DFE18DA5-9C3C-4F55-A0FC-D5A93AF62430}" type="slidenum">
              <a:rPr lang="zh-CN" altLang="en-US" smtClean="0"/>
              <a:pPr/>
              <a:t>‹#›</a:t>
            </a:fld>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704088"/>
            <a:ext cx="8305800" cy="1143000"/>
          </a:xfrm>
        </p:spPr>
        <p:txBody>
          <a:bodyPr vert="horz" tIns="45720" bIns="0" anchor="b">
            <a:normAutofit/>
            <a:scene3d>
              <a:camera prst="orthographicFront"/>
              <a:lightRig rig="freezing" dir="t">
                <a:rot lat="0" lon="0" rev="5640000"/>
              </a:lightRig>
            </a:scene3d>
            <a:sp3d prstMaterial="flat">
              <a:contourClr>
                <a:schemeClr val="tx2"/>
              </a:contourClr>
            </a:sp3d>
          </a:bodyPr>
          <a:lstStyle>
            <a:lvl1pPr algn="l" rtl="0">
              <a:spcBef>
                <a:spcPct val="0"/>
              </a:spcBef>
              <a:buNone/>
              <a:defRPr sz="5000" b="0">
                <a:ln>
                  <a:noFill/>
                </a:ln>
                <a:solidFill>
                  <a:schemeClr val="tx2"/>
                </a:solidFill>
                <a:effectLst/>
                <a:latin typeface="+mj-lt"/>
                <a:ea typeface="+mj-ea"/>
                <a:cs typeface="+mj-cs"/>
              </a:defRPr>
            </a:lvl1pPr>
          </a:lstStyle>
          <a:p>
            <a:r>
              <a:rPr kumimoji="0" lang="zh-CN" altLang="en-US" smtClean="0"/>
              <a:t>单击此处编辑母版标题样式</a:t>
            </a:r>
            <a:endParaRPr kumimoji="0" lang="en-US"/>
          </a:p>
        </p:txBody>
      </p:sp>
      <p:sp>
        <p:nvSpPr>
          <p:cNvPr id="3" name="日期占位符 2"/>
          <p:cNvSpPr>
            <a:spLocks noGrp="1"/>
          </p:cNvSpPr>
          <p:nvPr>
            <p:ph type="dt" sz="half" idx="10"/>
          </p:nvPr>
        </p:nvSpPr>
        <p:spPr/>
        <p:txBody>
          <a:bodyPr/>
          <a:lstStyle/>
          <a:p>
            <a:fld id="{F50EF075-DACE-461B-B948-215D14E5305F}" type="datetimeFigureOut">
              <a:rPr lang="zh-CN" altLang="en-US" smtClean="0"/>
              <a:pPr/>
              <a:t>2017/12/14</a:t>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DFE18DA5-9C3C-4F55-A0FC-D5A93AF62430}" type="slidenum">
              <a:rPr lang="zh-CN" altLang="en-US" smtClean="0"/>
              <a:pPr/>
              <a:t>‹#›</a:t>
            </a:fld>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F50EF075-DACE-461B-B948-215D14E5305F}" type="datetimeFigureOut">
              <a:rPr lang="zh-CN" altLang="en-US" smtClean="0"/>
              <a:pPr/>
              <a:t>2017/12/14</a:t>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DFE18DA5-9C3C-4F55-A0FC-D5A93AF62430}" type="slidenum">
              <a:rPr lang="zh-CN" altLang="en-US" smtClean="0"/>
              <a:pPr/>
              <a:t>‹#›</a:t>
            </a:fld>
            <a:endParaRPr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85800" y="514352"/>
            <a:ext cx="2743200" cy="1162050"/>
          </a:xfrm>
        </p:spPr>
        <p:txBody>
          <a:bodyPr lIns="0" anchor="b">
            <a:noAutofit/>
          </a:bodyPr>
          <a:lstStyle>
            <a:lvl1pPr algn="l" rtl="0">
              <a:spcBef>
                <a:spcPct val="0"/>
              </a:spcBef>
              <a:buNone/>
              <a:defRPr sz="2600" b="0">
                <a:ln>
                  <a:noFill/>
                </a:ln>
                <a:solidFill>
                  <a:schemeClr val="tx2"/>
                </a:solidFill>
                <a:effectLst/>
                <a:latin typeface="+mj-lt"/>
                <a:ea typeface="+mj-ea"/>
                <a:cs typeface="+mj-cs"/>
              </a:defRPr>
            </a:lvl1pPr>
          </a:lstStyle>
          <a:p>
            <a:r>
              <a:rPr kumimoji="0" lang="zh-CN" altLang="en-US" smtClean="0"/>
              <a:t>单击此处编辑母版标题样式</a:t>
            </a:r>
            <a:endParaRPr kumimoji="0" lang="en-US"/>
          </a:p>
        </p:txBody>
      </p:sp>
      <p:sp>
        <p:nvSpPr>
          <p:cNvPr id="3" name="文本占位符 2"/>
          <p:cNvSpPr>
            <a:spLocks noGrp="1"/>
          </p:cNvSpPr>
          <p:nvPr>
            <p:ph type="body" idx="2"/>
          </p:nvPr>
        </p:nvSpPr>
        <p:spPr>
          <a:xfrm>
            <a:off x="685800" y="1676400"/>
            <a:ext cx="2743200" cy="4572000"/>
          </a:xfrm>
        </p:spPr>
        <p:txBody>
          <a:bodyPr lIns="18288" rIns="18288"/>
          <a:lstStyle>
            <a:lvl1pPr marL="0" indent="0" algn="l">
              <a:buNone/>
              <a:defRPr sz="1400"/>
            </a:lvl1pPr>
            <a:lvl2pPr indent="0" algn="l">
              <a:buNone/>
              <a:defRPr sz="1200"/>
            </a:lvl2pPr>
            <a:lvl3pPr indent="0" algn="l">
              <a:buNone/>
              <a:defRPr sz="1000"/>
            </a:lvl3pPr>
            <a:lvl4pPr indent="0" algn="l">
              <a:buNone/>
              <a:defRPr sz="900"/>
            </a:lvl4pPr>
            <a:lvl5pPr indent="0" algn="l">
              <a:buNone/>
              <a:defRPr sz="900"/>
            </a:lvl5pPr>
          </a:lstStyle>
          <a:p>
            <a:pPr lvl="0" eaLnBrk="1" latinLnBrk="0" hangingPunct="1"/>
            <a:r>
              <a:rPr kumimoji="0" lang="zh-CN" altLang="en-US" smtClean="0"/>
              <a:t>单击此处编辑母版文本样式</a:t>
            </a:r>
          </a:p>
        </p:txBody>
      </p:sp>
      <p:sp>
        <p:nvSpPr>
          <p:cNvPr id="4" name="内容占位符 3"/>
          <p:cNvSpPr>
            <a:spLocks noGrp="1"/>
          </p:cNvSpPr>
          <p:nvPr>
            <p:ph sz="half" idx="1"/>
          </p:nvPr>
        </p:nvSpPr>
        <p:spPr>
          <a:xfrm>
            <a:off x="3575050" y="1676400"/>
            <a:ext cx="5111750" cy="4572000"/>
          </a:xfrm>
        </p:spPr>
        <p:txBody>
          <a:bodyPr tIns="0"/>
          <a:lstStyle>
            <a:lvl1pPr>
              <a:defRPr sz="2800"/>
            </a:lvl1pPr>
            <a:lvl2pPr>
              <a:defRPr sz="2600"/>
            </a:lvl2pPr>
            <a:lvl3pPr>
              <a:defRPr sz="2400"/>
            </a:lvl3pPr>
            <a:lvl4pPr>
              <a:defRPr sz="2000"/>
            </a:lvl4pPr>
            <a:lvl5pPr>
              <a:defRPr sz="1800"/>
            </a:lvl5pPr>
          </a:lstStyle>
          <a:p>
            <a:pPr lvl="0" eaLnBrk="1" latinLnBrk="0" hangingPunct="1"/>
            <a:r>
              <a:rPr lang="zh-CN" altLang="en-US" smtClean="0"/>
              <a:t>单击此处编辑母版文本样式</a:t>
            </a:r>
          </a:p>
          <a:p>
            <a:pPr lvl="1" eaLnBrk="1" latinLnBrk="0" hangingPunct="1"/>
            <a:r>
              <a:rPr lang="zh-CN" altLang="en-US" smtClean="0"/>
              <a:t>第二级</a:t>
            </a:r>
          </a:p>
          <a:p>
            <a:pPr lvl="2" eaLnBrk="1" latinLnBrk="0" hangingPunct="1"/>
            <a:r>
              <a:rPr lang="zh-CN" altLang="en-US" smtClean="0"/>
              <a:t>第三级</a:t>
            </a:r>
          </a:p>
          <a:p>
            <a:pPr lvl="3" eaLnBrk="1" latinLnBrk="0" hangingPunct="1"/>
            <a:r>
              <a:rPr lang="zh-CN" altLang="en-US" smtClean="0"/>
              <a:t>第四级</a:t>
            </a:r>
          </a:p>
          <a:p>
            <a:pPr lvl="4" eaLnBrk="1" latinLnBrk="0" hangingPunct="1"/>
            <a:r>
              <a:rPr lang="zh-CN" altLang="en-US" smtClean="0"/>
              <a:t>第五级</a:t>
            </a:r>
            <a:endParaRPr kumimoji="0" lang="en-US"/>
          </a:p>
        </p:txBody>
      </p:sp>
      <p:sp>
        <p:nvSpPr>
          <p:cNvPr id="5" name="日期占位符 4"/>
          <p:cNvSpPr>
            <a:spLocks noGrp="1"/>
          </p:cNvSpPr>
          <p:nvPr>
            <p:ph type="dt" sz="half" idx="10"/>
          </p:nvPr>
        </p:nvSpPr>
        <p:spPr/>
        <p:txBody>
          <a:bodyPr/>
          <a:lstStyle/>
          <a:p>
            <a:fld id="{F50EF075-DACE-461B-B948-215D14E5305F}" type="datetimeFigureOut">
              <a:rPr lang="zh-CN" altLang="en-US" smtClean="0"/>
              <a:pPr/>
              <a:t>2017/12/14</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DFE18DA5-9C3C-4F55-A0FC-D5A93AF62430}" type="slidenum">
              <a:rPr lang="zh-CN" altLang="en-US" smtClean="0"/>
              <a:pPr/>
              <a:t>‹#›</a:t>
            </a:fld>
            <a:endParaRPr lang="zh-CN"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图片与标题">
    <p:spTree>
      <p:nvGrpSpPr>
        <p:cNvPr id="1" name=""/>
        <p:cNvGrpSpPr/>
        <p:nvPr/>
      </p:nvGrpSpPr>
      <p:grpSpPr>
        <a:xfrm>
          <a:off x="0" y="0"/>
          <a:ext cx="0" cy="0"/>
          <a:chOff x="0" y="0"/>
          <a:chExt cx="0" cy="0"/>
        </a:xfrm>
      </p:grpSpPr>
      <p:sp>
        <p:nvSpPr>
          <p:cNvPr id="9" name="单圆角矩形 8"/>
          <p:cNvSpPr/>
          <p:nvPr/>
        </p:nvSpPr>
        <p:spPr>
          <a:xfrm rot="420000" flipV="1">
            <a:off x="3165753" y="1108077"/>
            <a:ext cx="5257800" cy="4114800"/>
          </a:xfrm>
          <a:prstGeom prst="snipRoundRect">
            <a:avLst>
              <a:gd name="adj1" fmla="val 0"/>
              <a:gd name="adj2" fmla="val 3646"/>
            </a:avLst>
          </a:prstGeom>
          <a:solidFill>
            <a:srgbClr val="FFFFFF"/>
          </a:solidFill>
          <a:ln w="3175" cap="rnd" cmpd="sng" algn="ctr">
            <a:solidFill>
              <a:srgbClr val="C0C0C0"/>
            </a:solidFill>
            <a:prstDash val="solid"/>
          </a:ln>
          <a:effectLst>
            <a:outerShdw blurRad="63500" dist="38500" dir="7500000" sx="98500" sy="100080" kx="100000" algn="tl" rotWithShape="0">
              <a:srgbClr val="000000">
                <a:alpha val="25000"/>
              </a:srgbClr>
            </a:outerShdw>
          </a:effectLst>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
        <p:nvSpPr>
          <p:cNvPr id="12" name="直角三角形 11"/>
          <p:cNvSpPr/>
          <p:nvPr/>
        </p:nvSpPr>
        <p:spPr>
          <a:xfrm rot="420000" flipV="1">
            <a:off x="8004134" y="5359769"/>
            <a:ext cx="155448" cy="155448"/>
          </a:xfrm>
          <a:prstGeom prst="rtTriangle">
            <a:avLst/>
          </a:prstGeom>
          <a:solidFill>
            <a:srgbClr val="FFFFFF"/>
          </a:solidFill>
          <a:ln w="12700" cap="flat" cmpd="sng" algn="ctr">
            <a:solidFill>
              <a:srgbClr val="FFFFFF"/>
            </a:solidFill>
            <a:prstDash val="solid"/>
            <a:bevel/>
          </a:ln>
          <a:effectLst>
            <a:outerShdw blurRad="19685" dist="6350" dir="12900000" algn="tl" rotWithShape="0">
              <a:srgbClr val="000000">
                <a:alpha val="47000"/>
              </a:srgbClr>
            </a:outerShdw>
          </a:effectLst>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
        <p:nvSpPr>
          <p:cNvPr id="2" name="标题 1"/>
          <p:cNvSpPr>
            <a:spLocks noGrp="1"/>
          </p:cNvSpPr>
          <p:nvPr>
            <p:ph type="title"/>
          </p:nvPr>
        </p:nvSpPr>
        <p:spPr>
          <a:xfrm>
            <a:off x="609600" y="1176996"/>
            <a:ext cx="2212848" cy="1582621"/>
          </a:xfrm>
        </p:spPr>
        <p:txBody>
          <a:bodyPr vert="horz" lIns="45720" tIns="45720" rIns="45720" bIns="45720" anchor="b"/>
          <a:lstStyle>
            <a:lvl1pPr algn="l">
              <a:buNone/>
              <a:defRPr sz="2000" b="1">
                <a:solidFill>
                  <a:schemeClr val="tx2"/>
                </a:solidFill>
              </a:defRPr>
            </a:lvl1pPr>
          </a:lstStyle>
          <a:p>
            <a:r>
              <a:rPr kumimoji="0" lang="zh-CN" altLang="en-US" smtClean="0"/>
              <a:t>单击此处编辑母版标题样式</a:t>
            </a:r>
            <a:endParaRPr kumimoji="0" lang="en-US"/>
          </a:p>
        </p:txBody>
      </p:sp>
      <p:sp>
        <p:nvSpPr>
          <p:cNvPr id="4" name="文本占位符 3"/>
          <p:cNvSpPr>
            <a:spLocks noGrp="1"/>
          </p:cNvSpPr>
          <p:nvPr>
            <p:ph type="body" sz="half" idx="2"/>
          </p:nvPr>
        </p:nvSpPr>
        <p:spPr>
          <a:xfrm>
            <a:off x="609600" y="2828785"/>
            <a:ext cx="2209800" cy="2179320"/>
          </a:xfrm>
        </p:spPr>
        <p:txBody>
          <a:bodyPr lIns="64008" rIns="45720" bIns="45720" anchor="t"/>
          <a:lstStyle>
            <a:lvl1pPr marL="0" indent="0" algn="l">
              <a:spcBef>
                <a:spcPts val="250"/>
              </a:spcBef>
              <a:buFontTx/>
              <a:buNone/>
              <a:defRPr sz="1300"/>
            </a:lvl1pPr>
            <a:lvl2pPr>
              <a:defRPr sz="1200"/>
            </a:lvl2pPr>
            <a:lvl3pPr>
              <a:defRPr sz="1000"/>
            </a:lvl3pPr>
            <a:lvl4pPr>
              <a:defRPr sz="900"/>
            </a:lvl4pPr>
            <a:lvl5pPr>
              <a:defRPr sz="900"/>
            </a:lvl5pPr>
          </a:lstStyle>
          <a:p>
            <a:pPr lvl="0" eaLnBrk="1" latinLnBrk="0" hangingPunct="1"/>
            <a:r>
              <a:rPr kumimoji="0" lang="zh-CN" altLang="en-US" smtClean="0"/>
              <a:t>单击此处编辑母版文本样式</a:t>
            </a:r>
          </a:p>
        </p:txBody>
      </p:sp>
      <p:sp>
        <p:nvSpPr>
          <p:cNvPr id="5" name="日期占位符 4"/>
          <p:cNvSpPr>
            <a:spLocks noGrp="1"/>
          </p:cNvSpPr>
          <p:nvPr>
            <p:ph type="dt" sz="half" idx="10"/>
          </p:nvPr>
        </p:nvSpPr>
        <p:spPr/>
        <p:txBody>
          <a:bodyPr/>
          <a:lstStyle/>
          <a:p>
            <a:fld id="{F50EF075-DACE-461B-B948-215D14E5305F}" type="datetimeFigureOut">
              <a:rPr lang="zh-CN" altLang="en-US" smtClean="0"/>
              <a:pPr/>
              <a:t>2017/12/14</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a:xfrm>
            <a:off x="8077200" y="6356350"/>
            <a:ext cx="609600" cy="365125"/>
          </a:xfrm>
        </p:spPr>
        <p:txBody>
          <a:bodyPr/>
          <a:lstStyle/>
          <a:p>
            <a:fld id="{DFE18DA5-9C3C-4F55-A0FC-D5A93AF62430}" type="slidenum">
              <a:rPr lang="zh-CN" altLang="en-US" smtClean="0"/>
              <a:pPr/>
              <a:t>‹#›</a:t>
            </a:fld>
            <a:endParaRPr lang="zh-CN" altLang="en-US"/>
          </a:p>
        </p:txBody>
      </p:sp>
      <p:sp>
        <p:nvSpPr>
          <p:cNvPr id="3" name="图片占位符 2"/>
          <p:cNvSpPr>
            <a:spLocks noGrp="1"/>
          </p:cNvSpPr>
          <p:nvPr>
            <p:ph type="pic" idx="1"/>
          </p:nvPr>
        </p:nvSpPr>
        <p:spPr>
          <a:xfrm rot="420000">
            <a:off x="3485793" y="1199517"/>
            <a:ext cx="4617720" cy="3931920"/>
          </a:xfrm>
          <a:prstGeom prst="rect">
            <a:avLst/>
          </a:prstGeom>
          <a:solidFill>
            <a:schemeClr val="bg2"/>
          </a:solidFill>
          <a:ln w="3000" cap="rnd">
            <a:solidFill>
              <a:srgbClr val="C0C0C0"/>
            </a:solidFill>
            <a:round/>
          </a:ln>
          <a:effectLst/>
        </p:spPr>
        <p:txBody>
          <a:bodyPr/>
          <a:lstStyle>
            <a:lvl1pPr marL="0" indent="0">
              <a:buNone/>
              <a:defRPr sz="3200"/>
            </a:lvl1pPr>
          </a:lstStyle>
          <a:p>
            <a:r>
              <a:rPr kumimoji="0" lang="zh-CN" altLang="en-US" smtClean="0"/>
              <a:t>单击图标添加图片</a:t>
            </a:r>
            <a:endParaRPr kumimoji="0" lang="en-US" dirty="0"/>
          </a:p>
        </p:txBody>
      </p:sp>
      <p:sp>
        <p:nvSpPr>
          <p:cNvPr id="10" name="任意多边形 9"/>
          <p:cNvSpPr>
            <a:spLocks/>
          </p:cNvSpPr>
          <p:nvPr/>
        </p:nvSpPr>
        <p:spPr bwMode="auto">
          <a:xfrm flipV="1">
            <a:off x="-9525" y="5816600"/>
            <a:ext cx="9163050" cy="1041400"/>
          </a:xfrm>
          <a:custGeom>
            <a:avLst>
              <a:gd name="A1" fmla="val 0"/>
              <a:gd name="A2" fmla="val 0"/>
              <a:gd name="A3" fmla="val 0"/>
              <a:gd name="A4" fmla="val 0"/>
              <a:gd name="A5" fmla="val 0"/>
              <a:gd name="A6" fmla="val 0"/>
              <a:gd name="A7" fmla="val 0"/>
              <a:gd name="A8" fmla="val 0"/>
            </a:avLst>
            <a:gdLst/>
            <a:ahLst/>
            <a:cxnLst>
              <a:cxn ang="0">
                <a:pos x="6" y="2"/>
              </a:cxn>
              <a:cxn ang="0">
                <a:pos x="2542" y="0"/>
              </a:cxn>
              <a:cxn ang="0">
                <a:pos x="4374" y="367"/>
              </a:cxn>
              <a:cxn ang="0">
                <a:pos x="5766" y="55"/>
              </a:cxn>
              <a:cxn ang="0">
                <a:pos x="5772" y="213"/>
              </a:cxn>
              <a:cxn ang="0">
                <a:pos x="4302" y="439"/>
              </a:cxn>
              <a:cxn ang="0">
                <a:pos x="1488" y="201"/>
              </a:cxn>
              <a:cxn ang="0">
                <a:pos x="0" y="656"/>
              </a:cxn>
              <a:cxn ang="0">
                <a:pos x="6" y="2"/>
              </a:cxn>
            </a:cxnLst>
            <a:rect l="0" t="0" r="0" b="0"/>
            <a:pathLst>
              <a:path w="5772" h="656">
                <a:moveTo>
                  <a:pt x="6" y="2"/>
                </a:moveTo>
                <a:lnTo>
                  <a:pt x="2542" y="0"/>
                </a:lnTo>
                <a:cubicBezTo>
                  <a:pt x="2746" y="101"/>
                  <a:pt x="3828" y="367"/>
                  <a:pt x="4374" y="367"/>
                </a:cubicBezTo>
                <a:cubicBezTo>
                  <a:pt x="4920" y="367"/>
                  <a:pt x="5526" y="152"/>
                  <a:pt x="5766" y="55"/>
                </a:cubicBezTo>
                <a:lnTo>
                  <a:pt x="5772" y="213"/>
                </a:lnTo>
                <a:cubicBezTo>
                  <a:pt x="5670" y="257"/>
                  <a:pt x="5016" y="441"/>
                  <a:pt x="4302" y="439"/>
                </a:cubicBezTo>
                <a:cubicBezTo>
                  <a:pt x="3588" y="437"/>
                  <a:pt x="2205" y="165"/>
                  <a:pt x="1488" y="201"/>
                </a:cubicBezTo>
                <a:cubicBezTo>
                  <a:pt x="750" y="209"/>
                  <a:pt x="270" y="482"/>
                  <a:pt x="0" y="656"/>
                </a:cubicBezTo>
                <a:lnTo>
                  <a:pt x="6" y="2"/>
                </a:lnTo>
                <a:close/>
              </a:path>
            </a:pathLst>
          </a:custGeom>
          <a:gradFill>
            <a:gsLst>
              <a:gs pos="0">
                <a:schemeClr val="accent2">
                  <a:shade val="50000"/>
                  <a:alpha val="45000"/>
                  <a:satMod val="120000"/>
                </a:schemeClr>
              </a:gs>
              <a:gs pos="100000">
                <a:schemeClr val="accent3">
                  <a:shade val="80000"/>
                  <a:alpha val="55000"/>
                  <a:satMod val="155000"/>
                </a:schemeClr>
              </a:gs>
            </a:gsLst>
            <a:lin ang="5400000" scaled="1"/>
          </a:gradFill>
          <a:ln w="9525" cap="flat" cmpd="sng" algn="ctr">
            <a:noFill/>
            <a:prstDash val="solid"/>
            <a:round/>
            <a:headEnd type="none" w="med" len="med"/>
            <a:tailEnd type="none" w="med" len="med"/>
          </a:ln>
          <a:effectLst/>
        </p:spPr>
        <p:txBody>
          <a:bodyPr vert="horz" wrap="square" lIns="91440" tIns="45720" rIns="91440" bIns="45720" anchor="t" compatLnSpc="1"/>
          <a:lstStyle/>
          <a:p>
            <a:pPr marL="0" algn="l" rtl="0" eaLnBrk="1" latinLnBrk="0" hangingPunct="1"/>
            <a:endParaRPr kumimoji="0" lang="en-US">
              <a:solidFill>
                <a:schemeClr val="tx1"/>
              </a:solidFill>
              <a:latin typeface="+mn-lt"/>
              <a:ea typeface="+mn-ea"/>
              <a:cs typeface="+mn-cs"/>
            </a:endParaRPr>
          </a:p>
        </p:txBody>
      </p:sp>
      <p:sp>
        <p:nvSpPr>
          <p:cNvPr id="11" name="任意多边形 10"/>
          <p:cNvSpPr>
            <a:spLocks/>
          </p:cNvSpPr>
          <p:nvPr/>
        </p:nvSpPr>
        <p:spPr bwMode="auto">
          <a:xfrm flipV="1">
            <a:off x="4381500" y="6219825"/>
            <a:ext cx="4762500" cy="638175"/>
          </a:xfrm>
          <a:custGeom>
            <a:avLst>
              <a:gd name="A1" fmla="val 0"/>
              <a:gd name="A2" fmla="val 0"/>
              <a:gd name="A3" fmla="val 0"/>
              <a:gd name="A4" fmla="val 0"/>
              <a:gd name="A5" fmla="val 0"/>
              <a:gd name="A6" fmla="val 0"/>
              <a:gd name="A7" fmla="val 0"/>
              <a:gd name="A8" fmla="val 0"/>
            </a:avLst>
            <a:gdLst/>
            <a:ahLst/>
            <a:cxnLst>
              <a:cxn ang="0">
                <a:pos x="0" y="0"/>
              </a:cxn>
              <a:cxn ang="0">
                <a:pos x="1668" y="564"/>
              </a:cxn>
              <a:cxn ang="0">
                <a:pos x="3000" y="186"/>
              </a:cxn>
              <a:cxn ang="0">
                <a:pos x="3000" y="6"/>
              </a:cxn>
              <a:cxn ang="0">
                <a:pos x="0" y="0"/>
              </a:cxn>
            </a:cxnLst>
            <a:rect l="0" t="0" r="0" b="0"/>
            <a:pathLst>
              <a:path w="3000" h="595">
                <a:moveTo>
                  <a:pt x="0" y="0"/>
                </a:moveTo>
                <a:cubicBezTo>
                  <a:pt x="174" y="102"/>
                  <a:pt x="1168" y="533"/>
                  <a:pt x="1668" y="564"/>
                </a:cubicBezTo>
                <a:cubicBezTo>
                  <a:pt x="2168" y="595"/>
                  <a:pt x="2778" y="279"/>
                  <a:pt x="3000" y="186"/>
                </a:cubicBezTo>
                <a:lnTo>
                  <a:pt x="3000" y="6"/>
                </a:lnTo>
                <a:lnTo>
                  <a:pt x="0" y="0"/>
                </a:lnTo>
                <a:close/>
              </a:path>
            </a:pathLst>
          </a:custGeom>
          <a:gradFill>
            <a:gsLst>
              <a:gs pos="0">
                <a:schemeClr val="accent3">
                  <a:shade val="50000"/>
                  <a:alpha val="30000"/>
                  <a:satMod val="130000"/>
                </a:schemeClr>
              </a:gs>
              <a:gs pos="80000">
                <a:schemeClr val="accent2">
                  <a:shade val="75000"/>
                  <a:alpha val="45000"/>
                  <a:satMod val="140000"/>
                </a:schemeClr>
              </a:gs>
            </a:gsLst>
            <a:lin ang="5400000" scaled="1"/>
          </a:gradFill>
          <a:ln w="9525" cap="flat" cmpd="sng" algn="ctr">
            <a:noFill/>
            <a:prstDash val="solid"/>
            <a:round/>
            <a:headEnd type="none" w="med" len="med"/>
            <a:tailEnd type="none" w="med" len="med"/>
          </a:ln>
          <a:effectLst/>
        </p:spPr>
        <p:txBody>
          <a:bodyPr vert="horz" wrap="square" lIns="91440" tIns="45720" rIns="91440" bIns="45720" anchor="t" compatLnSpc="1"/>
          <a:lstStyle/>
          <a:p>
            <a:pPr marL="0" algn="l" rtl="0" eaLnBrk="1" latinLnBrk="0" hangingPunct="1"/>
            <a:endParaRPr kumimoji="0" lang="en-US">
              <a:solidFill>
                <a:schemeClr val="tx1"/>
              </a:solidFill>
              <a:latin typeface="+mn-lt"/>
              <a:ea typeface="+mn-ea"/>
              <a:cs typeface="+mn-cs"/>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0" lang="zh-CN" altLang="en-US" smtClean="0"/>
              <a:t>单击此处编辑母版标题样式</a:t>
            </a:r>
            <a:endParaRPr kumimoji="0" lang="en-US"/>
          </a:p>
        </p:txBody>
      </p:sp>
      <p:sp>
        <p:nvSpPr>
          <p:cNvPr id="3" name="竖排文字占位符 2"/>
          <p:cNvSpPr>
            <a:spLocks noGrp="1"/>
          </p:cNvSpPr>
          <p:nvPr>
            <p:ph type="body" orient="vert" idx="1"/>
          </p:nvPr>
        </p:nvSpPr>
        <p:spPr/>
        <p:txBody>
          <a:bodyPr vert="eaVert"/>
          <a:lstStyle/>
          <a:p>
            <a:pPr lvl="0" eaLnBrk="1" latinLnBrk="0" hangingPunct="1"/>
            <a:r>
              <a:rPr lang="zh-CN" altLang="en-US" smtClean="0"/>
              <a:t>单击此处编辑母版文本样式</a:t>
            </a:r>
          </a:p>
          <a:p>
            <a:pPr lvl="1" eaLnBrk="1" latinLnBrk="0" hangingPunct="1"/>
            <a:r>
              <a:rPr lang="zh-CN" altLang="en-US" smtClean="0"/>
              <a:t>第二级</a:t>
            </a:r>
          </a:p>
          <a:p>
            <a:pPr lvl="2" eaLnBrk="1" latinLnBrk="0" hangingPunct="1"/>
            <a:r>
              <a:rPr lang="zh-CN" altLang="en-US" smtClean="0"/>
              <a:t>第三级</a:t>
            </a:r>
          </a:p>
          <a:p>
            <a:pPr lvl="3" eaLnBrk="1" latinLnBrk="0" hangingPunct="1"/>
            <a:r>
              <a:rPr lang="zh-CN" altLang="en-US" smtClean="0"/>
              <a:t>第四级</a:t>
            </a:r>
          </a:p>
          <a:p>
            <a:pPr lvl="4" eaLnBrk="1" latinLnBrk="0" hangingPunct="1"/>
            <a:r>
              <a:rPr lang="zh-CN" altLang="en-US" smtClean="0"/>
              <a:t>第五级</a:t>
            </a:r>
            <a:endParaRPr kumimoji="0" lang="en-US"/>
          </a:p>
        </p:txBody>
      </p:sp>
      <p:sp>
        <p:nvSpPr>
          <p:cNvPr id="4" name="日期占位符 3"/>
          <p:cNvSpPr>
            <a:spLocks noGrp="1"/>
          </p:cNvSpPr>
          <p:nvPr>
            <p:ph type="dt" sz="half" idx="10"/>
          </p:nvPr>
        </p:nvSpPr>
        <p:spPr/>
        <p:txBody>
          <a:bodyPr/>
          <a:lstStyle/>
          <a:p>
            <a:fld id="{F50EF075-DACE-461B-B948-215D14E5305F}" type="datetimeFigureOut">
              <a:rPr lang="zh-CN" altLang="en-US" smtClean="0"/>
              <a:pPr/>
              <a:t>2017/12/14</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DFE18DA5-9C3C-4F55-A0FC-D5A93AF62430}" type="slidenum">
              <a:rPr lang="zh-CN" altLang="en-US" smtClean="0"/>
              <a:pPr/>
              <a:t>‹#›</a:t>
            </a:fld>
            <a:endParaRPr lang="zh-CN"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914401"/>
            <a:ext cx="2057400" cy="5211763"/>
          </a:xfrm>
        </p:spPr>
        <p:txBody>
          <a:bodyPr vert="eaVert"/>
          <a:lstStyle/>
          <a:p>
            <a:r>
              <a:rPr kumimoji="0" lang="zh-CN" altLang="en-US" smtClean="0"/>
              <a:t>单击此处编辑母版标题样式</a:t>
            </a:r>
            <a:endParaRPr kumimoji="0" lang="en-US"/>
          </a:p>
        </p:txBody>
      </p:sp>
      <p:sp>
        <p:nvSpPr>
          <p:cNvPr id="3" name="竖排文字占位符 2"/>
          <p:cNvSpPr>
            <a:spLocks noGrp="1"/>
          </p:cNvSpPr>
          <p:nvPr>
            <p:ph type="body" orient="vert" idx="1"/>
          </p:nvPr>
        </p:nvSpPr>
        <p:spPr>
          <a:xfrm>
            <a:off x="457200" y="914401"/>
            <a:ext cx="6019800" cy="5211763"/>
          </a:xfrm>
        </p:spPr>
        <p:txBody>
          <a:bodyPr vert="eaVert"/>
          <a:lstStyle/>
          <a:p>
            <a:pPr lvl="0" eaLnBrk="1" latinLnBrk="0" hangingPunct="1"/>
            <a:r>
              <a:rPr lang="zh-CN" altLang="en-US" smtClean="0"/>
              <a:t>单击此处编辑母版文本样式</a:t>
            </a:r>
          </a:p>
          <a:p>
            <a:pPr lvl="1" eaLnBrk="1" latinLnBrk="0" hangingPunct="1"/>
            <a:r>
              <a:rPr lang="zh-CN" altLang="en-US" smtClean="0"/>
              <a:t>第二级</a:t>
            </a:r>
          </a:p>
          <a:p>
            <a:pPr lvl="2" eaLnBrk="1" latinLnBrk="0" hangingPunct="1"/>
            <a:r>
              <a:rPr lang="zh-CN" altLang="en-US" smtClean="0"/>
              <a:t>第三级</a:t>
            </a:r>
          </a:p>
          <a:p>
            <a:pPr lvl="3" eaLnBrk="1" latinLnBrk="0" hangingPunct="1"/>
            <a:r>
              <a:rPr lang="zh-CN" altLang="en-US" smtClean="0"/>
              <a:t>第四级</a:t>
            </a:r>
          </a:p>
          <a:p>
            <a:pPr lvl="4" eaLnBrk="1" latinLnBrk="0" hangingPunct="1"/>
            <a:r>
              <a:rPr lang="zh-CN" altLang="en-US" smtClean="0"/>
              <a:t>第五级</a:t>
            </a:r>
            <a:endParaRPr kumimoji="0" lang="en-US"/>
          </a:p>
        </p:txBody>
      </p:sp>
      <p:sp>
        <p:nvSpPr>
          <p:cNvPr id="4" name="日期占位符 3"/>
          <p:cNvSpPr>
            <a:spLocks noGrp="1"/>
          </p:cNvSpPr>
          <p:nvPr>
            <p:ph type="dt" sz="half" idx="10"/>
          </p:nvPr>
        </p:nvSpPr>
        <p:spPr/>
        <p:txBody>
          <a:bodyPr/>
          <a:lstStyle/>
          <a:p>
            <a:fld id="{F50EF075-DACE-461B-B948-215D14E5305F}" type="datetimeFigureOut">
              <a:rPr lang="zh-CN" altLang="en-US" smtClean="0"/>
              <a:pPr/>
              <a:t>2017/12/14</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DFE18DA5-9C3C-4F55-A0FC-D5A93AF62430}" type="slidenum">
              <a:rPr lang="zh-CN" altLang="en-US" smtClean="0"/>
              <a:pPr/>
              <a:t>‹#›</a:t>
            </a:fld>
            <a:endParaRPr lang="zh-CN" alt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bl">
  <p:cSld name="标题和表格">
    <p:spTree>
      <p:nvGrpSpPr>
        <p:cNvPr id="1" name=""/>
        <p:cNvGrpSpPr/>
        <p:nvPr/>
      </p:nvGrpSpPr>
      <p:grpSpPr>
        <a:xfrm>
          <a:off x="0" y="0"/>
          <a:ext cx="0" cy="0"/>
          <a:chOff x="0" y="0"/>
          <a:chExt cx="0" cy="0"/>
        </a:xfrm>
      </p:grpSpPr>
      <p:sp>
        <p:nvSpPr>
          <p:cNvPr id="2" name="标题 1"/>
          <p:cNvSpPr>
            <a:spLocks noGrp="1"/>
          </p:cNvSpPr>
          <p:nvPr>
            <p:ph type="title"/>
          </p:nvPr>
        </p:nvSpPr>
        <p:spPr>
          <a:xfrm>
            <a:off x="406400" y="152400"/>
            <a:ext cx="8204200" cy="1143000"/>
          </a:xfrm>
        </p:spPr>
        <p:txBody>
          <a:bodyPr/>
          <a:lstStyle/>
          <a:p>
            <a:r>
              <a:rPr lang="zh-CN" altLang="en-US" smtClean="0"/>
              <a:t>单击此处编辑母版标题样式</a:t>
            </a:r>
            <a:endParaRPr lang="zh-CN" altLang="en-US"/>
          </a:p>
        </p:txBody>
      </p:sp>
      <p:sp>
        <p:nvSpPr>
          <p:cNvPr id="3" name="表格占位符 2"/>
          <p:cNvSpPr>
            <a:spLocks noGrp="1"/>
          </p:cNvSpPr>
          <p:nvPr>
            <p:ph type="tbl" idx="1"/>
          </p:nvPr>
        </p:nvSpPr>
        <p:spPr>
          <a:xfrm>
            <a:off x="457200" y="1371600"/>
            <a:ext cx="8178800" cy="4686300"/>
          </a:xfrm>
        </p:spPr>
        <p:txBody>
          <a:bodyPr/>
          <a:lstStyle/>
          <a:p>
            <a:endParaRPr lang="zh-CN" altLang="en-US"/>
          </a:p>
        </p:txBody>
      </p:sp>
      <p:sp>
        <p:nvSpPr>
          <p:cNvPr id="4" name="日期占位符 3"/>
          <p:cNvSpPr>
            <a:spLocks noGrp="1"/>
          </p:cNvSpPr>
          <p:nvPr>
            <p:ph type="dt" sz="half" idx="10"/>
          </p:nvPr>
        </p:nvSpPr>
        <p:spPr>
          <a:xfrm>
            <a:off x="431800" y="6229350"/>
            <a:ext cx="1905000" cy="457200"/>
          </a:xfrm>
        </p:spPr>
        <p:txBody>
          <a:bodyPr/>
          <a:lstStyle>
            <a:lvl1pPr>
              <a:defRPr/>
            </a:lvl1pPr>
          </a:lstStyle>
          <a:p>
            <a:endParaRPr lang="en-GB"/>
          </a:p>
        </p:txBody>
      </p:sp>
      <p:sp>
        <p:nvSpPr>
          <p:cNvPr id="5" name="页脚占位符 4"/>
          <p:cNvSpPr>
            <a:spLocks noGrp="1"/>
          </p:cNvSpPr>
          <p:nvPr>
            <p:ph type="ftr" sz="quarter" idx="11"/>
          </p:nvPr>
        </p:nvSpPr>
        <p:spPr>
          <a:xfrm>
            <a:off x="3124200" y="6229350"/>
            <a:ext cx="2895600" cy="457200"/>
          </a:xfrm>
        </p:spPr>
        <p:txBody>
          <a:bodyPr/>
          <a:lstStyle>
            <a:lvl1pPr>
              <a:defRPr/>
            </a:lvl1pPr>
          </a:lstStyle>
          <a:p>
            <a:endParaRPr lang="en-GB"/>
          </a:p>
        </p:txBody>
      </p:sp>
      <p:sp>
        <p:nvSpPr>
          <p:cNvPr id="6" name="灯片编号占位符 5"/>
          <p:cNvSpPr>
            <a:spLocks noGrp="1"/>
          </p:cNvSpPr>
          <p:nvPr>
            <p:ph type="sldNum" sz="quarter" idx="12"/>
          </p:nvPr>
        </p:nvSpPr>
        <p:spPr>
          <a:xfrm>
            <a:off x="6731000" y="6229350"/>
            <a:ext cx="1905000" cy="457200"/>
          </a:xfrm>
        </p:spPr>
        <p:txBody>
          <a:bodyPr/>
          <a:lstStyle>
            <a:lvl1pPr>
              <a:defRPr/>
            </a:lvl1pPr>
          </a:lstStyle>
          <a:p>
            <a:fld id="{FDD3CA16-E1C2-4349-AD4A-67EAC999AD96}" type="slidenum">
              <a:rPr lang="en-GB"/>
              <a:pPr/>
              <a:t>‹#›</a:t>
            </a:fld>
            <a:endParaRPr lang="en-GB"/>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1"/>
      </p:bgRef>
    </p:bg>
    <p:spTree>
      <p:nvGrpSpPr>
        <p:cNvPr id="1" name=""/>
        <p:cNvGrpSpPr/>
        <p:nvPr/>
      </p:nvGrpSpPr>
      <p:grpSpPr>
        <a:xfrm>
          <a:off x="0" y="0"/>
          <a:ext cx="0" cy="0"/>
          <a:chOff x="0" y="0"/>
          <a:chExt cx="0" cy="0"/>
        </a:xfrm>
      </p:grpSpPr>
      <p:sp>
        <p:nvSpPr>
          <p:cNvPr id="7" name="任意多边形 6"/>
          <p:cNvSpPr>
            <a:spLocks/>
          </p:cNvSpPr>
          <p:nvPr/>
        </p:nvSpPr>
        <p:spPr bwMode="auto">
          <a:xfrm>
            <a:off x="-9525" y="-7144"/>
            <a:ext cx="9163050" cy="1041400"/>
          </a:xfrm>
          <a:custGeom>
            <a:avLst>
              <a:gd name="A1" fmla="val 0"/>
              <a:gd name="A2" fmla="val 0"/>
              <a:gd name="A3" fmla="val 0"/>
              <a:gd name="A4" fmla="val 0"/>
              <a:gd name="A5" fmla="val 0"/>
              <a:gd name="A6" fmla="val 0"/>
              <a:gd name="A7" fmla="val 0"/>
              <a:gd name="A8" fmla="val 0"/>
            </a:avLst>
            <a:gdLst/>
            <a:ahLst/>
            <a:cxnLst>
              <a:cxn ang="0">
                <a:pos x="6" y="2"/>
              </a:cxn>
              <a:cxn ang="0">
                <a:pos x="2542" y="0"/>
              </a:cxn>
              <a:cxn ang="0">
                <a:pos x="4374" y="367"/>
              </a:cxn>
              <a:cxn ang="0">
                <a:pos x="5766" y="55"/>
              </a:cxn>
              <a:cxn ang="0">
                <a:pos x="5772" y="213"/>
              </a:cxn>
              <a:cxn ang="0">
                <a:pos x="4302" y="439"/>
              </a:cxn>
              <a:cxn ang="0">
                <a:pos x="1488" y="201"/>
              </a:cxn>
              <a:cxn ang="0">
                <a:pos x="0" y="656"/>
              </a:cxn>
              <a:cxn ang="0">
                <a:pos x="6" y="2"/>
              </a:cxn>
            </a:cxnLst>
            <a:rect l="0" t="0" r="0" b="0"/>
            <a:pathLst>
              <a:path w="5772" h="656">
                <a:moveTo>
                  <a:pt x="6" y="2"/>
                </a:moveTo>
                <a:lnTo>
                  <a:pt x="2542" y="0"/>
                </a:lnTo>
                <a:cubicBezTo>
                  <a:pt x="2746" y="101"/>
                  <a:pt x="3828" y="367"/>
                  <a:pt x="4374" y="367"/>
                </a:cubicBezTo>
                <a:cubicBezTo>
                  <a:pt x="4920" y="367"/>
                  <a:pt x="5526" y="152"/>
                  <a:pt x="5766" y="55"/>
                </a:cubicBezTo>
                <a:lnTo>
                  <a:pt x="5772" y="213"/>
                </a:lnTo>
                <a:cubicBezTo>
                  <a:pt x="5670" y="257"/>
                  <a:pt x="5016" y="441"/>
                  <a:pt x="4302" y="439"/>
                </a:cubicBezTo>
                <a:cubicBezTo>
                  <a:pt x="3588" y="437"/>
                  <a:pt x="2205" y="165"/>
                  <a:pt x="1488" y="201"/>
                </a:cubicBezTo>
                <a:cubicBezTo>
                  <a:pt x="750" y="209"/>
                  <a:pt x="270" y="482"/>
                  <a:pt x="0" y="656"/>
                </a:cubicBezTo>
                <a:lnTo>
                  <a:pt x="6" y="2"/>
                </a:lnTo>
                <a:close/>
              </a:path>
            </a:pathLst>
          </a:custGeom>
          <a:gradFill>
            <a:gsLst>
              <a:gs pos="0">
                <a:schemeClr val="accent2">
                  <a:shade val="50000"/>
                  <a:alpha val="45000"/>
                  <a:satMod val="120000"/>
                </a:schemeClr>
              </a:gs>
              <a:gs pos="100000">
                <a:schemeClr val="accent3">
                  <a:shade val="80000"/>
                  <a:alpha val="55000"/>
                  <a:satMod val="155000"/>
                </a:schemeClr>
              </a:gs>
            </a:gsLst>
            <a:lin ang="5400000" scaled="1"/>
          </a:gradFill>
          <a:ln w="9525" cap="flat" cmpd="sng" algn="ctr">
            <a:noFill/>
            <a:prstDash val="solid"/>
            <a:round/>
            <a:headEnd type="none" w="med" len="med"/>
            <a:tailEnd type="none" w="med" len="med"/>
          </a:ln>
          <a:effectLst/>
        </p:spPr>
        <p:txBody>
          <a:bodyPr vert="horz" wrap="square" lIns="91440" tIns="45720" rIns="91440" bIns="45720" anchor="t" compatLnSpc="1"/>
          <a:lstStyle/>
          <a:p>
            <a:pPr marL="0" algn="l" rtl="0" eaLnBrk="1" latinLnBrk="0" hangingPunct="1"/>
            <a:endParaRPr kumimoji="0" lang="en-US">
              <a:solidFill>
                <a:schemeClr val="tx1"/>
              </a:solidFill>
              <a:latin typeface="+mn-lt"/>
              <a:ea typeface="+mn-ea"/>
              <a:cs typeface="+mn-cs"/>
            </a:endParaRPr>
          </a:p>
        </p:txBody>
      </p:sp>
      <p:sp>
        <p:nvSpPr>
          <p:cNvPr id="8" name="任意多边形 7"/>
          <p:cNvSpPr>
            <a:spLocks/>
          </p:cNvSpPr>
          <p:nvPr/>
        </p:nvSpPr>
        <p:spPr bwMode="auto">
          <a:xfrm>
            <a:off x="4381500" y="-7144"/>
            <a:ext cx="4762500" cy="638175"/>
          </a:xfrm>
          <a:custGeom>
            <a:avLst>
              <a:gd name="A1" fmla="val 0"/>
              <a:gd name="A2" fmla="val 0"/>
              <a:gd name="A3" fmla="val 0"/>
              <a:gd name="A4" fmla="val 0"/>
              <a:gd name="A5" fmla="val 0"/>
              <a:gd name="A6" fmla="val 0"/>
              <a:gd name="A7" fmla="val 0"/>
              <a:gd name="A8" fmla="val 0"/>
            </a:avLst>
            <a:gdLst/>
            <a:ahLst/>
            <a:cxnLst>
              <a:cxn ang="0">
                <a:pos x="0" y="0"/>
              </a:cxn>
              <a:cxn ang="0">
                <a:pos x="1668" y="564"/>
              </a:cxn>
              <a:cxn ang="0">
                <a:pos x="3000" y="186"/>
              </a:cxn>
              <a:cxn ang="0">
                <a:pos x="3000" y="6"/>
              </a:cxn>
              <a:cxn ang="0">
                <a:pos x="0" y="0"/>
              </a:cxn>
            </a:cxnLst>
            <a:rect l="0" t="0" r="0" b="0"/>
            <a:pathLst>
              <a:path w="3000" h="595">
                <a:moveTo>
                  <a:pt x="0" y="0"/>
                </a:moveTo>
                <a:cubicBezTo>
                  <a:pt x="174" y="102"/>
                  <a:pt x="1168" y="533"/>
                  <a:pt x="1668" y="564"/>
                </a:cubicBezTo>
                <a:cubicBezTo>
                  <a:pt x="2168" y="595"/>
                  <a:pt x="2778" y="279"/>
                  <a:pt x="3000" y="186"/>
                </a:cubicBezTo>
                <a:lnTo>
                  <a:pt x="3000" y="6"/>
                </a:lnTo>
                <a:lnTo>
                  <a:pt x="0" y="0"/>
                </a:lnTo>
                <a:close/>
              </a:path>
            </a:pathLst>
          </a:custGeom>
          <a:gradFill>
            <a:gsLst>
              <a:gs pos="0">
                <a:schemeClr val="accent3">
                  <a:shade val="50000"/>
                  <a:alpha val="30000"/>
                  <a:satMod val="130000"/>
                </a:schemeClr>
              </a:gs>
              <a:gs pos="80000">
                <a:schemeClr val="accent2">
                  <a:shade val="75000"/>
                  <a:alpha val="45000"/>
                  <a:satMod val="140000"/>
                </a:schemeClr>
              </a:gs>
            </a:gsLst>
            <a:lin ang="5400000" scaled="1"/>
          </a:gradFill>
          <a:ln w="9525" cap="flat" cmpd="sng" algn="ctr">
            <a:noFill/>
            <a:prstDash val="solid"/>
            <a:round/>
            <a:headEnd type="none" w="med" len="med"/>
            <a:tailEnd type="none" w="med" len="med"/>
          </a:ln>
          <a:effectLst/>
        </p:spPr>
        <p:txBody>
          <a:bodyPr vert="horz" wrap="square" lIns="91440" tIns="45720" rIns="91440" bIns="45720" anchor="t" compatLnSpc="1"/>
          <a:lstStyle/>
          <a:p>
            <a:pPr marL="0" algn="l" rtl="0" eaLnBrk="1" latinLnBrk="0" hangingPunct="1"/>
            <a:endParaRPr kumimoji="0" lang="en-US">
              <a:solidFill>
                <a:schemeClr val="tx1"/>
              </a:solidFill>
              <a:latin typeface="+mn-lt"/>
              <a:ea typeface="+mn-ea"/>
              <a:cs typeface="+mn-cs"/>
            </a:endParaRPr>
          </a:p>
        </p:txBody>
      </p:sp>
      <p:sp>
        <p:nvSpPr>
          <p:cNvPr id="9" name="标题占位符 8"/>
          <p:cNvSpPr>
            <a:spLocks noGrp="1"/>
          </p:cNvSpPr>
          <p:nvPr>
            <p:ph type="title"/>
          </p:nvPr>
        </p:nvSpPr>
        <p:spPr>
          <a:xfrm>
            <a:off x="457200" y="704088"/>
            <a:ext cx="8229600" cy="1143000"/>
          </a:xfrm>
          <a:prstGeom prst="rect">
            <a:avLst/>
          </a:prstGeom>
        </p:spPr>
        <p:txBody>
          <a:bodyPr vert="horz" lIns="0" rIns="0" bIns="0" anchor="b">
            <a:normAutofit/>
          </a:bodyPr>
          <a:lstStyle/>
          <a:p>
            <a:r>
              <a:rPr kumimoji="0" lang="zh-CN" altLang="en-US" smtClean="0"/>
              <a:t>单击此处编辑母版标题样式</a:t>
            </a:r>
            <a:endParaRPr kumimoji="0" lang="en-US"/>
          </a:p>
        </p:txBody>
      </p:sp>
      <p:sp>
        <p:nvSpPr>
          <p:cNvPr id="30" name="文本占位符 29"/>
          <p:cNvSpPr>
            <a:spLocks noGrp="1"/>
          </p:cNvSpPr>
          <p:nvPr>
            <p:ph type="body" idx="1"/>
          </p:nvPr>
        </p:nvSpPr>
        <p:spPr>
          <a:xfrm>
            <a:off x="457200" y="1935480"/>
            <a:ext cx="8229600" cy="4389120"/>
          </a:xfrm>
          <a:prstGeom prst="rect">
            <a:avLst/>
          </a:prstGeom>
        </p:spPr>
        <p:txBody>
          <a:bodyPr vert="horz">
            <a:normAutofit/>
          </a:bodyPr>
          <a:lstStyle/>
          <a:p>
            <a:pPr lvl="0" eaLnBrk="1" latinLnBrk="0" hangingPunct="1"/>
            <a:r>
              <a:rPr kumimoji="0" lang="zh-CN" altLang="en-US" smtClean="0"/>
              <a:t>单击此处编辑母版文本样式</a:t>
            </a:r>
          </a:p>
          <a:p>
            <a:pPr lvl="1" eaLnBrk="1" latinLnBrk="0" hangingPunct="1"/>
            <a:r>
              <a:rPr kumimoji="0" lang="zh-CN" altLang="en-US" smtClean="0"/>
              <a:t>第二级</a:t>
            </a:r>
          </a:p>
          <a:p>
            <a:pPr lvl="2" eaLnBrk="1" latinLnBrk="0" hangingPunct="1"/>
            <a:r>
              <a:rPr kumimoji="0" lang="zh-CN" altLang="en-US" smtClean="0"/>
              <a:t>第三级</a:t>
            </a:r>
          </a:p>
          <a:p>
            <a:pPr lvl="3" eaLnBrk="1" latinLnBrk="0" hangingPunct="1"/>
            <a:r>
              <a:rPr kumimoji="0" lang="zh-CN" altLang="en-US" smtClean="0"/>
              <a:t>第四级</a:t>
            </a:r>
          </a:p>
          <a:p>
            <a:pPr lvl="4" eaLnBrk="1" latinLnBrk="0" hangingPunct="1"/>
            <a:r>
              <a:rPr kumimoji="0" lang="zh-CN" altLang="en-US" smtClean="0"/>
              <a:t>第五级</a:t>
            </a:r>
            <a:endParaRPr kumimoji="0" lang="en-US"/>
          </a:p>
        </p:txBody>
      </p:sp>
      <p:sp>
        <p:nvSpPr>
          <p:cNvPr id="10" name="日期占位符 9"/>
          <p:cNvSpPr>
            <a:spLocks noGrp="1"/>
          </p:cNvSpPr>
          <p:nvPr>
            <p:ph type="dt" sz="half" idx="2"/>
          </p:nvPr>
        </p:nvSpPr>
        <p:spPr>
          <a:xfrm>
            <a:off x="457200" y="6356350"/>
            <a:ext cx="2133600" cy="365125"/>
          </a:xfrm>
          <a:prstGeom prst="rect">
            <a:avLst/>
          </a:prstGeom>
        </p:spPr>
        <p:txBody>
          <a:bodyPr vert="horz" lIns="0" tIns="0" rIns="0" bIns="0" anchor="b"/>
          <a:lstStyle>
            <a:lvl1pPr algn="l" eaLnBrk="1" latinLnBrk="0" hangingPunct="1">
              <a:defRPr kumimoji="0" sz="1200">
                <a:solidFill>
                  <a:schemeClr val="tx2">
                    <a:shade val="90000"/>
                  </a:schemeClr>
                </a:solidFill>
              </a:defRPr>
            </a:lvl1pPr>
          </a:lstStyle>
          <a:p>
            <a:fld id="{F50EF075-DACE-461B-B948-215D14E5305F}" type="datetimeFigureOut">
              <a:rPr lang="zh-CN" altLang="en-US" smtClean="0"/>
              <a:pPr/>
              <a:t>2017/12/14</a:t>
            </a:fld>
            <a:endParaRPr lang="zh-CN" altLang="en-US"/>
          </a:p>
        </p:txBody>
      </p:sp>
      <p:sp>
        <p:nvSpPr>
          <p:cNvPr id="22" name="页脚占位符 21"/>
          <p:cNvSpPr>
            <a:spLocks noGrp="1"/>
          </p:cNvSpPr>
          <p:nvPr>
            <p:ph type="ftr" sz="quarter" idx="3"/>
          </p:nvPr>
        </p:nvSpPr>
        <p:spPr>
          <a:xfrm>
            <a:off x="2667000" y="6356350"/>
            <a:ext cx="3352800" cy="365125"/>
          </a:xfrm>
          <a:prstGeom prst="rect">
            <a:avLst/>
          </a:prstGeom>
        </p:spPr>
        <p:txBody>
          <a:bodyPr vert="horz" lIns="0" tIns="0" rIns="0" bIns="0" anchor="b"/>
          <a:lstStyle>
            <a:lvl1pPr algn="l" eaLnBrk="1" latinLnBrk="0" hangingPunct="1">
              <a:defRPr kumimoji="0" sz="1200">
                <a:solidFill>
                  <a:schemeClr val="tx2">
                    <a:shade val="90000"/>
                  </a:schemeClr>
                </a:solidFill>
              </a:defRPr>
            </a:lvl1pPr>
          </a:lstStyle>
          <a:p>
            <a:endParaRPr lang="zh-CN" altLang="en-US"/>
          </a:p>
        </p:txBody>
      </p:sp>
      <p:sp>
        <p:nvSpPr>
          <p:cNvPr id="18" name="灯片编号占位符 17"/>
          <p:cNvSpPr>
            <a:spLocks noGrp="1"/>
          </p:cNvSpPr>
          <p:nvPr>
            <p:ph type="sldNum" sz="quarter" idx="4"/>
          </p:nvPr>
        </p:nvSpPr>
        <p:spPr>
          <a:xfrm>
            <a:off x="7924800" y="6356350"/>
            <a:ext cx="762000" cy="365125"/>
          </a:xfrm>
          <a:prstGeom prst="rect">
            <a:avLst/>
          </a:prstGeom>
        </p:spPr>
        <p:txBody>
          <a:bodyPr vert="horz" lIns="0" tIns="0" rIns="0" bIns="0" anchor="b"/>
          <a:lstStyle>
            <a:lvl1pPr algn="r" eaLnBrk="1" latinLnBrk="0" hangingPunct="1">
              <a:defRPr kumimoji="0" sz="1200">
                <a:solidFill>
                  <a:schemeClr val="tx2">
                    <a:shade val="90000"/>
                  </a:schemeClr>
                </a:solidFill>
              </a:defRPr>
            </a:lvl1pPr>
          </a:lstStyle>
          <a:p>
            <a:fld id="{DFE18DA5-9C3C-4F55-A0FC-D5A93AF62430}" type="slidenum">
              <a:rPr lang="zh-CN" altLang="en-US" smtClean="0"/>
              <a:pPr/>
              <a:t>‹#›</a:t>
            </a:fld>
            <a:endParaRPr lang="zh-CN" altLang="en-US"/>
          </a:p>
        </p:txBody>
      </p:sp>
      <p:grpSp>
        <p:nvGrpSpPr>
          <p:cNvPr id="2" name="组合 1"/>
          <p:cNvGrpSpPr/>
          <p:nvPr/>
        </p:nvGrpSpPr>
        <p:grpSpPr>
          <a:xfrm>
            <a:off x="-19017" y="202408"/>
            <a:ext cx="9180548" cy="649224"/>
            <a:chOff x="-19045" y="216550"/>
            <a:chExt cx="9180548" cy="649224"/>
          </a:xfrm>
        </p:grpSpPr>
        <p:sp>
          <p:nvSpPr>
            <p:cNvPr id="12" name="任意多边形 11"/>
            <p:cNvSpPr>
              <a:spLocks/>
            </p:cNvSpPr>
            <p:nvPr/>
          </p:nvSpPr>
          <p:spPr bwMode="auto">
            <a:xfrm rot="21435692">
              <a:off x="-19045" y="216550"/>
              <a:ext cx="9163050" cy="649224"/>
            </a:xfrm>
            <a:custGeom>
              <a:avLst>
                <a:gd name="A1" fmla="val 0"/>
                <a:gd name="A2" fmla="val 0"/>
                <a:gd name="A3" fmla="val 0"/>
                <a:gd name="A4" fmla="val 0"/>
                <a:gd name="A5" fmla="val 0"/>
                <a:gd name="A6" fmla="val 0"/>
                <a:gd name="A7" fmla="val 0"/>
                <a:gd name="A8" fmla="val 0"/>
              </a:avLst>
              <a:gdLst/>
              <a:ahLst/>
              <a:cxnLst>
                <a:cxn ang="0">
                  <a:pos x="0" y="966"/>
                </a:cxn>
                <a:cxn ang="0">
                  <a:pos x="1608" y="282"/>
                </a:cxn>
                <a:cxn ang="0">
                  <a:pos x="4110" y="1008"/>
                </a:cxn>
                <a:cxn ang="0">
                  <a:pos x="5772" y="0"/>
                </a:cxn>
              </a:cxnLst>
              <a:rect l="0" t="0" r="0" b="0"/>
              <a:pathLst>
                <a:path w="5772" h="1055">
                  <a:moveTo>
                    <a:pt x="0" y="966"/>
                  </a:moveTo>
                  <a:cubicBezTo>
                    <a:pt x="282" y="738"/>
                    <a:pt x="923" y="275"/>
                    <a:pt x="1608" y="282"/>
                  </a:cubicBezTo>
                  <a:cubicBezTo>
                    <a:pt x="2293" y="289"/>
                    <a:pt x="3416" y="1055"/>
                    <a:pt x="4110" y="1008"/>
                  </a:cubicBezTo>
                  <a:cubicBezTo>
                    <a:pt x="4804" y="961"/>
                    <a:pt x="5426" y="210"/>
                    <a:pt x="5772" y="0"/>
                  </a:cubicBezTo>
                </a:path>
              </a:pathLst>
            </a:custGeom>
            <a:noFill/>
            <a:ln w="10795" cap="flat" cmpd="sng" algn="ctr">
              <a:gradFill>
                <a:gsLst>
                  <a:gs pos="74000">
                    <a:schemeClr val="accent3">
                      <a:shade val="75000"/>
                    </a:schemeClr>
                  </a:gs>
                  <a:gs pos="86000">
                    <a:schemeClr val="tx1">
                      <a:alpha val="29000"/>
                    </a:schemeClr>
                  </a:gs>
                  <a:gs pos="16000">
                    <a:schemeClr val="accent2">
                      <a:shade val="75000"/>
                      <a:alpha val="56000"/>
                    </a:schemeClr>
                  </a:gs>
                </a:gsLst>
                <a:lin ang="5400000" scaled="1"/>
              </a:gra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3" name="任意多边形 12"/>
            <p:cNvSpPr>
              <a:spLocks/>
            </p:cNvSpPr>
            <p:nvPr/>
          </p:nvSpPr>
          <p:spPr bwMode="auto">
            <a:xfrm rot="21435692">
              <a:off x="-14309" y="290003"/>
              <a:ext cx="9175812" cy="530352"/>
            </a:xfrm>
            <a:custGeom>
              <a:avLst>
                <a:gd name="A1" fmla="val 0"/>
                <a:gd name="A2" fmla="val 0"/>
                <a:gd name="A3" fmla="val 0"/>
                <a:gd name="A4" fmla="val 0"/>
                <a:gd name="A5" fmla="val 0"/>
                <a:gd name="A6" fmla="val 0"/>
                <a:gd name="A7" fmla="val 0"/>
                <a:gd name="A8" fmla="val 0"/>
              </a:avLst>
              <a:gdLst/>
              <a:ahLst/>
              <a:cxnLst>
                <a:cxn ang="0">
                  <a:pos x="0" y="732"/>
                </a:cxn>
                <a:cxn ang="0">
                  <a:pos x="1638" y="228"/>
                </a:cxn>
                <a:cxn ang="0">
                  <a:pos x="4122" y="816"/>
                </a:cxn>
                <a:cxn ang="0">
                  <a:pos x="5766" y="0"/>
                </a:cxn>
              </a:cxnLst>
              <a:rect l="0" t="0" r="0" b="0"/>
              <a:pathLst>
                <a:path w="5766" h="854">
                  <a:moveTo>
                    <a:pt x="0" y="732"/>
                  </a:moveTo>
                  <a:cubicBezTo>
                    <a:pt x="273" y="647"/>
                    <a:pt x="951" y="214"/>
                    <a:pt x="1638" y="228"/>
                  </a:cubicBezTo>
                  <a:cubicBezTo>
                    <a:pt x="2325" y="242"/>
                    <a:pt x="3434" y="854"/>
                    <a:pt x="4122" y="816"/>
                  </a:cubicBezTo>
                  <a:cubicBezTo>
                    <a:pt x="4810" y="778"/>
                    <a:pt x="5424" y="170"/>
                    <a:pt x="5766" y="0"/>
                  </a:cubicBezTo>
                </a:path>
              </a:pathLst>
            </a:custGeom>
            <a:noFill/>
            <a:ln w="9525" cap="flat" cmpd="sng" algn="ctr">
              <a:gradFill>
                <a:gsLst>
                  <a:gs pos="74000">
                    <a:schemeClr val="accent4"/>
                  </a:gs>
                  <a:gs pos="44000">
                    <a:schemeClr val="accent1"/>
                  </a:gs>
                  <a:gs pos="33000">
                    <a:schemeClr val="accent2">
                      <a:alpha val="56000"/>
                    </a:schemeClr>
                  </a:gs>
                </a:gsLst>
                <a:lin ang="5400000" scaled="1"/>
              </a:gradFill>
              <a:prstDash val="solid"/>
              <a:round/>
              <a:headEnd type="none" w="med" len="med"/>
              <a:tailEnd type="none" w="med" len="med"/>
            </a:ln>
            <a:effectLst/>
          </p:spPr>
          <p:txBody>
            <a:bodyPr vert="horz" wrap="square" lIns="91440" tIns="45720" rIns="91440" bIns="45720" anchor="t" compatLnSpc="1"/>
            <a:lstStyle/>
            <a:p>
              <a:endParaRPr kumimoji="0" lang="en-US"/>
            </a:p>
          </p:txBody>
        </p:sp>
      </p:grpSp>
    </p:spTree>
  </p:cSld>
  <p:clrMap bg1="lt1" tx1="dk1" bg2="lt2" tx2="dk2" accent1="accent1" accent2="accent2" accent3="accent3" accent4="accent4" accent5="accent5" accent6="accent6" hlink="hlink" folHlink="folHlink"/>
  <p:sldLayoutIdLst>
    <p:sldLayoutId id="2147483685" r:id="rId1"/>
    <p:sldLayoutId id="2147483686" r:id="rId2"/>
    <p:sldLayoutId id="2147483687" r:id="rId3"/>
    <p:sldLayoutId id="2147483688" r:id="rId4"/>
    <p:sldLayoutId id="2147483689" r:id="rId5"/>
    <p:sldLayoutId id="2147483690" r:id="rId6"/>
    <p:sldLayoutId id="2147483691" r:id="rId7"/>
    <p:sldLayoutId id="2147483692" r:id="rId8"/>
    <p:sldLayoutId id="2147483693" r:id="rId9"/>
    <p:sldLayoutId id="2147483694" r:id="rId10"/>
    <p:sldLayoutId id="2147483695" r:id="rId11"/>
    <p:sldLayoutId id="2147483696" r:id="rId12"/>
  </p:sldLayoutIdLst>
  <p:txStyles>
    <p:titleStyle>
      <a:lvl1pPr algn="l" rtl="0" eaLnBrk="1" latinLnBrk="0" hangingPunct="1">
        <a:spcBef>
          <a:spcPct val="0"/>
        </a:spcBef>
        <a:buNone/>
        <a:defRPr kumimoji="0" sz="5000" b="0" kern="1200">
          <a:ln>
            <a:noFill/>
          </a:ln>
          <a:solidFill>
            <a:schemeClr val="tx2"/>
          </a:solidFill>
          <a:effectLst/>
          <a:latin typeface="+mj-lt"/>
          <a:ea typeface="+mj-ea"/>
          <a:cs typeface="+mj-cs"/>
        </a:defRPr>
      </a:lvl1pPr>
    </p:titleStyle>
    <p:bodyStyle>
      <a:lvl1pPr marL="274320" indent="-274320" algn="l" rtl="0" eaLnBrk="1" latinLnBrk="0" hangingPunct="1">
        <a:spcBef>
          <a:spcPct val="20000"/>
        </a:spcBef>
        <a:buClr>
          <a:schemeClr val="accent3"/>
        </a:buClr>
        <a:buSzPct val="95000"/>
        <a:buFont typeface="Wingdings 2"/>
        <a:buChar char=""/>
        <a:defRPr kumimoji="0" sz="2600" kern="1200">
          <a:solidFill>
            <a:schemeClr val="tx1"/>
          </a:solidFill>
          <a:latin typeface="+mn-lt"/>
          <a:ea typeface="+mn-ea"/>
          <a:cs typeface="+mn-cs"/>
        </a:defRPr>
      </a:lvl1pPr>
      <a:lvl2pPr marL="640080" indent="-246888" algn="l" rtl="0" eaLnBrk="1" latinLnBrk="0" hangingPunct="1">
        <a:spcBef>
          <a:spcPct val="20000"/>
        </a:spcBef>
        <a:buClr>
          <a:schemeClr val="accent1"/>
        </a:buClr>
        <a:buSzPct val="85000"/>
        <a:buFont typeface="Wingdings 2"/>
        <a:buChar char=""/>
        <a:defRPr kumimoji="0" sz="2400" kern="1200">
          <a:solidFill>
            <a:schemeClr val="tx1"/>
          </a:solidFill>
          <a:latin typeface="+mn-lt"/>
          <a:ea typeface="+mn-ea"/>
          <a:cs typeface="+mn-cs"/>
        </a:defRPr>
      </a:lvl2pPr>
      <a:lvl3pPr marL="914400" indent="-246888" algn="l" rtl="0" eaLnBrk="1" latinLnBrk="0" hangingPunct="1">
        <a:spcBef>
          <a:spcPct val="20000"/>
        </a:spcBef>
        <a:buClr>
          <a:schemeClr val="accent2"/>
        </a:buClr>
        <a:buSzPct val="70000"/>
        <a:buFont typeface="Wingdings 2"/>
        <a:buChar char=""/>
        <a:defRPr kumimoji="0" sz="2100" kern="1200">
          <a:solidFill>
            <a:schemeClr val="tx1"/>
          </a:solidFill>
          <a:latin typeface="+mn-lt"/>
          <a:ea typeface="+mn-ea"/>
          <a:cs typeface="+mn-cs"/>
        </a:defRPr>
      </a:lvl3pPr>
      <a:lvl4pPr marL="1188720" indent="-210312" algn="l" rtl="0" eaLnBrk="1" latinLnBrk="0" hangingPunct="1">
        <a:spcBef>
          <a:spcPct val="20000"/>
        </a:spcBef>
        <a:buClr>
          <a:schemeClr val="accent3"/>
        </a:buClr>
        <a:buSzPct val="65000"/>
        <a:buFont typeface="Wingdings 2"/>
        <a:buChar char=""/>
        <a:defRPr kumimoji="0" sz="2000" kern="1200">
          <a:solidFill>
            <a:schemeClr val="tx1"/>
          </a:solidFill>
          <a:latin typeface="+mn-lt"/>
          <a:ea typeface="+mn-ea"/>
          <a:cs typeface="+mn-cs"/>
        </a:defRPr>
      </a:lvl4pPr>
      <a:lvl5pPr marL="1463040" indent="-210312" algn="l" rtl="0" eaLnBrk="1" latinLnBrk="0" hangingPunct="1">
        <a:spcBef>
          <a:spcPct val="20000"/>
        </a:spcBef>
        <a:buClr>
          <a:schemeClr val="accent4"/>
        </a:buClr>
        <a:buSzPct val="65000"/>
        <a:buFont typeface="Wingdings 2"/>
        <a:buChar char=""/>
        <a:defRPr kumimoji="0" sz="2000" kern="1200">
          <a:solidFill>
            <a:schemeClr val="tx1"/>
          </a:solidFill>
          <a:latin typeface="+mn-lt"/>
          <a:ea typeface="+mn-ea"/>
          <a:cs typeface="+mn-cs"/>
        </a:defRPr>
      </a:lvl5pPr>
      <a:lvl6pPr marL="1737360" indent="-210312" algn="l" rtl="0" eaLnBrk="1" latinLnBrk="0" hangingPunct="1">
        <a:spcBef>
          <a:spcPct val="20000"/>
        </a:spcBef>
        <a:buClr>
          <a:schemeClr val="accent5"/>
        </a:buClr>
        <a:buSzPct val="80000"/>
        <a:buFont typeface="Wingdings 2"/>
        <a:buChar char=""/>
        <a:defRPr kumimoji="0" sz="1800" kern="1200">
          <a:solidFill>
            <a:schemeClr val="tx1"/>
          </a:solidFill>
          <a:latin typeface="+mn-lt"/>
          <a:ea typeface="+mn-ea"/>
          <a:cs typeface="+mn-cs"/>
        </a:defRPr>
      </a:lvl6pPr>
      <a:lvl7pPr marL="1920240" indent="-182880" algn="l" rtl="0" eaLnBrk="1" latinLnBrk="0" hangingPunct="1">
        <a:spcBef>
          <a:spcPct val="20000"/>
        </a:spcBef>
        <a:buClr>
          <a:schemeClr val="accent6"/>
        </a:buClr>
        <a:buSzPct val="80000"/>
        <a:buFont typeface="Wingdings 2"/>
        <a:buChar char=""/>
        <a:defRPr kumimoji="0" sz="1600" kern="1200" baseline="0">
          <a:solidFill>
            <a:schemeClr val="tx1"/>
          </a:solidFill>
          <a:latin typeface="+mn-lt"/>
          <a:ea typeface="+mn-ea"/>
          <a:cs typeface="+mn-cs"/>
        </a:defRPr>
      </a:lvl7pPr>
      <a:lvl8pPr marL="2194560" indent="-182880" algn="l" rtl="0" eaLnBrk="1" latinLnBrk="0" hangingPunct="1">
        <a:spcBef>
          <a:spcPct val="20000"/>
        </a:spcBef>
        <a:buClr>
          <a:schemeClr val="tx2"/>
        </a:buClr>
        <a:buChar char="•"/>
        <a:defRPr kumimoji="0" sz="1600" kern="1200">
          <a:solidFill>
            <a:schemeClr val="tx1"/>
          </a:solidFill>
          <a:latin typeface="+mn-lt"/>
          <a:ea typeface="+mn-ea"/>
          <a:cs typeface="+mn-cs"/>
        </a:defRPr>
      </a:lvl8pPr>
      <a:lvl9pPr marL="2468880" indent="-182880" algn="l" rtl="0" eaLnBrk="1" latinLnBrk="0" hangingPunct="1">
        <a:spcBef>
          <a:spcPct val="20000"/>
        </a:spcBef>
        <a:buClr>
          <a:schemeClr val="tx2"/>
        </a:buClr>
        <a:buFontTx/>
        <a:buChar char="•"/>
        <a:defRPr kumimoji="0" sz="1400" kern="1200" baseline="0">
          <a:solidFill>
            <a:schemeClr val="tx1"/>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6.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3" Type="http://schemas.openxmlformats.org/officeDocument/2006/relationships/notesSlide" Target="../notesSlides/notesSlide34.xml"/><Relationship Id="rId2" Type="http://schemas.openxmlformats.org/officeDocument/2006/relationships/slideLayout" Target="../slideLayouts/slideLayout2.xml"/><Relationship Id="rId1" Type="http://schemas.openxmlformats.org/officeDocument/2006/relationships/vmlDrawing" Target="../drawings/vmlDrawing1.vml"/><Relationship Id="rId5" Type="http://schemas.openxmlformats.org/officeDocument/2006/relationships/oleObject" Target="../embeddings/oleObject2.bin"/><Relationship Id="rId4" Type="http://schemas.openxmlformats.org/officeDocument/2006/relationships/oleObject" Target="../embeddings/oleObject1.bin"/></Relationships>
</file>

<file path=ppt/slides/_rels/slide4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3" Type="http://schemas.openxmlformats.org/officeDocument/2006/relationships/notesSlide" Target="../notesSlides/notesSlide36.xml"/><Relationship Id="rId2" Type="http://schemas.openxmlformats.org/officeDocument/2006/relationships/slideLayout" Target="../slideLayouts/slideLayout2.xml"/><Relationship Id="rId1" Type="http://schemas.openxmlformats.org/officeDocument/2006/relationships/vmlDrawing" Target="../drawings/vmlDrawing2.vml"/><Relationship Id="rId4" Type="http://schemas.openxmlformats.org/officeDocument/2006/relationships/oleObject" Target="../embeddings/oleObject3.bin"/></Relationships>
</file>

<file path=ppt/slides/_rels/slide49.xml.rels><?xml version="1.0" encoding="UTF-8" standalone="yes"?>
<Relationships xmlns="http://schemas.openxmlformats.org/package/2006/relationships"><Relationship Id="rId3" Type="http://schemas.openxmlformats.org/officeDocument/2006/relationships/notesSlide" Target="../notesSlides/notesSlide37.xml"/><Relationship Id="rId2" Type="http://schemas.openxmlformats.org/officeDocument/2006/relationships/slideLayout" Target="../slideLayouts/slideLayout2.xml"/><Relationship Id="rId1" Type="http://schemas.openxmlformats.org/officeDocument/2006/relationships/vmlDrawing" Target="../drawings/vmlDrawing3.vml"/><Relationship Id="rId4" Type="http://schemas.openxmlformats.org/officeDocument/2006/relationships/oleObject" Target="../embeddings/oleObject4.bin"/></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fontScale="90000"/>
          </a:bodyPr>
          <a:lstStyle/>
          <a:p>
            <a:r>
              <a:rPr lang="en-US" altLang="zh-CN" dirty="0" smtClean="0">
                <a:latin typeface="微软雅黑" pitchFamily="34" charset="-122"/>
                <a:ea typeface="微软雅黑" pitchFamily="34" charset="-122"/>
              </a:rPr>
              <a:t>Chap2  </a:t>
            </a:r>
            <a:r>
              <a:rPr lang="zh-CN" altLang="en-US" dirty="0" smtClean="0">
                <a:latin typeface="微软雅黑" pitchFamily="34" charset="-122"/>
                <a:ea typeface="微软雅黑" pitchFamily="34" charset="-122"/>
              </a:rPr>
              <a:t>计算机网络的体系结构</a:t>
            </a:r>
            <a:endParaRPr lang="zh-CN" altLang="en-US" dirty="0"/>
          </a:p>
        </p:txBody>
      </p:sp>
      <p:sp>
        <p:nvSpPr>
          <p:cNvPr id="3" name="内容占位符 2"/>
          <p:cNvSpPr>
            <a:spLocks noGrp="1"/>
          </p:cNvSpPr>
          <p:nvPr>
            <p:ph idx="1"/>
          </p:nvPr>
        </p:nvSpPr>
        <p:spPr>
          <a:xfrm>
            <a:off x="1187624" y="1935480"/>
            <a:ext cx="6768752" cy="3797776"/>
          </a:xfrm>
        </p:spPr>
        <p:txBody>
          <a:bodyPr>
            <a:normAutofit lnSpcReduction="10000"/>
          </a:bodyPr>
          <a:lstStyle/>
          <a:p>
            <a:pPr marL="514350" indent="-514350">
              <a:buFont typeface="+mj-lt"/>
              <a:buAutoNum type="arabicPeriod"/>
            </a:pPr>
            <a:r>
              <a:rPr lang="en-US" altLang="zh-CN" dirty="0" smtClean="0"/>
              <a:t>Standardized protocol Architectures</a:t>
            </a:r>
            <a:r>
              <a:rPr lang="zh-CN" altLang="en-US" dirty="0" smtClean="0"/>
              <a:t>体系结构</a:t>
            </a:r>
            <a:endParaRPr lang="en-US" altLang="zh-CN" dirty="0" smtClean="0"/>
          </a:p>
          <a:p>
            <a:pPr marL="514350" indent="-514350">
              <a:buFont typeface="+mj-lt"/>
              <a:buAutoNum type="arabicPeriod"/>
            </a:pPr>
            <a:r>
              <a:rPr lang="zh-CN" altLang="en-US" dirty="0" smtClean="0"/>
              <a:t>分层的概念</a:t>
            </a:r>
            <a:endParaRPr lang="en-US" altLang="zh-CN" dirty="0" smtClean="0"/>
          </a:p>
          <a:p>
            <a:pPr marL="514350" indent="-514350">
              <a:buFont typeface="+mj-lt"/>
              <a:buAutoNum type="arabicPeriod"/>
            </a:pPr>
            <a:r>
              <a:rPr lang="en-US" altLang="zh-CN" dirty="0" smtClean="0"/>
              <a:t>OSI/RM  </a:t>
            </a:r>
          </a:p>
          <a:p>
            <a:pPr marL="850392" lvl="1" indent="-457200"/>
            <a:r>
              <a:rPr lang="en-US" altLang="zh-CN" dirty="0" smtClean="0"/>
              <a:t>Open systems  interconnection/ reference model</a:t>
            </a:r>
          </a:p>
          <a:p>
            <a:pPr marL="850392" lvl="1" indent="-457200"/>
            <a:r>
              <a:rPr lang="zh-CN" altLang="en-US" dirty="0" smtClean="0"/>
              <a:t>协议</a:t>
            </a:r>
            <a:r>
              <a:rPr lang="en-US" altLang="zh-CN" dirty="0" smtClean="0"/>
              <a:t>protocol</a:t>
            </a:r>
          </a:p>
          <a:p>
            <a:pPr marL="850392" lvl="1" indent="-457200"/>
            <a:r>
              <a:rPr lang="zh-CN" altLang="en-US" dirty="0" smtClean="0"/>
              <a:t>服务</a:t>
            </a:r>
            <a:r>
              <a:rPr lang="en-US" altLang="zh-CN" dirty="0" smtClean="0"/>
              <a:t>service</a:t>
            </a:r>
          </a:p>
          <a:p>
            <a:pPr marL="514350" indent="-514350">
              <a:buFont typeface="+mj-lt"/>
              <a:buAutoNum type="arabicPeriod"/>
            </a:pPr>
            <a:r>
              <a:rPr lang="en-US" altLang="zh-CN" dirty="0" smtClean="0"/>
              <a:t>TCP/IP</a:t>
            </a:r>
            <a:endParaRPr lang="zh-CN" altLang="en-US"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9266" name="Rectangle 2"/>
          <p:cNvSpPr>
            <a:spLocks noGrp="1" noChangeArrowheads="1"/>
          </p:cNvSpPr>
          <p:nvPr>
            <p:ph type="title"/>
          </p:nvPr>
        </p:nvSpPr>
        <p:spPr>
          <a:xfrm>
            <a:off x="611560" y="476672"/>
            <a:ext cx="8229600" cy="1143000"/>
          </a:xfrm>
        </p:spPr>
        <p:txBody>
          <a:bodyPr/>
          <a:lstStyle/>
          <a:p>
            <a:pPr algn="ctr" eaLnBrk="1" hangingPunct="1"/>
            <a:r>
              <a:rPr lang="zh-CN" altLang="en-US" dirty="0" smtClean="0">
                <a:latin typeface="微软雅黑" pitchFamily="34" charset="-122"/>
                <a:ea typeface="微软雅黑" pitchFamily="34" charset="-122"/>
              </a:rPr>
              <a:t>第三代计算机网络</a:t>
            </a:r>
          </a:p>
        </p:txBody>
      </p:sp>
      <p:sp>
        <p:nvSpPr>
          <p:cNvPr id="112643" name="Rectangle 3"/>
          <p:cNvSpPr>
            <a:spLocks noGrp="1" noChangeArrowheads="1"/>
          </p:cNvSpPr>
          <p:nvPr>
            <p:ph idx="1"/>
          </p:nvPr>
        </p:nvSpPr>
        <p:spPr>
          <a:xfrm>
            <a:off x="755576" y="1844824"/>
            <a:ext cx="8064896" cy="4475162"/>
          </a:xfrm>
        </p:spPr>
        <p:txBody>
          <a:bodyPr/>
          <a:lstStyle/>
          <a:p>
            <a:pPr eaLnBrk="1" hangingPunct="1"/>
            <a:r>
              <a:rPr lang="zh-CN" altLang="en-US" sz="2800" dirty="0" smtClean="0">
                <a:latin typeface="微软雅黑" pitchFamily="34" charset="-122"/>
                <a:ea typeface="微软雅黑" pitchFamily="34" charset="-122"/>
              </a:rPr>
              <a:t>基于体系结构</a:t>
            </a:r>
            <a:endParaRPr lang="en-US" altLang="zh-CN" sz="2800" dirty="0" smtClean="0">
              <a:latin typeface="微软雅黑" pitchFamily="34" charset="-122"/>
              <a:ea typeface="微软雅黑" pitchFamily="34" charset="-122"/>
            </a:endParaRPr>
          </a:p>
          <a:p>
            <a:pPr lvl="1"/>
            <a:r>
              <a:rPr lang="zh-CN" altLang="en-US" dirty="0" smtClean="0">
                <a:latin typeface="微软雅黑" pitchFamily="34" charset="-122"/>
                <a:ea typeface="微软雅黑" pitchFamily="34" charset="-122"/>
              </a:rPr>
              <a:t>计算机网络的</a:t>
            </a:r>
            <a:r>
              <a:rPr lang="zh-CN" altLang="en-US" dirty="0" smtClean="0">
                <a:solidFill>
                  <a:schemeClr val="hlink"/>
                </a:solidFill>
                <a:latin typeface="微软雅黑" pitchFamily="34" charset="-122"/>
                <a:ea typeface="微软雅黑" pitchFamily="34" charset="-122"/>
              </a:rPr>
              <a:t>体系结构</a:t>
            </a:r>
            <a:r>
              <a:rPr lang="en-US" altLang="zh-CN" dirty="0" smtClean="0">
                <a:latin typeface="微软雅黑" pitchFamily="34" charset="-122"/>
                <a:ea typeface="微软雅黑" pitchFamily="34" charset="-122"/>
              </a:rPr>
              <a:t>(architecture)</a:t>
            </a:r>
            <a:r>
              <a:rPr lang="zh-CN" altLang="en-US" dirty="0" smtClean="0">
                <a:latin typeface="微软雅黑" pitchFamily="34" charset="-122"/>
                <a:ea typeface="微软雅黑" pitchFamily="34" charset="-122"/>
              </a:rPr>
              <a:t>是计算机网络的各层及其协议的集合。 </a:t>
            </a:r>
          </a:p>
          <a:p>
            <a:pPr lvl="1"/>
            <a:r>
              <a:rPr lang="zh-CN" altLang="en-US" dirty="0" smtClean="0">
                <a:latin typeface="微软雅黑" pitchFamily="34" charset="-122"/>
                <a:ea typeface="微软雅黑" pitchFamily="34" charset="-122"/>
              </a:rPr>
              <a:t>体系结构就是这个计算机网络及其部件所应完成的功能的</a:t>
            </a:r>
            <a:r>
              <a:rPr lang="zh-CN" altLang="en-US" dirty="0" smtClean="0">
                <a:solidFill>
                  <a:schemeClr val="hlink"/>
                </a:solidFill>
                <a:latin typeface="微软雅黑" pitchFamily="34" charset="-122"/>
                <a:ea typeface="微软雅黑" pitchFamily="34" charset="-122"/>
              </a:rPr>
              <a:t>精确定义</a:t>
            </a:r>
            <a:r>
              <a:rPr lang="zh-CN" altLang="en-US" dirty="0" smtClean="0">
                <a:latin typeface="微软雅黑" pitchFamily="34" charset="-122"/>
                <a:ea typeface="微软雅黑" pitchFamily="34" charset="-122"/>
              </a:rPr>
              <a:t>。</a:t>
            </a:r>
          </a:p>
          <a:p>
            <a:pPr eaLnBrk="1" hangingPunct="1"/>
            <a:r>
              <a:rPr lang="zh-CN" altLang="en-US" sz="2800" dirty="0" smtClean="0">
                <a:solidFill>
                  <a:schemeClr val="hlink"/>
                </a:solidFill>
                <a:latin typeface="微软雅黑" pitchFamily="34" charset="-122"/>
                <a:ea typeface="微软雅黑" pitchFamily="34" charset="-122"/>
              </a:rPr>
              <a:t>实现</a:t>
            </a:r>
            <a:r>
              <a:rPr lang="en-US" altLang="zh-CN" sz="2800" dirty="0" smtClean="0">
                <a:latin typeface="微软雅黑" pitchFamily="34" charset="-122"/>
                <a:ea typeface="微软雅黑" pitchFamily="34" charset="-122"/>
              </a:rPr>
              <a:t>(implementation)</a:t>
            </a:r>
            <a:r>
              <a:rPr lang="zh-CN" altLang="en-US" sz="2800" dirty="0" smtClean="0">
                <a:latin typeface="微软雅黑" pitchFamily="34" charset="-122"/>
                <a:ea typeface="微软雅黑" pitchFamily="34" charset="-122"/>
              </a:rPr>
              <a:t>是遵循这种体系结构的前提下用何种硬件或软件完成这些功能的问题。</a:t>
            </a:r>
          </a:p>
          <a:p>
            <a:pPr eaLnBrk="1" hangingPunct="1"/>
            <a:r>
              <a:rPr lang="zh-CN" altLang="en-US" sz="2800" dirty="0" smtClean="0">
                <a:latin typeface="微软雅黑" pitchFamily="34" charset="-122"/>
                <a:ea typeface="微软雅黑" pitchFamily="34" charset="-122"/>
              </a:rPr>
              <a:t>体系结构是抽象的，而实现则是具体的，是真正在运行的计算机硬件和软件。   </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12643">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12643">
                                            <p:txEl>
                                              <p:pRg st="1" end="1"/>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11264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12643">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1264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2643" grpId="0" build="p"/>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6738" name="Rectangle 2"/>
          <p:cNvSpPr>
            <a:spLocks noGrp="1" noChangeArrowheads="1"/>
          </p:cNvSpPr>
          <p:nvPr>
            <p:ph type="title"/>
          </p:nvPr>
        </p:nvSpPr>
        <p:spPr>
          <a:xfrm>
            <a:off x="467544" y="332656"/>
            <a:ext cx="8136135" cy="1462087"/>
          </a:xfrm>
        </p:spPr>
        <p:txBody>
          <a:bodyPr>
            <a:normAutofit/>
          </a:bodyPr>
          <a:lstStyle/>
          <a:p>
            <a:pPr algn="ctr" eaLnBrk="1" hangingPunct="1"/>
            <a:r>
              <a:rPr lang="zh-CN" altLang="en-US" dirty="0" smtClean="0">
                <a:latin typeface="微软雅黑" pitchFamily="34" charset="-122"/>
                <a:ea typeface="微软雅黑" pitchFamily="34" charset="-122"/>
              </a:rPr>
              <a:t>计算机网络的体系结构</a:t>
            </a:r>
            <a:br>
              <a:rPr lang="zh-CN" altLang="en-US" dirty="0" smtClean="0">
                <a:latin typeface="微软雅黑" pitchFamily="34" charset="-122"/>
                <a:ea typeface="微软雅黑" pitchFamily="34" charset="-122"/>
              </a:rPr>
            </a:br>
            <a:endParaRPr lang="zh-CN" altLang="en-US" sz="3600" dirty="0" smtClean="0">
              <a:latin typeface="微软雅黑" pitchFamily="34" charset="-122"/>
              <a:ea typeface="微软雅黑" pitchFamily="34" charset="-122"/>
            </a:endParaRPr>
          </a:p>
        </p:txBody>
      </p:sp>
      <p:sp>
        <p:nvSpPr>
          <p:cNvPr id="100355" name="Rectangle 3"/>
          <p:cNvSpPr>
            <a:spLocks noGrp="1" noChangeArrowheads="1"/>
          </p:cNvSpPr>
          <p:nvPr>
            <p:ph idx="1"/>
          </p:nvPr>
        </p:nvSpPr>
        <p:spPr>
          <a:xfrm>
            <a:off x="683568" y="1772816"/>
            <a:ext cx="7772400" cy="4330824"/>
          </a:xfrm>
        </p:spPr>
        <p:txBody>
          <a:bodyPr/>
          <a:lstStyle/>
          <a:p>
            <a:pPr eaLnBrk="1" hangingPunct="1">
              <a:buFont typeface="Wingdings" pitchFamily="2" charset="2"/>
              <a:buChar char="n"/>
            </a:pPr>
            <a:r>
              <a:rPr lang="zh-CN" altLang="en-US" dirty="0" smtClean="0">
                <a:latin typeface="黑体" pitchFamily="49" charset="-122"/>
                <a:ea typeface="黑体" pitchFamily="49" charset="-122"/>
              </a:rPr>
              <a:t>相互通信的两个计算机系统必须</a:t>
            </a:r>
            <a:r>
              <a:rPr lang="zh-CN" altLang="en-US" dirty="0" smtClean="0">
                <a:solidFill>
                  <a:schemeClr val="hlink"/>
                </a:solidFill>
                <a:latin typeface="黑体" pitchFamily="49" charset="-122"/>
                <a:ea typeface="黑体" pitchFamily="49" charset="-122"/>
              </a:rPr>
              <a:t>高度协调工作</a:t>
            </a:r>
            <a:r>
              <a:rPr lang="zh-CN" altLang="en-US" dirty="0" smtClean="0">
                <a:latin typeface="黑体" pitchFamily="49" charset="-122"/>
                <a:ea typeface="黑体" pitchFamily="49" charset="-122"/>
              </a:rPr>
              <a:t>才行，而这种“协调”是相当复杂的。 </a:t>
            </a:r>
            <a:endParaRPr lang="en-US" altLang="zh-CN" dirty="0" smtClean="0">
              <a:latin typeface="黑体" pitchFamily="49" charset="-122"/>
              <a:ea typeface="黑体" pitchFamily="49" charset="-122"/>
            </a:endParaRPr>
          </a:p>
          <a:p>
            <a:pPr lvl="1">
              <a:buClr>
                <a:srgbClr val="C00000"/>
              </a:buClr>
              <a:buFont typeface="Wingdings" pitchFamily="2" charset="2"/>
              <a:buChar char="p"/>
            </a:pPr>
            <a:r>
              <a:rPr lang="zh-CN" altLang="en-US" dirty="0" smtClean="0">
                <a:latin typeface="黑体" pitchFamily="49" charset="-122"/>
                <a:ea typeface="黑体" pitchFamily="49" charset="-122"/>
              </a:rPr>
              <a:t>位置、操作系统、传输媒体的不同</a:t>
            </a:r>
            <a:endParaRPr lang="en-US" altLang="zh-CN" dirty="0" smtClean="0">
              <a:latin typeface="黑体" pitchFamily="49" charset="-122"/>
              <a:ea typeface="黑体" pitchFamily="49" charset="-122"/>
            </a:endParaRPr>
          </a:p>
          <a:p>
            <a:pPr lvl="1">
              <a:buClr>
                <a:srgbClr val="C00000"/>
              </a:buClr>
              <a:buFont typeface="Wingdings" pitchFamily="2" charset="2"/>
              <a:buChar char="p"/>
            </a:pPr>
            <a:r>
              <a:rPr lang="zh-CN" altLang="en-US" dirty="0" smtClean="0">
                <a:latin typeface="黑体" pitchFamily="49" charset="-122"/>
                <a:ea typeface="黑体" pitchFamily="49" charset="-122"/>
              </a:rPr>
              <a:t>异种机和异种网络的互连</a:t>
            </a:r>
          </a:p>
          <a:p>
            <a:pPr eaLnBrk="1" hangingPunct="1"/>
            <a:r>
              <a:rPr lang="zh-CN" altLang="en-US" dirty="0" smtClean="0">
                <a:latin typeface="黑体" pitchFamily="49" charset="-122"/>
                <a:ea typeface="黑体" pitchFamily="49" charset="-122"/>
              </a:rPr>
              <a:t>“</a:t>
            </a:r>
            <a:r>
              <a:rPr lang="zh-CN" altLang="en-US" dirty="0" smtClean="0">
                <a:solidFill>
                  <a:schemeClr val="hlink"/>
                </a:solidFill>
                <a:latin typeface="黑体" pitchFamily="49" charset="-122"/>
                <a:ea typeface="黑体" pitchFamily="49" charset="-122"/>
              </a:rPr>
              <a:t>分层</a:t>
            </a:r>
            <a:r>
              <a:rPr lang="zh-CN" altLang="en-US" dirty="0" smtClean="0">
                <a:latin typeface="黑体" pitchFamily="49" charset="-122"/>
                <a:ea typeface="黑体" pitchFamily="49" charset="-122"/>
              </a:rPr>
              <a:t>”可将庞大而复杂的问题，转化为若干较小的局部问题，而这些较小的局部问题就比较易于研究和处理。 </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00355">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00355">
                                            <p:txEl>
                                              <p:pRg st="1" end="1"/>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100355">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00355">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0355" grpId="0" build="p"/>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1906" name="Rectangle 2"/>
          <p:cNvSpPr>
            <a:spLocks noGrp="1" noChangeArrowheads="1"/>
          </p:cNvSpPr>
          <p:nvPr>
            <p:ph type="title"/>
          </p:nvPr>
        </p:nvSpPr>
        <p:spPr>
          <a:xfrm>
            <a:off x="2362200" y="381000"/>
            <a:ext cx="4792663" cy="1143000"/>
          </a:xfrm>
        </p:spPr>
        <p:txBody>
          <a:bodyPr/>
          <a:lstStyle/>
          <a:p>
            <a:pPr algn="ctr"/>
            <a:r>
              <a:rPr lang="zh-CN" altLang="en-US" b="1"/>
              <a:t>分层的好处</a:t>
            </a:r>
          </a:p>
        </p:txBody>
      </p:sp>
      <p:sp>
        <p:nvSpPr>
          <p:cNvPr id="251907" name="Rectangle 3"/>
          <p:cNvSpPr>
            <a:spLocks noGrp="1" noChangeArrowheads="1"/>
          </p:cNvSpPr>
          <p:nvPr>
            <p:ph type="body" idx="1"/>
          </p:nvPr>
        </p:nvSpPr>
        <p:spPr>
          <a:xfrm>
            <a:off x="685800" y="1981200"/>
            <a:ext cx="7772400" cy="4114800"/>
          </a:xfrm>
        </p:spPr>
        <p:txBody>
          <a:bodyPr/>
          <a:lstStyle/>
          <a:p>
            <a:pPr>
              <a:lnSpc>
                <a:spcPct val="125000"/>
              </a:lnSpc>
            </a:pPr>
            <a:r>
              <a:rPr lang="zh-CN" altLang="en-US"/>
              <a:t>将复杂的网络操作分成多个简单的部分</a:t>
            </a:r>
          </a:p>
          <a:p>
            <a:pPr>
              <a:lnSpc>
                <a:spcPct val="125000"/>
              </a:lnSpc>
            </a:pPr>
            <a:r>
              <a:rPr lang="zh-CN" altLang="en-US"/>
              <a:t>使工程师们把主要的精力放在功能模块的设计和开发上</a:t>
            </a:r>
          </a:p>
          <a:p>
            <a:pPr>
              <a:lnSpc>
                <a:spcPct val="125000"/>
              </a:lnSpc>
            </a:pPr>
            <a:r>
              <a:rPr lang="zh-CN" altLang="en-US"/>
              <a:t>为即插即用的兼容性和多供应商产品的集成提供定义标准接口的能力</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8242" name="Rectangle 2"/>
          <p:cNvSpPr>
            <a:spLocks noGrp="1" noChangeArrowheads="1"/>
          </p:cNvSpPr>
          <p:nvPr>
            <p:ph type="title"/>
          </p:nvPr>
        </p:nvSpPr>
        <p:spPr>
          <a:xfrm>
            <a:off x="539552" y="404664"/>
            <a:ext cx="8229600" cy="1143000"/>
          </a:xfrm>
        </p:spPr>
        <p:txBody>
          <a:bodyPr/>
          <a:lstStyle/>
          <a:p>
            <a:pPr algn="ctr" eaLnBrk="1" hangingPunct="1"/>
            <a:r>
              <a:rPr lang="zh-CN" altLang="en-US" dirty="0" smtClean="0">
                <a:latin typeface="微软雅黑" pitchFamily="34" charset="-122"/>
                <a:ea typeface="微软雅黑" pitchFamily="34" charset="-122"/>
              </a:rPr>
              <a:t>层数多少要适当 </a:t>
            </a:r>
          </a:p>
        </p:txBody>
      </p:sp>
      <p:sp>
        <p:nvSpPr>
          <p:cNvPr id="111619" name="Rectangle 3"/>
          <p:cNvSpPr>
            <a:spLocks noGrp="1" noChangeArrowheads="1"/>
          </p:cNvSpPr>
          <p:nvPr>
            <p:ph idx="1"/>
          </p:nvPr>
        </p:nvSpPr>
        <p:spPr>
          <a:xfrm>
            <a:off x="1042988" y="1700808"/>
            <a:ext cx="7772400" cy="4608512"/>
          </a:xfrm>
        </p:spPr>
        <p:txBody>
          <a:bodyPr>
            <a:normAutofit fontScale="77500" lnSpcReduction="20000"/>
          </a:bodyPr>
          <a:lstStyle/>
          <a:p>
            <a:pPr eaLnBrk="1" hangingPunct="1"/>
            <a:r>
              <a:rPr lang="zh-CN" altLang="en-US" dirty="0" smtClean="0">
                <a:latin typeface="微软雅黑" pitchFamily="34" charset="-122"/>
                <a:ea typeface="微软雅黑" pitchFamily="34" charset="-122"/>
              </a:rPr>
              <a:t>若层数太少，就会使每一层的协议太复杂。</a:t>
            </a:r>
          </a:p>
          <a:p>
            <a:pPr eaLnBrk="1" hangingPunct="1"/>
            <a:r>
              <a:rPr lang="zh-CN" altLang="en-US" dirty="0" smtClean="0">
                <a:latin typeface="微软雅黑" pitchFamily="34" charset="-122"/>
                <a:ea typeface="微软雅黑" pitchFamily="34" charset="-122"/>
              </a:rPr>
              <a:t>层数太多又会在描述和综合各层功能的系统工程任务时遇到较多的困难。</a:t>
            </a:r>
            <a:endParaRPr lang="en-US" altLang="zh-CN" dirty="0" smtClean="0">
              <a:latin typeface="微软雅黑" pitchFamily="34" charset="-122"/>
              <a:ea typeface="微软雅黑" pitchFamily="34" charset="-122"/>
            </a:endParaRPr>
          </a:p>
          <a:p>
            <a:pPr eaLnBrk="1" hangingPunct="1"/>
            <a:r>
              <a:rPr lang="zh-CN" altLang="en-US" dirty="0" smtClean="0">
                <a:latin typeface="微软雅黑" pitchFamily="34" charset="-122"/>
                <a:ea typeface="微软雅黑" pitchFamily="34" charset="-122"/>
              </a:rPr>
              <a:t>两种国际标准</a:t>
            </a:r>
            <a:endParaRPr lang="en-US" altLang="zh-CN" dirty="0" smtClean="0">
              <a:latin typeface="微软雅黑" pitchFamily="34" charset="-122"/>
              <a:ea typeface="微软雅黑" pitchFamily="34" charset="-122"/>
            </a:endParaRPr>
          </a:p>
          <a:p>
            <a:pPr lvl="1"/>
            <a:r>
              <a:rPr lang="en-US" altLang="zh-CN" dirty="0" smtClean="0">
                <a:latin typeface="微软雅黑" pitchFamily="34" charset="-122"/>
                <a:ea typeface="微软雅黑" pitchFamily="34" charset="-122"/>
              </a:rPr>
              <a:t>OSI/RM</a:t>
            </a:r>
          </a:p>
          <a:p>
            <a:pPr lvl="2"/>
            <a:r>
              <a:rPr lang="zh-CN" altLang="en-US" dirty="0" smtClean="0">
                <a:latin typeface="微软雅黑" pitchFamily="34" charset="-122"/>
                <a:ea typeface="微软雅黑" pitchFamily="34" charset="-122"/>
              </a:rPr>
              <a:t>法律上的</a:t>
            </a:r>
            <a:r>
              <a:rPr lang="en-US" altLang="zh-CN" dirty="0" smtClean="0">
                <a:latin typeface="微软雅黑" pitchFamily="34" charset="-122"/>
                <a:ea typeface="微软雅黑" pitchFamily="34" charset="-122"/>
              </a:rPr>
              <a:t>(</a:t>
            </a:r>
            <a:r>
              <a:rPr lang="en-US" altLang="zh-CN" i="1" dirty="0" smtClean="0">
                <a:latin typeface="微软雅黑" pitchFamily="34" charset="-122"/>
                <a:ea typeface="微软雅黑" pitchFamily="34" charset="-122"/>
              </a:rPr>
              <a:t>de jure</a:t>
            </a:r>
            <a:r>
              <a:rPr lang="en-US" altLang="zh-CN" dirty="0" smtClean="0">
                <a:latin typeface="微软雅黑" pitchFamily="34" charset="-122"/>
                <a:ea typeface="微软雅黑" pitchFamily="34" charset="-122"/>
              </a:rPr>
              <a:t>)</a:t>
            </a:r>
            <a:r>
              <a:rPr lang="zh-CN" altLang="en-US" dirty="0" smtClean="0">
                <a:latin typeface="微软雅黑" pitchFamily="34" charset="-122"/>
                <a:ea typeface="微软雅黑" pitchFamily="34" charset="-122"/>
              </a:rPr>
              <a:t>国际标准 </a:t>
            </a:r>
            <a:r>
              <a:rPr lang="en-US" altLang="zh-CN" dirty="0" smtClean="0">
                <a:latin typeface="微软雅黑" pitchFamily="34" charset="-122"/>
                <a:ea typeface="微软雅黑" pitchFamily="34" charset="-122"/>
              </a:rPr>
              <a:t>OSI </a:t>
            </a:r>
            <a:r>
              <a:rPr lang="zh-CN" altLang="en-US" dirty="0" smtClean="0">
                <a:latin typeface="微软雅黑" pitchFamily="34" charset="-122"/>
                <a:ea typeface="微软雅黑" pitchFamily="34" charset="-122"/>
              </a:rPr>
              <a:t>并没有得到市场的认可</a:t>
            </a:r>
            <a:endParaRPr lang="en-US" altLang="zh-CN" dirty="0" smtClean="0">
              <a:latin typeface="微软雅黑" pitchFamily="34" charset="-122"/>
              <a:ea typeface="微软雅黑" pitchFamily="34" charset="-122"/>
            </a:endParaRPr>
          </a:p>
          <a:p>
            <a:pPr lvl="2"/>
            <a:r>
              <a:rPr lang="en-US" altLang="en-US" dirty="0" smtClean="0"/>
              <a:t>A theoretical system delivered too late!</a:t>
            </a:r>
            <a:endParaRPr lang="en-US" altLang="zh-CN" dirty="0" smtClean="0">
              <a:latin typeface="微软雅黑" pitchFamily="34" charset="-122"/>
              <a:ea typeface="微软雅黑" pitchFamily="34" charset="-122"/>
            </a:endParaRPr>
          </a:p>
          <a:p>
            <a:pPr lvl="1"/>
            <a:r>
              <a:rPr lang="en-US" altLang="zh-CN" dirty="0" smtClean="0">
                <a:latin typeface="微软雅黑" pitchFamily="34" charset="-122"/>
                <a:ea typeface="微软雅黑" pitchFamily="34" charset="-122"/>
              </a:rPr>
              <a:t>TCP/IP</a:t>
            </a:r>
          </a:p>
          <a:p>
            <a:pPr lvl="2"/>
            <a:r>
              <a:rPr lang="zh-CN" altLang="en-US" dirty="0" smtClean="0">
                <a:latin typeface="微软雅黑" pitchFamily="34" charset="-122"/>
                <a:ea typeface="微软雅黑" pitchFamily="34" charset="-122"/>
              </a:rPr>
              <a:t>获得了最广泛的应用</a:t>
            </a:r>
          </a:p>
          <a:p>
            <a:pPr lvl="2"/>
            <a:r>
              <a:rPr lang="en-US" altLang="zh-CN" dirty="0" smtClean="0">
                <a:solidFill>
                  <a:srgbClr val="333399"/>
                </a:solidFill>
                <a:latin typeface="微软雅黑" pitchFamily="34" charset="-122"/>
                <a:ea typeface="微软雅黑" pitchFamily="34" charset="-122"/>
              </a:rPr>
              <a:t>TCP/IP </a:t>
            </a:r>
            <a:r>
              <a:rPr lang="zh-CN" altLang="en-US" dirty="0" smtClean="0">
                <a:solidFill>
                  <a:srgbClr val="333399"/>
                </a:solidFill>
                <a:latin typeface="微软雅黑" pitchFamily="34" charset="-122"/>
                <a:ea typeface="微软雅黑" pitchFamily="34" charset="-122"/>
              </a:rPr>
              <a:t>常被称为</a:t>
            </a:r>
            <a:r>
              <a:rPr lang="zh-CN" altLang="en-US" dirty="0" smtClean="0">
                <a:solidFill>
                  <a:schemeClr val="hlink"/>
                </a:solidFill>
                <a:latin typeface="微软雅黑" pitchFamily="34" charset="-122"/>
                <a:ea typeface="微软雅黑" pitchFamily="34" charset="-122"/>
              </a:rPr>
              <a:t>事实上的</a:t>
            </a:r>
            <a:r>
              <a:rPr lang="en-US" altLang="zh-CN" dirty="0" smtClean="0">
                <a:solidFill>
                  <a:schemeClr val="hlink"/>
                </a:solidFill>
                <a:latin typeface="微软雅黑" pitchFamily="34" charset="-122"/>
                <a:ea typeface="微软雅黑" pitchFamily="34" charset="-122"/>
              </a:rPr>
              <a:t>(</a:t>
            </a:r>
            <a:r>
              <a:rPr lang="en-US" altLang="zh-CN" i="1" dirty="0" smtClean="0">
                <a:solidFill>
                  <a:schemeClr val="hlink"/>
                </a:solidFill>
                <a:latin typeface="微软雅黑" pitchFamily="34" charset="-122"/>
                <a:ea typeface="微软雅黑" pitchFamily="34" charset="-122"/>
              </a:rPr>
              <a:t>the facto</a:t>
            </a:r>
            <a:r>
              <a:rPr lang="en-US" altLang="zh-CN" dirty="0" smtClean="0">
                <a:solidFill>
                  <a:schemeClr val="hlink"/>
                </a:solidFill>
                <a:latin typeface="微软雅黑" pitchFamily="34" charset="-122"/>
                <a:ea typeface="微软雅黑" pitchFamily="34" charset="-122"/>
              </a:rPr>
              <a:t>) </a:t>
            </a:r>
            <a:r>
              <a:rPr lang="zh-CN" altLang="en-US" dirty="0" smtClean="0">
                <a:solidFill>
                  <a:schemeClr val="hlink"/>
                </a:solidFill>
                <a:latin typeface="微软雅黑" pitchFamily="34" charset="-122"/>
                <a:ea typeface="微软雅黑" pitchFamily="34" charset="-122"/>
              </a:rPr>
              <a:t>国际标准</a:t>
            </a:r>
            <a:endParaRPr lang="en-US" altLang="zh-CN" dirty="0" smtClean="0">
              <a:latin typeface="微软雅黑" pitchFamily="34" charset="-122"/>
              <a:ea typeface="微软雅黑" pitchFamily="34" charset="-122"/>
            </a:endParaRPr>
          </a:p>
          <a:p>
            <a:r>
              <a:rPr lang="zh-CN" altLang="en-US" dirty="0" smtClean="0">
                <a:latin typeface="微软雅黑" pitchFamily="34" charset="-122"/>
                <a:ea typeface="微软雅黑" pitchFamily="34" charset="-122"/>
              </a:rPr>
              <a:t>其他</a:t>
            </a:r>
            <a:endParaRPr lang="en-US" altLang="zh-CN" dirty="0" smtClean="0">
              <a:latin typeface="微软雅黑" pitchFamily="34" charset="-122"/>
              <a:ea typeface="微软雅黑" pitchFamily="34" charset="-122"/>
            </a:endParaRPr>
          </a:p>
          <a:p>
            <a:pPr lvl="1"/>
            <a:r>
              <a:rPr lang="en-US" altLang="zh-CN" dirty="0" smtClean="0">
                <a:latin typeface="微软雅黑" pitchFamily="34" charset="-122"/>
                <a:ea typeface="微软雅黑" pitchFamily="34" charset="-122"/>
              </a:rPr>
              <a:t>ATM</a:t>
            </a:r>
          </a:p>
          <a:p>
            <a:pPr lvl="1"/>
            <a:r>
              <a:rPr lang="en-US" altLang="zh-CN" dirty="0" smtClean="0">
                <a:latin typeface="微软雅黑" pitchFamily="34" charset="-122"/>
                <a:ea typeface="微软雅黑" pitchFamily="34" charset="-122"/>
              </a:rPr>
              <a:t>LAN</a:t>
            </a:r>
          </a:p>
          <a:p>
            <a:pPr lvl="1"/>
            <a:r>
              <a:rPr lang="en-US" altLang="zh-CN" dirty="0" smtClean="0">
                <a:latin typeface="微软雅黑" pitchFamily="34" charset="-122"/>
                <a:ea typeface="微软雅黑" pitchFamily="34" charset="-122"/>
              </a:rPr>
              <a:t>Bluetooth</a:t>
            </a:r>
          </a:p>
          <a:p>
            <a:pPr lvl="1"/>
            <a:r>
              <a:rPr lang="en-US" altLang="zh-CN" dirty="0" err="1" smtClean="0">
                <a:latin typeface="微软雅黑" pitchFamily="34" charset="-122"/>
                <a:ea typeface="微软雅黑" pitchFamily="34" charset="-122"/>
              </a:rPr>
              <a:t>Zigbee</a:t>
            </a:r>
            <a:endParaRPr lang="en-US" altLang="zh-CN" dirty="0" smtClean="0">
              <a:latin typeface="微软雅黑" pitchFamily="34" charset="-122"/>
              <a:ea typeface="微软雅黑" pitchFamily="34" charset="-122"/>
            </a:endParaRPr>
          </a:p>
          <a:p>
            <a:pPr lvl="1"/>
            <a:r>
              <a:rPr lang="en-US" altLang="zh-CN" dirty="0" smtClean="0">
                <a:latin typeface="微软雅黑" pitchFamily="34" charset="-122"/>
                <a:ea typeface="微软雅黑" pitchFamily="34" charset="-122"/>
              </a:rPr>
              <a:t>Etc</a:t>
            </a:r>
            <a:r>
              <a:rPr lang="zh-CN" altLang="en-US" dirty="0" smtClean="0">
                <a:latin typeface="微软雅黑" pitchFamily="34" charset="-122"/>
                <a:ea typeface="微软雅黑" pitchFamily="34" charset="-122"/>
              </a:rPr>
              <a:t> </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11619">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11619">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11619">
                                            <p:txEl>
                                              <p:pRg st="2" end="2"/>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111619">
                                            <p:txEl>
                                              <p:pRg st="3" end="3"/>
                                            </p:txEl>
                                          </p:spTgt>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111619">
                                            <p:txEl>
                                              <p:pRg st="4" end="4"/>
                                            </p:txEl>
                                          </p:spTgt>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111619">
                                            <p:txEl>
                                              <p:pRg st="5" end="5"/>
                                            </p:txEl>
                                          </p:spTgt>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111619">
                                            <p:txEl>
                                              <p:pRg st="6" end="6"/>
                                            </p:txEl>
                                          </p:spTgt>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111619">
                                            <p:txEl>
                                              <p:pRg st="7" end="7"/>
                                            </p:txEl>
                                          </p:spTgt>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111619">
                                            <p:txEl>
                                              <p:pRg st="8" end="8"/>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111619">
                                            <p:txEl>
                                              <p:pRg st="9" end="9"/>
                                            </p:txEl>
                                          </p:spTgt>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111619">
                                            <p:txEl>
                                              <p:pRg st="10" end="10"/>
                                            </p:txEl>
                                          </p:spTgt>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111619">
                                            <p:txEl>
                                              <p:pRg st="11" end="11"/>
                                            </p:txEl>
                                          </p:spTgt>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111619">
                                            <p:txEl>
                                              <p:pRg st="12" end="12"/>
                                            </p:txEl>
                                          </p:spTgt>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111619">
                                            <p:txEl>
                                              <p:pRg st="13" end="13"/>
                                            </p:txEl>
                                          </p:spTgt>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111619">
                                            <p:txEl>
                                              <p:pRg st="14" end="1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1619" grpId="0" build="p"/>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8834" name="Rectangle 2"/>
          <p:cNvSpPr>
            <a:spLocks noGrp="1" noChangeArrowheads="1"/>
          </p:cNvSpPr>
          <p:nvPr>
            <p:ph type="title"/>
          </p:nvPr>
        </p:nvSpPr>
        <p:spPr>
          <a:xfrm>
            <a:off x="1150938" y="617538"/>
            <a:ext cx="6850062" cy="754062"/>
          </a:xfrm>
        </p:spPr>
        <p:txBody>
          <a:bodyPr>
            <a:normAutofit fontScale="90000"/>
          </a:bodyPr>
          <a:lstStyle/>
          <a:p>
            <a:pPr algn="ctr"/>
            <a:r>
              <a:rPr lang="en-US" altLang="zh-CN"/>
              <a:t>OSI</a:t>
            </a:r>
            <a:r>
              <a:rPr lang="zh-CN" altLang="en-US" b="1"/>
              <a:t>参考模型的由来</a:t>
            </a:r>
          </a:p>
        </p:txBody>
      </p:sp>
      <p:sp>
        <p:nvSpPr>
          <p:cNvPr id="248835" name="Rectangle 3"/>
          <p:cNvSpPr>
            <a:spLocks noGrp="1" noChangeArrowheads="1"/>
          </p:cNvSpPr>
          <p:nvPr>
            <p:ph type="body" idx="1"/>
          </p:nvPr>
        </p:nvSpPr>
        <p:spPr>
          <a:xfrm>
            <a:off x="609600" y="1600200"/>
            <a:ext cx="8040688" cy="4800600"/>
          </a:xfrm>
        </p:spPr>
        <p:txBody>
          <a:bodyPr>
            <a:normAutofit fontScale="92500"/>
          </a:bodyPr>
          <a:lstStyle/>
          <a:p>
            <a:pPr marL="0" indent="0" defTabSz="915988">
              <a:lnSpc>
                <a:spcPct val="120000"/>
              </a:lnSpc>
            </a:pPr>
            <a:r>
              <a:rPr lang="zh-CN" altLang="en-US" sz="2800" dirty="0">
                <a:latin typeface="微软雅黑" pitchFamily="34" charset="-122"/>
                <a:ea typeface="微软雅黑" pitchFamily="34" charset="-122"/>
              </a:rPr>
              <a:t>随着网络不断的商业化，越来越多的企业主意识到了网络对公司的重要性，他们不断的扩大网络规模</a:t>
            </a:r>
            <a:r>
              <a:rPr lang="zh-CN" altLang="en-US" sz="2800" dirty="0" smtClean="0">
                <a:latin typeface="微软雅黑" pitchFamily="34" charset="-122"/>
                <a:ea typeface="微软雅黑" pitchFamily="34" charset="-122"/>
              </a:rPr>
              <a:t>。</a:t>
            </a:r>
            <a:endParaRPr lang="en-US" altLang="zh-CN" sz="2800" dirty="0" smtClean="0">
              <a:latin typeface="微软雅黑" pitchFamily="34" charset="-122"/>
              <a:ea typeface="微软雅黑" pitchFamily="34" charset="-122"/>
            </a:endParaRPr>
          </a:p>
          <a:p>
            <a:pPr marL="0" indent="0" defTabSz="915988">
              <a:lnSpc>
                <a:spcPct val="120000"/>
              </a:lnSpc>
            </a:pPr>
            <a:r>
              <a:rPr lang="zh-CN" altLang="en-US" sz="2800" dirty="0" smtClean="0">
                <a:latin typeface="微软雅黑" pitchFamily="34" charset="-122"/>
                <a:ea typeface="微软雅黑" pitchFamily="34" charset="-122"/>
              </a:rPr>
              <a:t>生产</a:t>
            </a:r>
            <a:r>
              <a:rPr lang="zh-CN" altLang="en-US" sz="2800" dirty="0">
                <a:latin typeface="微软雅黑" pitchFamily="34" charset="-122"/>
                <a:ea typeface="微软雅黑" pitchFamily="34" charset="-122"/>
              </a:rPr>
              <a:t>网络设备的企业也越来越多。但不同公司生产的设备之间</a:t>
            </a:r>
            <a:r>
              <a:rPr lang="zh-CN" altLang="en-US" sz="2800" dirty="0">
                <a:solidFill>
                  <a:srgbClr val="FF0000"/>
                </a:solidFill>
                <a:latin typeface="微软雅黑" pitchFamily="34" charset="-122"/>
                <a:ea typeface="微软雅黑" pitchFamily="34" charset="-122"/>
              </a:rPr>
              <a:t>不能通用</a:t>
            </a:r>
            <a:r>
              <a:rPr lang="zh-CN" altLang="en-US" sz="2800" dirty="0" smtClean="0">
                <a:latin typeface="微软雅黑" pitchFamily="34" charset="-122"/>
                <a:ea typeface="微软雅黑" pitchFamily="34" charset="-122"/>
              </a:rPr>
              <a:t>。</a:t>
            </a:r>
            <a:endParaRPr lang="en-US" altLang="zh-CN" sz="2800" dirty="0" smtClean="0">
              <a:latin typeface="微软雅黑" pitchFamily="34" charset="-122"/>
              <a:ea typeface="微软雅黑" pitchFamily="34" charset="-122"/>
            </a:endParaRPr>
          </a:p>
          <a:p>
            <a:pPr marL="0" indent="0" defTabSz="915988">
              <a:lnSpc>
                <a:spcPct val="120000"/>
              </a:lnSpc>
            </a:pPr>
            <a:r>
              <a:rPr lang="zh-CN" altLang="en-US" sz="2800" dirty="0" smtClean="0">
                <a:latin typeface="微软雅黑" pitchFamily="34" charset="-122"/>
                <a:ea typeface="微软雅黑" pitchFamily="34" charset="-122"/>
              </a:rPr>
              <a:t>这</a:t>
            </a:r>
            <a:r>
              <a:rPr lang="zh-CN" altLang="en-US" sz="2800" dirty="0">
                <a:latin typeface="微软雅黑" pitchFamily="34" charset="-122"/>
                <a:ea typeface="微软雅黑" pitchFamily="34" charset="-122"/>
              </a:rPr>
              <a:t>对实现网络的企业主来说，带来了巨大的困扰</a:t>
            </a:r>
            <a:r>
              <a:rPr lang="zh-CN" altLang="en-US" sz="2800" dirty="0" smtClean="0">
                <a:latin typeface="微软雅黑" pitchFamily="34" charset="-122"/>
                <a:ea typeface="微软雅黑" pitchFamily="34" charset="-122"/>
              </a:rPr>
              <a:t>。</a:t>
            </a:r>
            <a:endParaRPr lang="en-US" altLang="zh-CN" sz="2800" dirty="0" smtClean="0">
              <a:latin typeface="微软雅黑" pitchFamily="34" charset="-122"/>
              <a:ea typeface="微软雅黑" pitchFamily="34" charset="-122"/>
            </a:endParaRPr>
          </a:p>
          <a:p>
            <a:pPr marL="365760" lvl="1" indent="0" defTabSz="915988">
              <a:lnSpc>
                <a:spcPct val="120000"/>
              </a:lnSpc>
            </a:pPr>
            <a:r>
              <a:rPr lang="zh-CN" altLang="en-US" dirty="0" smtClean="0">
                <a:latin typeface="微软雅黑" pitchFamily="34" charset="-122"/>
                <a:ea typeface="微软雅黑" pitchFamily="34" charset="-122"/>
              </a:rPr>
              <a:t>意味着</a:t>
            </a:r>
            <a:r>
              <a:rPr lang="zh-CN" altLang="en-US" dirty="0">
                <a:latin typeface="微软雅黑" pitchFamily="34" charset="-122"/>
                <a:ea typeface="微软雅黑" pitchFamily="34" charset="-122"/>
              </a:rPr>
              <a:t>公司的所有网络设备必须全部使用一个厂商的产品</a:t>
            </a:r>
            <a:r>
              <a:rPr lang="zh-CN" altLang="en-US" dirty="0" smtClean="0">
                <a:latin typeface="微软雅黑" pitchFamily="34" charset="-122"/>
                <a:ea typeface="微软雅黑" pitchFamily="34" charset="-122"/>
              </a:rPr>
              <a:t>。</a:t>
            </a:r>
            <a:endParaRPr lang="en-US" altLang="zh-CN" dirty="0" smtClean="0">
              <a:latin typeface="微软雅黑" pitchFamily="34" charset="-122"/>
              <a:ea typeface="微软雅黑" pitchFamily="34" charset="-122"/>
            </a:endParaRPr>
          </a:p>
          <a:p>
            <a:pPr marL="365760" lvl="1" indent="0" defTabSz="915988">
              <a:lnSpc>
                <a:spcPct val="120000"/>
              </a:lnSpc>
            </a:pPr>
            <a:r>
              <a:rPr lang="zh-CN" altLang="en-US" dirty="0" smtClean="0">
                <a:latin typeface="微软雅黑" pitchFamily="34" charset="-122"/>
                <a:ea typeface="微软雅黑" pitchFamily="34" charset="-122"/>
              </a:rPr>
              <a:t>对于</a:t>
            </a:r>
            <a:r>
              <a:rPr lang="zh-CN" altLang="en-US" dirty="0">
                <a:latin typeface="微软雅黑" pitchFamily="34" charset="-122"/>
                <a:ea typeface="微软雅黑" pitchFamily="34" charset="-122"/>
              </a:rPr>
              <a:t>网络的进一步扩大，要么仍然购买原先厂商的网络产品，要么，全部将原有网络的设备全部淘汰，改用新厂商的产品。</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9858" name="Rectangle 2"/>
          <p:cNvSpPr>
            <a:spLocks noGrp="1" noChangeArrowheads="1"/>
          </p:cNvSpPr>
          <p:nvPr>
            <p:ph type="title"/>
          </p:nvPr>
        </p:nvSpPr>
        <p:spPr>
          <a:xfrm>
            <a:off x="1143000" y="381000"/>
            <a:ext cx="6621463" cy="1143000"/>
          </a:xfrm>
        </p:spPr>
        <p:txBody>
          <a:bodyPr/>
          <a:lstStyle/>
          <a:p>
            <a:pPr algn="ctr"/>
            <a:r>
              <a:rPr lang="en-US" altLang="zh-CN" dirty="0"/>
              <a:t>OSI</a:t>
            </a:r>
            <a:r>
              <a:rPr lang="zh-CN" altLang="en-US" b="1" dirty="0"/>
              <a:t>参考模型的由来</a:t>
            </a:r>
          </a:p>
        </p:txBody>
      </p:sp>
      <p:sp>
        <p:nvSpPr>
          <p:cNvPr id="249859" name="Rectangle 3"/>
          <p:cNvSpPr>
            <a:spLocks noGrp="1" noChangeArrowheads="1"/>
          </p:cNvSpPr>
          <p:nvPr>
            <p:ph type="body" idx="1"/>
          </p:nvPr>
        </p:nvSpPr>
        <p:spPr>
          <a:xfrm>
            <a:off x="609600" y="1556792"/>
            <a:ext cx="7772400" cy="4463008"/>
          </a:xfrm>
        </p:spPr>
        <p:txBody>
          <a:bodyPr>
            <a:normAutofit fontScale="92500" lnSpcReduction="20000"/>
          </a:bodyPr>
          <a:lstStyle/>
          <a:p>
            <a:pPr>
              <a:lnSpc>
                <a:spcPct val="120000"/>
              </a:lnSpc>
            </a:pPr>
            <a:r>
              <a:rPr lang="zh-CN" altLang="en-US" b="1" dirty="0">
                <a:latin typeface="黑体" pitchFamily="49" charset="-122"/>
                <a:ea typeface="黑体" pitchFamily="49" charset="-122"/>
              </a:rPr>
              <a:t>国际标准化组织</a:t>
            </a:r>
            <a:r>
              <a:rPr lang="en-US" altLang="zh-CN" b="1" dirty="0">
                <a:latin typeface="黑体" pitchFamily="49" charset="-122"/>
                <a:ea typeface="黑体" pitchFamily="49" charset="-122"/>
              </a:rPr>
              <a:t>ISO</a:t>
            </a:r>
            <a:r>
              <a:rPr lang="zh-CN" altLang="en-US" b="1" dirty="0">
                <a:latin typeface="黑体" pitchFamily="49" charset="-122"/>
                <a:ea typeface="黑体" pitchFamily="49" charset="-122"/>
              </a:rPr>
              <a:t>，为了解决不同厂商的</a:t>
            </a:r>
            <a:r>
              <a:rPr lang="zh-CN" altLang="en-US" b="1" dirty="0">
                <a:solidFill>
                  <a:srgbClr val="FF0000"/>
                </a:solidFill>
                <a:latin typeface="黑体" pitchFamily="49" charset="-122"/>
                <a:ea typeface="黑体" pitchFamily="49" charset="-122"/>
              </a:rPr>
              <a:t>兼容性</a:t>
            </a:r>
            <a:r>
              <a:rPr lang="zh-CN" altLang="en-US" b="1" dirty="0" smtClean="0">
                <a:latin typeface="黑体" pitchFamily="49" charset="-122"/>
                <a:ea typeface="黑体" pitchFamily="49" charset="-122"/>
              </a:rPr>
              <a:t>问题</a:t>
            </a:r>
            <a:endParaRPr lang="en-US" altLang="zh-CN" b="1" dirty="0" smtClean="0">
              <a:latin typeface="黑体" pitchFamily="49" charset="-122"/>
              <a:ea typeface="黑体" pitchFamily="49" charset="-122"/>
            </a:endParaRPr>
          </a:p>
          <a:p>
            <a:pPr lvl="1">
              <a:lnSpc>
                <a:spcPct val="120000"/>
              </a:lnSpc>
            </a:pPr>
            <a:r>
              <a:rPr lang="en-US" altLang="zh-CN" b="1" dirty="0" smtClean="0">
                <a:latin typeface="黑体" pitchFamily="49" charset="-122"/>
                <a:ea typeface="黑体" pitchFamily="49" charset="-122"/>
              </a:rPr>
              <a:t>1984</a:t>
            </a:r>
            <a:r>
              <a:rPr lang="zh-CN" altLang="en-US" b="1" dirty="0">
                <a:latin typeface="黑体" pitchFamily="49" charset="-122"/>
                <a:ea typeface="黑体" pitchFamily="49" charset="-122"/>
              </a:rPr>
              <a:t>年发表了</a:t>
            </a:r>
            <a:r>
              <a:rPr lang="en-US" altLang="zh-CN" b="1" dirty="0">
                <a:latin typeface="黑体" pitchFamily="49" charset="-122"/>
                <a:ea typeface="黑体" pitchFamily="49" charset="-122"/>
              </a:rPr>
              <a:t>OSI</a:t>
            </a:r>
            <a:r>
              <a:rPr lang="zh-CN" altLang="en-US" b="1" dirty="0">
                <a:latin typeface="黑体" pitchFamily="49" charset="-122"/>
                <a:ea typeface="黑体" pitchFamily="49" charset="-122"/>
              </a:rPr>
              <a:t>参考</a:t>
            </a:r>
            <a:r>
              <a:rPr lang="zh-CN" altLang="en-US" b="1" dirty="0" smtClean="0">
                <a:latin typeface="黑体" pitchFamily="49" charset="-122"/>
                <a:ea typeface="黑体" pitchFamily="49" charset="-122"/>
              </a:rPr>
              <a:t>模型</a:t>
            </a:r>
            <a:endParaRPr lang="en-US" altLang="zh-CN" b="1" dirty="0" smtClean="0">
              <a:latin typeface="黑体" pitchFamily="49" charset="-122"/>
              <a:ea typeface="黑体" pitchFamily="49" charset="-122"/>
            </a:endParaRPr>
          </a:p>
          <a:p>
            <a:pPr lvl="1">
              <a:lnSpc>
                <a:spcPct val="120000"/>
              </a:lnSpc>
            </a:pPr>
            <a:r>
              <a:rPr lang="zh-CN" altLang="en-US" b="1" dirty="0" smtClean="0">
                <a:latin typeface="黑体" pitchFamily="49" charset="-122"/>
                <a:ea typeface="黑体" pitchFamily="49" charset="-122"/>
              </a:rPr>
              <a:t>向厂商</a:t>
            </a:r>
            <a:r>
              <a:rPr lang="zh-CN" altLang="en-US" b="1" dirty="0">
                <a:latin typeface="黑体" pitchFamily="49" charset="-122"/>
                <a:ea typeface="黑体" pitchFamily="49" charset="-122"/>
              </a:rPr>
              <a:t>提供了一系列</a:t>
            </a:r>
            <a:r>
              <a:rPr lang="zh-CN" altLang="en-US" b="1" dirty="0" smtClean="0">
                <a:latin typeface="黑体" pitchFamily="49" charset="-122"/>
                <a:ea typeface="黑体" pitchFamily="49" charset="-122"/>
              </a:rPr>
              <a:t>标准</a:t>
            </a:r>
            <a:endParaRPr lang="en-US" altLang="zh-CN" b="1" dirty="0" smtClean="0">
              <a:latin typeface="黑体" pitchFamily="49" charset="-122"/>
              <a:ea typeface="黑体" pitchFamily="49" charset="-122"/>
            </a:endParaRPr>
          </a:p>
          <a:p>
            <a:pPr lvl="1">
              <a:lnSpc>
                <a:spcPct val="120000"/>
              </a:lnSpc>
            </a:pPr>
            <a:r>
              <a:rPr lang="zh-CN" altLang="en-US" b="1" dirty="0" smtClean="0">
                <a:latin typeface="黑体" pitchFamily="49" charset="-122"/>
                <a:ea typeface="黑体" pitchFamily="49" charset="-122"/>
              </a:rPr>
              <a:t>保证</a:t>
            </a:r>
            <a:r>
              <a:rPr lang="zh-CN" altLang="en-US" b="1" dirty="0">
                <a:latin typeface="黑体" pitchFamily="49" charset="-122"/>
                <a:ea typeface="黑体" pitchFamily="49" charset="-122"/>
              </a:rPr>
              <a:t>世界上许多公司提供的不同类型的网络技术之间具有兼容性和互操作性</a:t>
            </a:r>
            <a:r>
              <a:rPr lang="zh-CN" altLang="en-US" b="1" dirty="0" smtClean="0">
                <a:latin typeface="黑体" pitchFamily="49" charset="-122"/>
                <a:ea typeface="黑体" pitchFamily="49" charset="-122"/>
              </a:rPr>
              <a:t>。</a:t>
            </a:r>
            <a:endParaRPr lang="en-US" altLang="zh-CN" b="1" dirty="0" smtClean="0">
              <a:latin typeface="黑体" pitchFamily="49" charset="-122"/>
              <a:ea typeface="黑体" pitchFamily="49" charset="-122"/>
            </a:endParaRPr>
          </a:p>
          <a:p>
            <a:pPr>
              <a:lnSpc>
                <a:spcPct val="120000"/>
              </a:lnSpc>
            </a:pPr>
            <a:r>
              <a:rPr lang="en-US" altLang="zh-CN" sz="2400" b="1" dirty="0" smtClean="0">
                <a:latin typeface="黑体" pitchFamily="49" charset="-122"/>
                <a:ea typeface="黑体" pitchFamily="49" charset="-122"/>
              </a:rPr>
              <a:t>OSI</a:t>
            </a:r>
            <a:r>
              <a:rPr lang="zh-CN" altLang="en-US" sz="2400" b="1" dirty="0" smtClean="0">
                <a:latin typeface="黑体" pitchFamily="49" charset="-122"/>
                <a:ea typeface="黑体" pitchFamily="49" charset="-122"/>
              </a:rPr>
              <a:t>是</a:t>
            </a:r>
            <a:r>
              <a:rPr lang="zh-CN" altLang="en-US" sz="2400" b="1" dirty="0" smtClean="0">
                <a:solidFill>
                  <a:srgbClr val="FF0000"/>
                </a:solidFill>
                <a:latin typeface="黑体" pitchFamily="49" charset="-122"/>
                <a:ea typeface="黑体" pitchFamily="49" charset="-122"/>
              </a:rPr>
              <a:t>概念性</a:t>
            </a:r>
            <a:r>
              <a:rPr lang="zh-CN" altLang="en-US" sz="2400" b="1" dirty="0" smtClean="0">
                <a:latin typeface="黑体" pitchFamily="49" charset="-122"/>
                <a:ea typeface="黑体" pitchFamily="49" charset="-122"/>
              </a:rPr>
              <a:t>的网络参考模型</a:t>
            </a:r>
            <a:endParaRPr lang="en-US" altLang="zh-CN" sz="2400" b="1" dirty="0" smtClean="0">
              <a:latin typeface="黑体" pitchFamily="49" charset="-122"/>
              <a:ea typeface="黑体" pitchFamily="49" charset="-122"/>
            </a:endParaRPr>
          </a:p>
          <a:p>
            <a:pPr lvl="1">
              <a:lnSpc>
                <a:spcPct val="120000"/>
              </a:lnSpc>
            </a:pPr>
            <a:r>
              <a:rPr lang="en-US" altLang="zh-CN" sz="2200" b="1" dirty="0" smtClean="0">
                <a:latin typeface="黑体" pitchFamily="49" charset="-122"/>
                <a:ea typeface="黑体" pitchFamily="49" charset="-122"/>
              </a:rPr>
              <a:t>OSI</a:t>
            </a:r>
            <a:r>
              <a:rPr lang="zh-CN" altLang="en-US" sz="2200" b="1" dirty="0" smtClean="0">
                <a:latin typeface="黑体" pitchFamily="49" charset="-122"/>
                <a:ea typeface="黑体" pitchFamily="49" charset="-122"/>
              </a:rPr>
              <a:t>模型本身并不能实现通讯过程</a:t>
            </a:r>
            <a:endParaRPr lang="en-US" altLang="zh-CN" sz="2200" b="1" dirty="0" smtClean="0">
              <a:latin typeface="黑体" pitchFamily="49" charset="-122"/>
              <a:ea typeface="黑体" pitchFamily="49" charset="-122"/>
            </a:endParaRPr>
          </a:p>
          <a:p>
            <a:pPr lvl="1">
              <a:lnSpc>
                <a:spcPct val="120000"/>
              </a:lnSpc>
            </a:pPr>
            <a:r>
              <a:rPr lang="en-US" altLang="zh-CN" sz="2200" b="1" dirty="0" smtClean="0">
                <a:latin typeface="黑体" pitchFamily="49" charset="-122"/>
                <a:ea typeface="黑体" pitchFamily="49" charset="-122"/>
              </a:rPr>
              <a:t>OSI</a:t>
            </a:r>
            <a:r>
              <a:rPr lang="zh-CN" altLang="en-US" sz="2200" b="1" dirty="0" smtClean="0">
                <a:latin typeface="黑体" pitchFamily="49" charset="-122"/>
                <a:ea typeface="黑体" pitchFamily="49" charset="-122"/>
              </a:rPr>
              <a:t>就好比是网络通讯中种种规则的创造蓝图，一个个的协议纷纷使用这个蓝图被创造出来</a:t>
            </a:r>
            <a:endParaRPr lang="en-US" altLang="zh-CN" sz="2200" b="1" dirty="0" smtClean="0">
              <a:latin typeface="黑体" pitchFamily="49" charset="-122"/>
              <a:ea typeface="黑体" pitchFamily="49" charset="-122"/>
            </a:endParaRPr>
          </a:p>
          <a:p>
            <a:pPr lvl="1">
              <a:lnSpc>
                <a:spcPct val="120000"/>
              </a:lnSpc>
            </a:pPr>
            <a:r>
              <a:rPr lang="zh-CN" altLang="en-US" sz="2200" b="1" dirty="0" smtClean="0">
                <a:latin typeface="黑体" pitchFamily="49" charset="-122"/>
                <a:ea typeface="黑体" pitchFamily="49" charset="-122"/>
              </a:rPr>
              <a:t>蓝图创造了种种协议</a:t>
            </a:r>
            <a:endParaRPr lang="en-US" altLang="zh-CN" sz="2200" b="1" dirty="0" smtClean="0">
              <a:latin typeface="黑体" pitchFamily="49" charset="-122"/>
              <a:ea typeface="黑体" pitchFamily="49" charset="-122"/>
            </a:endParaRPr>
          </a:p>
          <a:p>
            <a:pPr lvl="1">
              <a:lnSpc>
                <a:spcPct val="120000"/>
              </a:lnSpc>
            </a:pPr>
            <a:r>
              <a:rPr lang="zh-CN" altLang="en-US" sz="2200" b="1" dirty="0" smtClean="0">
                <a:latin typeface="黑体" pitchFamily="49" charset="-122"/>
                <a:ea typeface="黑体" pitchFamily="49" charset="-122"/>
              </a:rPr>
              <a:t>厂商使用这些协议后，所生产出来的产品就会有互操作性。</a:t>
            </a:r>
          </a:p>
          <a:p>
            <a:pPr>
              <a:lnSpc>
                <a:spcPct val="120000"/>
              </a:lnSpc>
            </a:pPr>
            <a:endParaRPr lang="zh-CN" altLang="en-US" b="1" dirty="0">
              <a:latin typeface="黑体" pitchFamily="49" charset="-122"/>
              <a:ea typeface="黑体" pitchFamily="49" charset="-122"/>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3219" name="Rectangle 3"/>
          <p:cNvSpPr>
            <a:spLocks noChangeArrowheads="1"/>
          </p:cNvSpPr>
          <p:nvPr/>
        </p:nvSpPr>
        <p:spPr bwMode="auto">
          <a:xfrm>
            <a:off x="500063" y="1412776"/>
            <a:ext cx="8280400" cy="5112568"/>
          </a:xfrm>
          <a:prstGeom prst="rect">
            <a:avLst/>
          </a:prstGeom>
          <a:noFill/>
          <a:ln w="9525">
            <a:noFill/>
            <a:miter lim="800000"/>
            <a:headEnd/>
            <a:tailEnd/>
          </a:ln>
        </p:spPr>
        <p:txBody>
          <a:bodyPr/>
          <a:lstStyle/>
          <a:p>
            <a:pPr marL="342900" indent="-342900">
              <a:spcBef>
                <a:spcPct val="20000"/>
              </a:spcBef>
              <a:buClr>
                <a:schemeClr val="tx2"/>
              </a:buClr>
              <a:buFont typeface="Wingdings" pitchFamily="2" charset="2"/>
              <a:buChar char="n"/>
            </a:pPr>
            <a:r>
              <a:rPr lang="zh-CN" altLang="en-US" sz="2800" dirty="0">
                <a:latin typeface="微软雅黑" pitchFamily="34" charset="-122"/>
                <a:ea typeface="微软雅黑" pitchFamily="34" charset="-122"/>
              </a:rPr>
              <a:t>定义异构计算机系统连接标准的</a:t>
            </a:r>
            <a:r>
              <a:rPr lang="zh-CN" altLang="en-US" sz="2800" dirty="0">
                <a:solidFill>
                  <a:srgbClr val="FF0000"/>
                </a:solidFill>
                <a:latin typeface="微软雅黑" pitchFamily="34" charset="-122"/>
                <a:ea typeface="微软雅黑" pitchFamily="34" charset="-122"/>
              </a:rPr>
              <a:t>框架结构</a:t>
            </a:r>
          </a:p>
          <a:p>
            <a:pPr marL="800100" lvl="1" indent="-342900">
              <a:spcBef>
                <a:spcPct val="20000"/>
              </a:spcBef>
              <a:buClr>
                <a:schemeClr val="tx2"/>
              </a:buClr>
              <a:buFont typeface="Wingdings" pitchFamily="2" charset="2"/>
              <a:buChar char="n"/>
            </a:pPr>
            <a:r>
              <a:rPr lang="zh-CN" altLang="en-US" sz="2400" dirty="0">
                <a:latin typeface="微软雅黑" pitchFamily="34" charset="-122"/>
                <a:ea typeface="微软雅黑" pitchFamily="34" charset="-122"/>
              </a:rPr>
              <a:t>开放：任何两个系统，遵守</a:t>
            </a:r>
            <a:r>
              <a:rPr lang="en-US" altLang="zh-CN" sz="2400" dirty="0">
                <a:latin typeface="微软雅黑" pitchFamily="34" charset="-122"/>
                <a:ea typeface="微软雅黑" pitchFamily="34" charset="-122"/>
              </a:rPr>
              <a:t>RM</a:t>
            </a:r>
            <a:r>
              <a:rPr lang="zh-CN" altLang="en-US" sz="2400" dirty="0">
                <a:latin typeface="微软雅黑" pitchFamily="34" charset="-122"/>
                <a:ea typeface="微软雅黑" pitchFamily="34" charset="-122"/>
              </a:rPr>
              <a:t>和标准，都能互连。</a:t>
            </a:r>
          </a:p>
          <a:p>
            <a:pPr marL="800100" lvl="1" indent="-342900">
              <a:spcBef>
                <a:spcPct val="20000"/>
              </a:spcBef>
              <a:buClr>
                <a:schemeClr val="tx2"/>
              </a:buClr>
              <a:buFont typeface="Wingdings" pitchFamily="2" charset="2"/>
              <a:buChar char="n"/>
            </a:pPr>
            <a:r>
              <a:rPr lang="en-US" altLang="en-US" sz="2400" dirty="0" smtClean="0"/>
              <a:t>Developed by the International Organization for Standardization (ISO)</a:t>
            </a:r>
          </a:p>
          <a:p>
            <a:pPr marL="342900" indent="-342900">
              <a:spcBef>
                <a:spcPct val="20000"/>
              </a:spcBef>
              <a:buClr>
                <a:schemeClr val="tx2"/>
              </a:buClr>
              <a:buFont typeface="Wingdings" pitchFamily="2" charset="2"/>
              <a:buChar char="n"/>
            </a:pPr>
            <a:r>
              <a:rPr lang="en-US" altLang="en-US" sz="2800" dirty="0" smtClean="0">
                <a:solidFill>
                  <a:srgbClr val="FF0000"/>
                </a:solidFill>
              </a:rPr>
              <a:t>Seven </a:t>
            </a:r>
            <a:r>
              <a:rPr lang="en-US" altLang="en-US" sz="2800" dirty="0" smtClean="0"/>
              <a:t>layers</a:t>
            </a:r>
          </a:p>
          <a:p>
            <a:pPr marL="800100" lvl="1" indent="-342900">
              <a:spcBef>
                <a:spcPct val="20000"/>
              </a:spcBef>
              <a:buClr>
                <a:schemeClr val="tx2"/>
              </a:buClr>
              <a:buFont typeface="Wingdings" pitchFamily="2" charset="2"/>
              <a:buChar char="n"/>
            </a:pPr>
            <a:r>
              <a:rPr lang="en-US" altLang="en-US" sz="2400" dirty="0" smtClean="0"/>
              <a:t>Each layer </a:t>
            </a:r>
            <a:r>
              <a:rPr lang="en-US" altLang="en-US" sz="2400" dirty="0" smtClean="0">
                <a:solidFill>
                  <a:srgbClr val="FF0000"/>
                </a:solidFill>
              </a:rPr>
              <a:t>performs</a:t>
            </a:r>
            <a:r>
              <a:rPr lang="en-US" altLang="en-US" sz="2400" dirty="0" smtClean="0"/>
              <a:t> a </a:t>
            </a:r>
            <a:r>
              <a:rPr lang="en-US" altLang="en-US" sz="2400" dirty="0" smtClean="0">
                <a:solidFill>
                  <a:srgbClr val="FF0000"/>
                </a:solidFill>
              </a:rPr>
              <a:t>subset</a:t>
            </a:r>
            <a:r>
              <a:rPr lang="en-US" altLang="en-US" sz="2400" dirty="0" smtClean="0"/>
              <a:t> of the required communication functions</a:t>
            </a:r>
          </a:p>
          <a:p>
            <a:pPr marL="800100" lvl="1" indent="-342900">
              <a:spcBef>
                <a:spcPct val="20000"/>
              </a:spcBef>
              <a:buClr>
                <a:schemeClr val="tx2"/>
              </a:buClr>
              <a:buFont typeface="Wingdings" pitchFamily="2" charset="2"/>
              <a:buChar char="n"/>
            </a:pPr>
            <a:r>
              <a:rPr lang="en-US" altLang="en-US" sz="2400" dirty="0" smtClean="0"/>
              <a:t>Each layer </a:t>
            </a:r>
            <a:r>
              <a:rPr lang="en-US" altLang="en-US" sz="2400" dirty="0" smtClean="0">
                <a:solidFill>
                  <a:srgbClr val="FF0000"/>
                </a:solidFill>
              </a:rPr>
              <a:t>relies</a:t>
            </a:r>
            <a:r>
              <a:rPr lang="en-US" altLang="en-US" sz="2400" dirty="0" smtClean="0"/>
              <a:t> on the next </a:t>
            </a:r>
            <a:r>
              <a:rPr lang="en-US" altLang="en-US" sz="2400" dirty="0" smtClean="0">
                <a:solidFill>
                  <a:srgbClr val="FF0000"/>
                </a:solidFill>
              </a:rPr>
              <a:t>lower layer</a:t>
            </a:r>
            <a:r>
              <a:rPr lang="en-US" altLang="en-US" sz="2400" dirty="0" smtClean="0"/>
              <a:t> to perform more </a:t>
            </a:r>
            <a:r>
              <a:rPr lang="en-US" altLang="en-US" sz="2400" dirty="0"/>
              <a:t>primitive</a:t>
            </a:r>
            <a:r>
              <a:rPr lang="en-US" altLang="en-US" sz="2400" dirty="0" smtClean="0"/>
              <a:t> functions</a:t>
            </a:r>
          </a:p>
          <a:p>
            <a:pPr marL="800100" lvl="1" indent="-342900">
              <a:spcBef>
                <a:spcPct val="20000"/>
              </a:spcBef>
              <a:buClr>
                <a:schemeClr val="tx2"/>
              </a:buClr>
              <a:buFont typeface="Wingdings" pitchFamily="2" charset="2"/>
              <a:buChar char="n"/>
            </a:pPr>
            <a:r>
              <a:rPr lang="en-US" altLang="en-US" sz="2400" dirty="0" smtClean="0"/>
              <a:t>Each layer </a:t>
            </a:r>
            <a:r>
              <a:rPr lang="en-US" altLang="en-US" sz="2400" dirty="0"/>
              <a:t>provides</a:t>
            </a:r>
            <a:r>
              <a:rPr lang="en-US" altLang="en-US" sz="2400" dirty="0" smtClean="0"/>
              <a:t> </a:t>
            </a:r>
            <a:r>
              <a:rPr lang="en-US" altLang="en-US" sz="2400" dirty="0" smtClean="0">
                <a:solidFill>
                  <a:srgbClr val="FF0000"/>
                </a:solidFill>
              </a:rPr>
              <a:t>services</a:t>
            </a:r>
            <a:r>
              <a:rPr lang="en-US" altLang="en-US" sz="2400" dirty="0" smtClean="0"/>
              <a:t> to the next </a:t>
            </a:r>
            <a:r>
              <a:rPr lang="en-US" altLang="en-US" sz="2400" dirty="0" smtClean="0">
                <a:solidFill>
                  <a:srgbClr val="FF0000"/>
                </a:solidFill>
              </a:rPr>
              <a:t>higher</a:t>
            </a:r>
            <a:r>
              <a:rPr lang="en-US" altLang="en-US" sz="2400" dirty="0" smtClean="0"/>
              <a:t> layer</a:t>
            </a:r>
          </a:p>
          <a:p>
            <a:pPr marL="800100" lvl="1" indent="-342900">
              <a:spcBef>
                <a:spcPct val="20000"/>
              </a:spcBef>
              <a:buClr>
                <a:schemeClr val="tx2"/>
              </a:buClr>
              <a:buFont typeface="Wingdings" pitchFamily="2" charset="2"/>
              <a:buChar char="n"/>
            </a:pPr>
            <a:r>
              <a:rPr lang="en-US" altLang="en-US" sz="2400" dirty="0" smtClean="0"/>
              <a:t>Changes in one layer </a:t>
            </a:r>
            <a:r>
              <a:rPr lang="en-US" altLang="en-US" sz="2400" dirty="0" smtClean="0">
                <a:solidFill>
                  <a:srgbClr val="FF0000"/>
                </a:solidFill>
              </a:rPr>
              <a:t>should not require changes</a:t>
            </a:r>
            <a:r>
              <a:rPr lang="en-US" altLang="en-US" sz="2400" dirty="0" smtClean="0"/>
              <a:t> in other layers</a:t>
            </a:r>
          </a:p>
          <a:p>
            <a:pPr marL="342900" indent="-342900">
              <a:spcBef>
                <a:spcPct val="20000"/>
              </a:spcBef>
              <a:buClr>
                <a:schemeClr val="tx2"/>
              </a:buClr>
              <a:buFont typeface="Wingdings" pitchFamily="2" charset="2"/>
              <a:buChar char="n"/>
            </a:pPr>
            <a:endParaRPr lang="en-US" altLang="en-US" sz="2800" dirty="0" smtClean="0">
              <a:solidFill>
                <a:srgbClr val="FF0000"/>
              </a:solidFill>
            </a:endParaRPr>
          </a:p>
          <a:p>
            <a:pPr marL="342900" indent="-342900">
              <a:spcBef>
                <a:spcPct val="20000"/>
              </a:spcBef>
              <a:buClr>
                <a:schemeClr val="tx2"/>
              </a:buClr>
              <a:buFont typeface="Wingdings" pitchFamily="2" charset="2"/>
              <a:buChar char="n"/>
            </a:pPr>
            <a:endParaRPr lang="en-US" altLang="zh-CN" sz="2800" dirty="0" smtClean="0">
              <a:latin typeface="微软雅黑" pitchFamily="34" charset="-122"/>
              <a:ea typeface="微软雅黑" pitchFamily="34" charset="-122"/>
            </a:endParaRPr>
          </a:p>
        </p:txBody>
      </p:sp>
      <p:sp>
        <p:nvSpPr>
          <p:cNvPr id="120835" name="标题 3"/>
          <p:cNvSpPr>
            <a:spLocks noGrp="1"/>
          </p:cNvSpPr>
          <p:nvPr>
            <p:ph type="title" idx="4294967295"/>
          </p:nvPr>
        </p:nvSpPr>
        <p:spPr>
          <a:xfrm>
            <a:off x="899592" y="332656"/>
            <a:ext cx="7064375" cy="1057423"/>
          </a:xfrm>
        </p:spPr>
        <p:txBody>
          <a:bodyPr/>
          <a:lstStyle/>
          <a:p>
            <a:pPr algn="ctr"/>
            <a:r>
              <a:rPr lang="en-US" altLang="zh-CN" dirty="0" smtClean="0"/>
              <a:t>ISO/OSI</a:t>
            </a:r>
            <a:r>
              <a:rPr lang="zh-CN" altLang="en-US" dirty="0" smtClean="0"/>
              <a:t>参考模型</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93219">
                                            <p:txEl>
                                              <p:pRg st="0" end="0"/>
                                            </p:txEl>
                                          </p:spTgt>
                                        </p:tgtEl>
                                        <p:attrNameLst>
                                          <p:attrName>style.visibility</p:attrName>
                                        </p:attrNameLst>
                                      </p:cBhvr>
                                      <p:to>
                                        <p:strVal val="visible"/>
                                      </p:to>
                                    </p:set>
                                    <p:anim calcmode="lin" valueType="num">
                                      <p:cBhvr additive="base">
                                        <p:cTn id="7" dur="500" fill="hold"/>
                                        <p:tgtEl>
                                          <p:spTgt spid="393219">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93219">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393219">
                                            <p:txEl>
                                              <p:pRg st="1" end="1"/>
                                            </p:txEl>
                                          </p:spTgt>
                                        </p:tgtEl>
                                        <p:attrNameLst>
                                          <p:attrName>style.visibility</p:attrName>
                                        </p:attrNameLst>
                                      </p:cBhvr>
                                      <p:to>
                                        <p:strVal val="visible"/>
                                      </p:to>
                                    </p:set>
                                    <p:anim calcmode="lin" valueType="num">
                                      <p:cBhvr additive="base">
                                        <p:cTn id="13" dur="500" fill="hold"/>
                                        <p:tgtEl>
                                          <p:spTgt spid="393219">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93219">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393219">
                                            <p:txEl>
                                              <p:pRg st="2" end="2"/>
                                            </p:txEl>
                                          </p:spTgt>
                                        </p:tgtEl>
                                        <p:attrNameLst>
                                          <p:attrName>style.visibility</p:attrName>
                                        </p:attrNameLst>
                                      </p:cBhvr>
                                      <p:to>
                                        <p:strVal val="visible"/>
                                      </p:to>
                                    </p:set>
                                    <p:anim calcmode="lin" valueType="num">
                                      <p:cBhvr additive="base">
                                        <p:cTn id="19" dur="500" fill="hold"/>
                                        <p:tgtEl>
                                          <p:spTgt spid="393219">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93219">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393219">
                                            <p:txEl>
                                              <p:pRg st="3" end="3"/>
                                            </p:txEl>
                                          </p:spTgt>
                                        </p:tgtEl>
                                        <p:attrNameLst>
                                          <p:attrName>style.visibility</p:attrName>
                                        </p:attrNameLst>
                                      </p:cBhvr>
                                      <p:to>
                                        <p:strVal val="visible"/>
                                      </p:to>
                                    </p:set>
                                    <p:anim calcmode="lin" valueType="num">
                                      <p:cBhvr additive="base">
                                        <p:cTn id="25" dur="500" fill="hold"/>
                                        <p:tgtEl>
                                          <p:spTgt spid="393219">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93219">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nodeType="clickEffect">
                                  <p:stCondLst>
                                    <p:cond delay="0"/>
                                  </p:stCondLst>
                                  <p:childTnLst>
                                    <p:set>
                                      <p:cBhvr>
                                        <p:cTn id="30" dur="1" fill="hold">
                                          <p:stCondLst>
                                            <p:cond delay="0"/>
                                          </p:stCondLst>
                                        </p:cTn>
                                        <p:tgtEl>
                                          <p:spTgt spid="393219">
                                            <p:txEl>
                                              <p:pRg st="4" end="4"/>
                                            </p:txEl>
                                          </p:spTgt>
                                        </p:tgtEl>
                                        <p:attrNameLst>
                                          <p:attrName>style.visibility</p:attrName>
                                        </p:attrNameLst>
                                      </p:cBhvr>
                                      <p:to>
                                        <p:strVal val="visible"/>
                                      </p:to>
                                    </p:set>
                                    <p:anim calcmode="lin" valueType="num">
                                      <p:cBhvr additive="base">
                                        <p:cTn id="31" dur="500" fill="hold"/>
                                        <p:tgtEl>
                                          <p:spTgt spid="393219">
                                            <p:txEl>
                                              <p:pRg st="4" end="4"/>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393219">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nodeType="clickEffect">
                                  <p:stCondLst>
                                    <p:cond delay="0"/>
                                  </p:stCondLst>
                                  <p:childTnLst>
                                    <p:set>
                                      <p:cBhvr>
                                        <p:cTn id="36" dur="1" fill="hold">
                                          <p:stCondLst>
                                            <p:cond delay="0"/>
                                          </p:stCondLst>
                                        </p:cTn>
                                        <p:tgtEl>
                                          <p:spTgt spid="393219">
                                            <p:txEl>
                                              <p:pRg st="5" end="5"/>
                                            </p:txEl>
                                          </p:spTgt>
                                        </p:tgtEl>
                                        <p:attrNameLst>
                                          <p:attrName>style.visibility</p:attrName>
                                        </p:attrNameLst>
                                      </p:cBhvr>
                                      <p:to>
                                        <p:strVal val="visible"/>
                                      </p:to>
                                    </p:set>
                                    <p:anim calcmode="lin" valueType="num">
                                      <p:cBhvr additive="base">
                                        <p:cTn id="37" dur="500" fill="hold"/>
                                        <p:tgtEl>
                                          <p:spTgt spid="393219">
                                            <p:txEl>
                                              <p:pRg st="5" end="5"/>
                                            </p:txEl>
                                          </p:spTgt>
                                        </p:tgtEl>
                                        <p:attrNameLst>
                                          <p:attrName>ppt_x</p:attrName>
                                        </p:attrNameLst>
                                      </p:cBhvr>
                                      <p:tavLst>
                                        <p:tav tm="0">
                                          <p:val>
                                            <p:strVal val="#ppt_x"/>
                                          </p:val>
                                        </p:tav>
                                        <p:tav tm="100000">
                                          <p:val>
                                            <p:strVal val="#ppt_x"/>
                                          </p:val>
                                        </p:tav>
                                      </p:tavLst>
                                    </p:anim>
                                    <p:anim calcmode="lin" valueType="num">
                                      <p:cBhvr additive="base">
                                        <p:cTn id="38" dur="500" fill="hold"/>
                                        <p:tgtEl>
                                          <p:spTgt spid="393219">
                                            <p:txEl>
                                              <p:pRg st="5" end="5"/>
                                            </p:txEl>
                                          </p:spTgt>
                                        </p:tgtEl>
                                        <p:attrNameLst>
                                          <p:attrName>ppt_y</p:attrName>
                                        </p:attrNameLst>
                                      </p:cBhvr>
                                      <p:tavLst>
                                        <p:tav tm="0">
                                          <p:val>
                                            <p:strVal val="1+#ppt_h/2"/>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2" presetClass="entr" presetSubtype="4" fill="hold" nodeType="clickEffect">
                                  <p:stCondLst>
                                    <p:cond delay="0"/>
                                  </p:stCondLst>
                                  <p:childTnLst>
                                    <p:set>
                                      <p:cBhvr>
                                        <p:cTn id="42" dur="1" fill="hold">
                                          <p:stCondLst>
                                            <p:cond delay="0"/>
                                          </p:stCondLst>
                                        </p:cTn>
                                        <p:tgtEl>
                                          <p:spTgt spid="393219">
                                            <p:txEl>
                                              <p:pRg st="6" end="6"/>
                                            </p:txEl>
                                          </p:spTgt>
                                        </p:tgtEl>
                                        <p:attrNameLst>
                                          <p:attrName>style.visibility</p:attrName>
                                        </p:attrNameLst>
                                      </p:cBhvr>
                                      <p:to>
                                        <p:strVal val="visible"/>
                                      </p:to>
                                    </p:set>
                                    <p:anim calcmode="lin" valueType="num">
                                      <p:cBhvr additive="base">
                                        <p:cTn id="43" dur="500" fill="hold"/>
                                        <p:tgtEl>
                                          <p:spTgt spid="393219">
                                            <p:txEl>
                                              <p:pRg st="6" end="6"/>
                                            </p:txEl>
                                          </p:spTgt>
                                        </p:tgtEl>
                                        <p:attrNameLst>
                                          <p:attrName>ppt_x</p:attrName>
                                        </p:attrNameLst>
                                      </p:cBhvr>
                                      <p:tavLst>
                                        <p:tav tm="0">
                                          <p:val>
                                            <p:strVal val="#ppt_x"/>
                                          </p:val>
                                        </p:tav>
                                        <p:tav tm="100000">
                                          <p:val>
                                            <p:strVal val="#ppt_x"/>
                                          </p:val>
                                        </p:tav>
                                      </p:tavLst>
                                    </p:anim>
                                    <p:anim calcmode="lin" valueType="num">
                                      <p:cBhvr additive="base">
                                        <p:cTn id="44" dur="500" fill="hold"/>
                                        <p:tgtEl>
                                          <p:spTgt spid="393219">
                                            <p:txEl>
                                              <p:pRg st="6" end="6"/>
                                            </p:txEl>
                                          </p:spTgt>
                                        </p:tgtEl>
                                        <p:attrNameLst>
                                          <p:attrName>ppt_y</p:attrName>
                                        </p:attrNameLst>
                                      </p:cBhvr>
                                      <p:tavLst>
                                        <p:tav tm="0">
                                          <p:val>
                                            <p:strVal val="1+#ppt_h/2"/>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2" presetClass="entr" presetSubtype="4" fill="hold" nodeType="clickEffect">
                                  <p:stCondLst>
                                    <p:cond delay="0"/>
                                  </p:stCondLst>
                                  <p:childTnLst>
                                    <p:set>
                                      <p:cBhvr>
                                        <p:cTn id="48" dur="1" fill="hold">
                                          <p:stCondLst>
                                            <p:cond delay="0"/>
                                          </p:stCondLst>
                                        </p:cTn>
                                        <p:tgtEl>
                                          <p:spTgt spid="393219">
                                            <p:txEl>
                                              <p:pRg st="7" end="7"/>
                                            </p:txEl>
                                          </p:spTgt>
                                        </p:tgtEl>
                                        <p:attrNameLst>
                                          <p:attrName>style.visibility</p:attrName>
                                        </p:attrNameLst>
                                      </p:cBhvr>
                                      <p:to>
                                        <p:strVal val="visible"/>
                                      </p:to>
                                    </p:set>
                                    <p:anim calcmode="lin" valueType="num">
                                      <p:cBhvr additive="base">
                                        <p:cTn id="49" dur="500" fill="hold"/>
                                        <p:tgtEl>
                                          <p:spTgt spid="393219">
                                            <p:txEl>
                                              <p:pRg st="7" end="7"/>
                                            </p:txEl>
                                          </p:spTgt>
                                        </p:tgtEl>
                                        <p:attrNameLst>
                                          <p:attrName>ppt_x</p:attrName>
                                        </p:attrNameLst>
                                      </p:cBhvr>
                                      <p:tavLst>
                                        <p:tav tm="0">
                                          <p:val>
                                            <p:strVal val="#ppt_x"/>
                                          </p:val>
                                        </p:tav>
                                        <p:tav tm="100000">
                                          <p:val>
                                            <p:strVal val="#ppt_x"/>
                                          </p:val>
                                        </p:tav>
                                      </p:tavLst>
                                    </p:anim>
                                    <p:anim calcmode="lin" valueType="num">
                                      <p:cBhvr additive="base">
                                        <p:cTn id="50" dur="500" fill="hold"/>
                                        <p:tgtEl>
                                          <p:spTgt spid="393219">
                                            <p:txEl>
                                              <p:pRg st="7" end="7"/>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7762" name="Rectangle 2"/>
          <p:cNvSpPr>
            <a:spLocks noGrp="1" noChangeArrowheads="1"/>
          </p:cNvSpPr>
          <p:nvPr>
            <p:ph type="title"/>
          </p:nvPr>
        </p:nvSpPr>
        <p:spPr>
          <a:xfrm>
            <a:off x="395536" y="188640"/>
            <a:ext cx="8352928" cy="1246063"/>
          </a:xfrm>
        </p:spPr>
        <p:txBody>
          <a:bodyPr>
            <a:normAutofit fontScale="90000"/>
          </a:bodyPr>
          <a:lstStyle/>
          <a:p>
            <a:pPr algn="ctr" eaLnBrk="1" hangingPunct="1"/>
            <a:r>
              <a:rPr lang="zh-CN" altLang="en-US" dirty="0" smtClean="0">
                <a:latin typeface="微软雅黑" pitchFamily="34" charset="-122"/>
                <a:ea typeface="微软雅黑" pitchFamily="34" charset="-122"/>
              </a:rPr>
              <a:t>开放系统互连参考模型</a:t>
            </a:r>
            <a:r>
              <a:rPr lang="en-US" altLang="zh-CN" dirty="0" smtClean="0">
                <a:latin typeface="微软雅黑" pitchFamily="34" charset="-122"/>
                <a:ea typeface="微软雅黑" pitchFamily="34" charset="-122"/>
              </a:rPr>
              <a:t>OSI/RM</a:t>
            </a:r>
          </a:p>
        </p:txBody>
      </p:sp>
      <p:sp>
        <p:nvSpPr>
          <p:cNvPr id="171011" name="Rectangle 3"/>
          <p:cNvSpPr>
            <a:spLocks noGrp="1" noChangeArrowheads="1"/>
          </p:cNvSpPr>
          <p:nvPr>
            <p:ph idx="1"/>
          </p:nvPr>
        </p:nvSpPr>
        <p:spPr>
          <a:xfrm>
            <a:off x="755576" y="1556792"/>
            <a:ext cx="7772400" cy="4763195"/>
          </a:xfrm>
        </p:spPr>
        <p:txBody>
          <a:bodyPr/>
          <a:lstStyle/>
          <a:p>
            <a:pPr eaLnBrk="1" hangingPunct="1"/>
            <a:r>
              <a:rPr lang="zh-CN" altLang="en-US" sz="2800" dirty="0" smtClean="0">
                <a:latin typeface="微软雅黑" pitchFamily="34" charset="-122"/>
                <a:ea typeface="微软雅黑" pitchFamily="34" charset="-122"/>
              </a:rPr>
              <a:t>只要遵循 </a:t>
            </a:r>
            <a:r>
              <a:rPr lang="en-US" altLang="zh-CN" sz="2800" dirty="0" smtClean="0">
                <a:latin typeface="微软雅黑" pitchFamily="34" charset="-122"/>
                <a:ea typeface="微软雅黑" pitchFamily="34" charset="-122"/>
              </a:rPr>
              <a:t>OSI </a:t>
            </a:r>
            <a:r>
              <a:rPr lang="zh-CN" altLang="en-US" sz="2800" dirty="0" smtClean="0">
                <a:latin typeface="微软雅黑" pitchFamily="34" charset="-122"/>
                <a:ea typeface="微软雅黑" pitchFamily="34" charset="-122"/>
              </a:rPr>
              <a:t>标准，一个系统就可以和位于世界上任何地方的、也遵循这同一标准的其他任何系统进行通信。</a:t>
            </a:r>
          </a:p>
          <a:p>
            <a:pPr eaLnBrk="1" hangingPunct="1"/>
            <a:r>
              <a:rPr lang="zh-CN" altLang="en-US" sz="2800" dirty="0" smtClean="0">
                <a:latin typeface="微软雅黑" pitchFamily="34" charset="-122"/>
                <a:ea typeface="微软雅黑" pitchFamily="34" charset="-122"/>
              </a:rPr>
              <a:t>在市场化方面 </a:t>
            </a:r>
            <a:r>
              <a:rPr lang="en-US" altLang="zh-CN" sz="2800" dirty="0" smtClean="0">
                <a:latin typeface="微软雅黑" pitchFamily="34" charset="-122"/>
                <a:ea typeface="微软雅黑" pitchFamily="34" charset="-122"/>
              </a:rPr>
              <a:t>OSI </a:t>
            </a:r>
            <a:r>
              <a:rPr lang="zh-CN" altLang="en-US" sz="2800" dirty="0" smtClean="0">
                <a:latin typeface="微软雅黑" pitchFamily="34" charset="-122"/>
                <a:ea typeface="微软雅黑" pitchFamily="34" charset="-122"/>
              </a:rPr>
              <a:t>却失败了。</a:t>
            </a:r>
          </a:p>
          <a:p>
            <a:pPr lvl="1" eaLnBrk="1" hangingPunct="1"/>
            <a:r>
              <a:rPr lang="en-US" altLang="zh-CN" sz="2400" dirty="0" smtClean="0">
                <a:solidFill>
                  <a:srgbClr val="333399"/>
                </a:solidFill>
                <a:latin typeface="微软雅黑" pitchFamily="34" charset="-122"/>
                <a:ea typeface="微软雅黑" pitchFamily="34" charset="-122"/>
              </a:rPr>
              <a:t>OSI </a:t>
            </a:r>
            <a:r>
              <a:rPr lang="zh-CN" altLang="en-US" sz="2400" dirty="0" smtClean="0">
                <a:solidFill>
                  <a:srgbClr val="333399"/>
                </a:solidFill>
                <a:latin typeface="微软雅黑" pitchFamily="34" charset="-122"/>
                <a:ea typeface="微软雅黑" pitchFamily="34" charset="-122"/>
              </a:rPr>
              <a:t>的专家们在完成 </a:t>
            </a:r>
            <a:r>
              <a:rPr lang="en-US" altLang="zh-CN" sz="2400" dirty="0" smtClean="0">
                <a:solidFill>
                  <a:srgbClr val="333399"/>
                </a:solidFill>
                <a:latin typeface="微软雅黑" pitchFamily="34" charset="-122"/>
                <a:ea typeface="微软雅黑" pitchFamily="34" charset="-122"/>
              </a:rPr>
              <a:t>OSI </a:t>
            </a:r>
            <a:r>
              <a:rPr lang="zh-CN" altLang="en-US" sz="2400" dirty="0" smtClean="0">
                <a:solidFill>
                  <a:srgbClr val="333399"/>
                </a:solidFill>
                <a:latin typeface="微软雅黑" pitchFamily="34" charset="-122"/>
                <a:ea typeface="微软雅黑" pitchFamily="34" charset="-122"/>
              </a:rPr>
              <a:t>标准时没有商业驱动力；</a:t>
            </a:r>
          </a:p>
          <a:p>
            <a:pPr lvl="1" eaLnBrk="1" hangingPunct="1"/>
            <a:r>
              <a:rPr lang="en-US" altLang="zh-CN" sz="2400" dirty="0" smtClean="0">
                <a:solidFill>
                  <a:srgbClr val="333399"/>
                </a:solidFill>
                <a:latin typeface="微软雅黑" pitchFamily="34" charset="-122"/>
                <a:ea typeface="微软雅黑" pitchFamily="34" charset="-122"/>
              </a:rPr>
              <a:t>OSI </a:t>
            </a:r>
            <a:r>
              <a:rPr lang="zh-CN" altLang="en-US" sz="2400" dirty="0" smtClean="0">
                <a:solidFill>
                  <a:srgbClr val="333399"/>
                </a:solidFill>
                <a:latin typeface="微软雅黑" pitchFamily="34" charset="-122"/>
                <a:ea typeface="微软雅黑" pitchFamily="34" charset="-122"/>
              </a:rPr>
              <a:t>的协议实现起来过分复杂，且运行效率很低；</a:t>
            </a:r>
          </a:p>
          <a:p>
            <a:pPr lvl="1" eaLnBrk="1" hangingPunct="1"/>
            <a:r>
              <a:rPr lang="en-US" altLang="zh-CN" sz="2400" dirty="0" smtClean="0">
                <a:solidFill>
                  <a:srgbClr val="333399"/>
                </a:solidFill>
                <a:latin typeface="微软雅黑" pitchFamily="34" charset="-122"/>
                <a:ea typeface="微软雅黑" pitchFamily="34" charset="-122"/>
              </a:rPr>
              <a:t>OSI </a:t>
            </a:r>
            <a:r>
              <a:rPr lang="zh-CN" altLang="en-US" sz="2400" dirty="0" smtClean="0">
                <a:solidFill>
                  <a:srgbClr val="333399"/>
                </a:solidFill>
                <a:latin typeface="微软雅黑" pitchFamily="34" charset="-122"/>
                <a:ea typeface="微软雅黑" pitchFamily="34" charset="-122"/>
              </a:rPr>
              <a:t>标准的制定周期太长，因而使得按 </a:t>
            </a:r>
            <a:r>
              <a:rPr lang="en-US" altLang="zh-CN" sz="2400" dirty="0" smtClean="0">
                <a:solidFill>
                  <a:srgbClr val="333399"/>
                </a:solidFill>
                <a:latin typeface="微软雅黑" pitchFamily="34" charset="-122"/>
                <a:ea typeface="微软雅黑" pitchFamily="34" charset="-122"/>
              </a:rPr>
              <a:t>OSI </a:t>
            </a:r>
            <a:r>
              <a:rPr lang="zh-CN" altLang="en-US" sz="2400" dirty="0" smtClean="0">
                <a:solidFill>
                  <a:srgbClr val="333399"/>
                </a:solidFill>
                <a:latin typeface="微软雅黑" pitchFamily="34" charset="-122"/>
                <a:ea typeface="微软雅黑" pitchFamily="34" charset="-122"/>
              </a:rPr>
              <a:t>标准生产的设备无法及时进入市场；</a:t>
            </a:r>
          </a:p>
          <a:p>
            <a:pPr lvl="1" eaLnBrk="1" hangingPunct="1"/>
            <a:r>
              <a:rPr lang="en-US" altLang="zh-CN" sz="2400" dirty="0" smtClean="0">
                <a:solidFill>
                  <a:srgbClr val="333399"/>
                </a:solidFill>
                <a:latin typeface="微软雅黑" pitchFamily="34" charset="-122"/>
                <a:ea typeface="微软雅黑" pitchFamily="34" charset="-122"/>
              </a:rPr>
              <a:t>OSI </a:t>
            </a:r>
            <a:r>
              <a:rPr lang="zh-CN" altLang="en-US" sz="2400" dirty="0" smtClean="0">
                <a:solidFill>
                  <a:srgbClr val="333399"/>
                </a:solidFill>
                <a:latin typeface="微软雅黑" pitchFamily="34" charset="-122"/>
                <a:ea typeface="微软雅黑" pitchFamily="34" charset="-122"/>
              </a:rPr>
              <a:t>的层次划分并也不太合理，有些功能在多个层次中重复出现。</a:t>
            </a:r>
            <a:r>
              <a:rPr lang="zh-CN" altLang="en-US" sz="2400" dirty="0" smtClean="0">
                <a:latin typeface="微软雅黑" pitchFamily="34" charset="-122"/>
                <a:ea typeface="微软雅黑" pitchFamily="34" charset="-122"/>
              </a:rPr>
              <a:t>  </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71011">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71011">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71011">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71011">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71011">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171011">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1011" grpId="0" build="p"/>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3426" name="Rectangle 2"/>
          <p:cNvSpPr>
            <a:spLocks noGrp="1" noChangeArrowheads="1"/>
          </p:cNvSpPr>
          <p:nvPr>
            <p:ph type="title"/>
          </p:nvPr>
        </p:nvSpPr>
        <p:spPr>
          <a:xfrm>
            <a:off x="1752600" y="457200"/>
            <a:ext cx="5711825" cy="762000"/>
          </a:xfrm>
          <a:noFill/>
          <a:ln/>
          <a:effectLst>
            <a:outerShdw dist="35921" dir="2700000" algn="ctr" rotWithShape="0">
              <a:schemeClr val="bg2"/>
            </a:outerShdw>
          </a:effectLst>
        </p:spPr>
        <p:txBody>
          <a:bodyPr lIns="82550" tIns="41275" rIns="82550" bIns="41275" anchor="ctr">
            <a:normAutofit fontScale="90000"/>
          </a:bodyPr>
          <a:lstStyle/>
          <a:p>
            <a:r>
              <a:rPr lang="en-US" altLang="zh-CN"/>
              <a:t>OSI  Reference Model</a:t>
            </a:r>
          </a:p>
        </p:txBody>
      </p:sp>
      <p:sp>
        <p:nvSpPr>
          <p:cNvPr id="103427" name="Text Box 3"/>
          <p:cNvSpPr txBox="1">
            <a:spLocks noChangeArrowheads="1"/>
          </p:cNvSpPr>
          <p:nvPr/>
        </p:nvSpPr>
        <p:spPr bwMode="auto">
          <a:xfrm>
            <a:off x="6635750" y="4683125"/>
            <a:ext cx="1327150" cy="641350"/>
          </a:xfrm>
          <a:prstGeom prst="rect">
            <a:avLst/>
          </a:prstGeom>
          <a:noFill/>
          <a:ln w="28575">
            <a:noFill/>
            <a:miter lim="800000"/>
            <a:headEnd type="none" w="sm" len="sm"/>
            <a:tailEnd type="none" w="sm" len="sm"/>
          </a:ln>
          <a:effectLst/>
        </p:spPr>
        <p:txBody>
          <a:bodyPr wrap="none">
            <a:spAutoFit/>
          </a:bodyPr>
          <a:lstStyle/>
          <a:p>
            <a:pPr algn="l" eaLnBrk="0" hangingPunct="0"/>
            <a:r>
              <a:rPr kumimoji="0" lang="en-US" altLang="zh-CN" sz="1800">
                <a:solidFill>
                  <a:schemeClr val="tx1"/>
                </a:solidFill>
                <a:latin typeface="Helvetica" pitchFamily="34" charset="0"/>
                <a:ea typeface="宋体" pitchFamily="2" charset="-122"/>
              </a:rPr>
              <a:t>Data Flow </a:t>
            </a:r>
          </a:p>
          <a:p>
            <a:pPr algn="l" eaLnBrk="0" hangingPunct="0"/>
            <a:r>
              <a:rPr kumimoji="0" lang="en-US" altLang="zh-CN" sz="1800">
                <a:solidFill>
                  <a:schemeClr val="tx1"/>
                </a:solidFill>
                <a:latin typeface="Helvetica" pitchFamily="34" charset="0"/>
                <a:ea typeface="宋体" pitchFamily="2" charset="-122"/>
              </a:rPr>
              <a:t>Layers</a:t>
            </a:r>
          </a:p>
        </p:txBody>
      </p:sp>
      <p:sp>
        <p:nvSpPr>
          <p:cNvPr id="103428" name="Rectangle 4"/>
          <p:cNvSpPr>
            <a:spLocks noChangeArrowheads="1"/>
          </p:cNvSpPr>
          <p:nvPr/>
        </p:nvSpPr>
        <p:spPr bwMode="auto">
          <a:xfrm>
            <a:off x="3581400" y="1952625"/>
            <a:ext cx="1824038" cy="4254500"/>
          </a:xfrm>
          <a:prstGeom prst="rect">
            <a:avLst/>
          </a:prstGeom>
          <a:solidFill>
            <a:srgbClr val="B0DEF5"/>
          </a:solidFill>
          <a:ln w="28575">
            <a:solidFill>
              <a:schemeClr val="tx1"/>
            </a:solidFill>
            <a:miter lim="800000"/>
            <a:headEnd type="none" w="sm" len="sm"/>
            <a:tailEnd type="none" w="sm" len="sm"/>
          </a:ln>
          <a:effectLst>
            <a:outerShdw dist="107763" dir="2700000" algn="ctr" rotWithShape="0">
              <a:schemeClr val="tx1"/>
            </a:outerShdw>
          </a:effectLst>
        </p:spPr>
        <p:txBody>
          <a:bodyPr anchor="ctr">
            <a:spAutoFit/>
          </a:bodyPr>
          <a:lstStyle/>
          <a:p>
            <a:endParaRPr lang="zh-CN" altLang="en-US"/>
          </a:p>
        </p:txBody>
      </p:sp>
      <p:sp>
        <p:nvSpPr>
          <p:cNvPr id="103429" name="Line 5"/>
          <p:cNvSpPr>
            <a:spLocks noChangeShapeType="1"/>
          </p:cNvSpPr>
          <p:nvPr/>
        </p:nvSpPr>
        <p:spPr bwMode="auto">
          <a:xfrm>
            <a:off x="3581400" y="4397375"/>
            <a:ext cx="1824038" cy="0"/>
          </a:xfrm>
          <a:prstGeom prst="line">
            <a:avLst/>
          </a:prstGeom>
          <a:noFill/>
          <a:ln w="28575">
            <a:solidFill>
              <a:schemeClr val="tx1"/>
            </a:solidFill>
            <a:round/>
            <a:headEnd type="none" w="sm" len="sm"/>
            <a:tailEnd type="none" w="sm" len="sm"/>
          </a:ln>
          <a:effectLst/>
        </p:spPr>
        <p:txBody>
          <a:bodyPr wrap="none" anchor="ctr">
            <a:spAutoFit/>
          </a:bodyPr>
          <a:lstStyle/>
          <a:p>
            <a:endParaRPr lang="zh-CN" altLang="en-US"/>
          </a:p>
        </p:txBody>
      </p:sp>
      <p:sp>
        <p:nvSpPr>
          <p:cNvPr id="103430" name="Line 6"/>
          <p:cNvSpPr>
            <a:spLocks noChangeShapeType="1"/>
          </p:cNvSpPr>
          <p:nvPr/>
        </p:nvSpPr>
        <p:spPr bwMode="auto">
          <a:xfrm>
            <a:off x="3576638" y="5030788"/>
            <a:ext cx="1824037" cy="0"/>
          </a:xfrm>
          <a:prstGeom prst="line">
            <a:avLst/>
          </a:prstGeom>
          <a:noFill/>
          <a:ln w="28575">
            <a:solidFill>
              <a:schemeClr val="tx1"/>
            </a:solidFill>
            <a:round/>
            <a:headEnd type="none" w="sm" len="sm"/>
            <a:tailEnd type="none" w="sm" len="sm"/>
          </a:ln>
          <a:effectLst/>
        </p:spPr>
        <p:txBody>
          <a:bodyPr wrap="none" anchor="ctr">
            <a:spAutoFit/>
          </a:bodyPr>
          <a:lstStyle/>
          <a:p>
            <a:endParaRPr lang="zh-CN" altLang="en-US"/>
          </a:p>
        </p:txBody>
      </p:sp>
      <p:sp>
        <p:nvSpPr>
          <p:cNvPr id="103431" name="Line 7"/>
          <p:cNvSpPr>
            <a:spLocks noChangeShapeType="1"/>
          </p:cNvSpPr>
          <p:nvPr/>
        </p:nvSpPr>
        <p:spPr bwMode="auto">
          <a:xfrm>
            <a:off x="3595688" y="5651500"/>
            <a:ext cx="1824037" cy="0"/>
          </a:xfrm>
          <a:prstGeom prst="line">
            <a:avLst/>
          </a:prstGeom>
          <a:noFill/>
          <a:ln w="28575">
            <a:solidFill>
              <a:schemeClr val="tx1"/>
            </a:solidFill>
            <a:round/>
            <a:headEnd type="none" w="sm" len="sm"/>
            <a:tailEnd type="none" w="sm" len="sm"/>
          </a:ln>
          <a:effectLst/>
        </p:spPr>
        <p:txBody>
          <a:bodyPr wrap="none" anchor="ctr">
            <a:spAutoFit/>
          </a:bodyPr>
          <a:lstStyle/>
          <a:p>
            <a:endParaRPr lang="zh-CN" altLang="en-US"/>
          </a:p>
        </p:txBody>
      </p:sp>
      <p:sp>
        <p:nvSpPr>
          <p:cNvPr id="103432" name="Line 8"/>
          <p:cNvSpPr>
            <a:spLocks noChangeShapeType="1"/>
          </p:cNvSpPr>
          <p:nvPr/>
        </p:nvSpPr>
        <p:spPr bwMode="auto">
          <a:xfrm>
            <a:off x="3576638" y="3765550"/>
            <a:ext cx="1824037" cy="0"/>
          </a:xfrm>
          <a:prstGeom prst="line">
            <a:avLst/>
          </a:prstGeom>
          <a:noFill/>
          <a:ln w="28575">
            <a:solidFill>
              <a:schemeClr val="tx1"/>
            </a:solidFill>
            <a:round/>
            <a:headEnd type="none" w="sm" len="sm"/>
            <a:tailEnd type="none" w="sm" len="sm"/>
          </a:ln>
          <a:effectLst/>
        </p:spPr>
        <p:txBody>
          <a:bodyPr wrap="none" anchor="ctr">
            <a:spAutoFit/>
          </a:bodyPr>
          <a:lstStyle/>
          <a:p>
            <a:endParaRPr lang="zh-CN" altLang="en-US"/>
          </a:p>
        </p:txBody>
      </p:sp>
      <p:sp>
        <p:nvSpPr>
          <p:cNvPr id="103433" name="Rectangle 9"/>
          <p:cNvSpPr>
            <a:spLocks noChangeArrowheads="1"/>
          </p:cNvSpPr>
          <p:nvPr/>
        </p:nvSpPr>
        <p:spPr bwMode="auto">
          <a:xfrm>
            <a:off x="3586163" y="3781425"/>
            <a:ext cx="1817687" cy="606425"/>
          </a:xfrm>
          <a:prstGeom prst="rect">
            <a:avLst/>
          </a:prstGeom>
          <a:solidFill>
            <a:srgbClr val="FFCC99"/>
          </a:solidFill>
          <a:ln w="28575">
            <a:solidFill>
              <a:schemeClr val="tx1"/>
            </a:solidFill>
            <a:miter lim="800000"/>
            <a:headEnd type="none" w="sm" len="sm"/>
            <a:tailEnd type="none" w="sm" len="sm"/>
          </a:ln>
          <a:effectLst>
            <a:outerShdw dist="35921" dir="2700000" algn="ctr" rotWithShape="0">
              <a:schemeClr val="tx1"/>
            </a:outerShdw>
          </a:effectLst>
        </p:spPr>
        <p:txBody>
          <a:bodyPr anchor="ctr">
            <a:spAutoFit/>
          </a:bodyPr>
          <a:lstStyle/>
          <a:p>
            <a:endParaRPr lang="zh-CN" altLang="en-US"/>
          </a:p>
        </p:txBody>
      </p:sp>
      <p:sp>
        <p:nvSpPr>
          <p:cNvPr id="103434" name="Text Box 10"/>
          <p:cNvSpPr txBox="1">
            <a:spLocks noChangeArrowheads="1"/>
          </p:cNvSpPr>
          <p:nvPr/>
        </p:nvSpPr>
        <p:spPr bwMode="auto">
          <a:xfrm>
            <a:off x="3536950" y="3873500"/>
            <a:ext cx="1924050" cy="366713"/>
          </a:xfrm>
          <a:prstGeom prst="rect">
            <a:avLst/>
          </a:prstGeom>
          <a:noFill/>
          <a:ln w="28575">
            <a:noFill/>
            <a:miter lim="800000"/>
            <a:headEnd type="none" w="sm" len="sm"/>
            <a:tailEnd type="none" w="sm" len="sm"/>
          </a:ln>
          <a:effectLst/>
        </p:spPr>
        <p:txBody>
          <a:bodyPr wrap="none">
            <a:spAutoFit/>
          </a:bodyPr>
          <a:lstStyle/>
          <a:p>
            <a:pPr algn="l" eaLnBrk="0" hangingPunct="0"/>
            <a:r>
              <a:rPr kumimoji="0" lang="en-US" altLang="zh-CN" sz="1800">
                <a:solidFill>
                  <a:schemeClr val="tx1"/>
                </a:solidFill>
                <a:latin typeface="Helvetica" pitchFamily="34" charset="0"/>
                <a:ea typeface="宋体" pitchFamily="2" charset="-122"/>
              </a:rPr>
              <a:t>Transport Layer</a:t>
            </a:r>
          </a:p>
        </p:txBody>
      </p:sp>
      <p:sp>
        <p:nvSpPr>
          <p:cNvPr id="103435" name="Rectangle 11"/>
          <p:cNvSpPr>
            <a:spLocks noChangeArrowheads="1"/>
          </p:cNvSpPr>
          <p:nvPr/>
        </p:nvSpPr>
        <p:spPr bwMode="auto">
          <a:xfrm>
            <a:off x="3586163" y="5022850"/>
            <a:ext cx="1817687" cy="606425"/>
          </a:xfrm>
          <a:prstGeom prst="rect">
            <a:avLst/>
          </a:prstGeom>
          <a:solidFill>
            <a:srgbClr val="FFCC99"/>
          </a:solidFill>
          <a:ln w="28575">
            <a:solidFill>
              <a:schemeClr val="tx1"/>
            </a:solidFill>
            <a:miter lim="800000"/>
            <a:headEnd type="none" w="sm" len="sm"/>
            <a:tailEnd type="none" w="sm" len="sm"/>
          </a:ln>
          <a:effectLst>
            <a:outerShdw dist="35921" dir="2700000" algn="ctr" rotWithShape="0">
              <a:schemeClr val="tx1"/>
            </a:outerShdw>
          </a:effectLst>
        </p:spPr>
        <p:txBody>
          <a:bodyPr anchor="ctr">
            <a:spAutoFit/>
          </a:bodyPr>
          <a:lstStyle/>
          <a:p>
            <a:endParaRPr lang="zh-CN" altLang="en-US"/>
          </a:p>
        </p:txBody>
      </p:sp>
      <p:sp>
        <p:nvSpPr>
          <p:cNvPr id="103436" name="Text Box 12"/>
          <p:cNvSpPr txBox="1">
            <a:spLocks noChangeArrowheads="1"/>
          </p:cNvSpPr>
          <p:nvPr/>
        </p:nvSpPr>
        <p:spPr bwMode="auto">
          <a:xfrm>
            <a:off x="3870325" y="5143500"/>
            <a:ext cx="1276350" cy="366713"/>
          </a:xfrm>
          <a:prstGeom prst="rect">
            <a:avLst/>
          </a:prstGeom>
          <a:noFill/>
          <a:ln w="28575">
            <a:noFill/>
            <a:miter lim="800000"/>
            <a:headEnd type="none" w="sm" len="sm"/>
            <a:tailEnd type="none" w="sm" len="sm"/>
          </a:ln>
          <a:effectLst/>
        </p:spPr>
        <p:txBody>
          <a:bodyPr wrap="none">
            <a:spAutoFit/>
          </a:bodyPr>
          <a:lstStyle/>
          <a:p>
            <a:pPr algn="l" eaLnBrk="0" hangingPunct="0"/>
            <a:r>
              <a:rPr kumimoji="0" lang="en-US" altLang="zh-CN" sz="1800">
                <a:solidFill>
                  <a:schemeClr val="tx1"/>
                </a:solidFill>
                <a:latin typeface="Helvetica" pitchFamily="34" charset="0"/>
                <a:ea typeface="宋体" pitchFamily="2" charset="-122"/>
              </a:rPr>
              <a:t>Data Link </a:t>
            </a:r>
          </a:p>
        </p:txBody>
      </p:sp>
      <p:sp>
        <p:nvSpPr>
          <p:cNvPr id="103437" name="Rectangle 13"/>
          <p:cNvSpPr>
            <a:spLocks noChangeArrowheads="1"/>
          </p:cNvSpPr>
          <p:nvPr/>
        </p:nvSpPr>
        <p:spPr bwMode="auto">
          <a:xfrm>
            <a:off x="3586163" y="4416425"/>
            <a:ext cx="1817687" cy="606425"/>
          </a:xfrm>
          <a:prstGeom prst="rect">
            <a:avLst/>
          </a:prstGeom>
          <a:solidFill>
            <a:srgbClr val="FFCC99"/>
          </a:solidFill>
          <a:ln w="28575">
            <a:solidFill>
              <a:schemeClr val="tx1"/>
            </a:solidFill>
            <a:miter lim="800000"/>
            <a:headEnd type="none" w="sm" len="sm"/>
            <a:tailEnd type="none" w="sm" len="sm"/>
          </a:ln>
          <a:effectLst>
            <a:outerShdw dist="35921" dir="2700000" algn="ctr" rotWithShape="0">
              <a:schemeClr val="tx1"/>
            </a:outerShdw>
          </a:effectLst>
        </p:spPr>
        <p:txBody>
          <a:bodyPr anchor="ctr">
            <a:spAutoFit/>
          </a:bodyPr>
          <a:lstStyle/>
          <a:p>
            <a:endParaRPr lang="zh-CN" altLang="en-US"/>
          </a:p>
        </p:txBody>
      </p:sp>
      <p:sp>
        <p:nvSpPr>
          <p:cNvPr id="103438" name="Text Box 14"/>
          <p:cNvSpPr txBox="1">
            <a:spLocks noChangeArrowheads="1"/>
          </p:cNvSpPr>
          <p:nvPr/>
        </p:nvSpPr>
        <p:spPr bwMode="auto">
          <a:xfrm>
            <a:off x="3581400" y="4522788"/>
            <a:ext cx="1758950" cy="366712"/>
          </a:xfrm>
          <a:prstGeom prst="rect">
            <a:avLst/>
          </a:prstGeom>
          <a:noFill/>
          <a:ln w="28575">
            <a:noFill/>
            <a:miter lim="800000"/>
            <a:headEnd type="none" w="sm" len="sm"/>
            <a:tailEnd type="none" w="sm" len="sm"/>
          </a:ln>
          <a:effectLst/>
        </p:spPr>
        <p:txBody>
          <a:bodyPr wrap="none">
            <a:spAutoFit/>
          </a:bodyPr>
          <a:lstStyle/>
          <a:p>
            <a:pPr algn="l" eaLnBrk="0" hangingPunct="0"/>
            <a:r>
              <a:rPr kumimoji="0" lang="en-US" altLang="zh-CN" sz="1800">
                <a:solidFill>
                  <a:schemeClr val="tx1"/>
                </a:solidFill>
                <a:latin typeface="Helvetica" pitchFamily="34" charset="0"/>
                <a:ea typeface="宋体" pitchFamily="2" charset="-122"/>
              </a:rPr>
              <a:t>Network Layer</a:t>
            </a:r>
          </a:p>
        </p:txBody>
      </p:sp>
      <p:sp>
        <p:nvSpPr>
          <p:cNvPr id="103439" name="AutoShape 15"/>
          <p:cNvSpPr>
            <a:spLocks noChangeArrowheads="1"/>
          </p:cNvSpPr>
          <p:nvPr/>
        </p:nvSpPr>
        <p:spPr bwMode="auto">
          <a:xfrm>
            <a:off x="5435600" y="3765550"/>
            <a:ext cx="1009650" cy="2495550"/>
          </a:xfrm>
          <a:prstGeom prst="homePlate">
            <a:avLst>
              <a:gd name="adj" fmla="val 25000"/>
            </a:avLst>
          </a:prstGeom>
          <a:gradFill rotWithShape="0">
            <a:gsLst>
              <a:gs pos="0">
                <a:srgbClr val="FFCC99"/>
              </a:gs>
              <a:gs pos="100000">
                <a:srgbClr val="FFCC99">
                  <a:gamma/>
                  <a:shade val="46275"/>
                  <a:invGamma/>
                </a:srgbClr>
              </a:gs>
            </a:gsLst>
            <a:lin ang="0" scaled="1"/>
          </a:gradFill>
          <a:ln w="6350">
            <a:solidFill>
              <a:schemeClr val="tx1"/>
            </a:solidFill>
            <a:miter lim="800000"/>
            <a:headEnd/>
            <a:tailEnd/>
          </a:ln>
          <a:effectLst/>
        </p:spPr>
        <p:txBody>
          <a:bodyPr wrap="none" anchor="ctr"/>
          <a:lstStyle/>
          <a:p>
            <a:endParaRPr lang="zh-CN" altLang="en-US"/>
          </a:p>
        </p:txBody>
      </p:sp>
      <p:sp>
        <p:nvSpPr>
          <p:cNvPr id="103440" name="Line 16"/>
          <p:cNvSpPr>
            <a:spLocks noChangeShapeType="1"/>
          </p:cNvSpPr>
          <p:nvPr/>
        </p:nvSpPr>
        <p:spPr bwMode="auto">
          <a:xfrm>
            <a:off x="3595688" y="5583238"/>
            <a:ext cx="1824037" cy="0"/>
          </a:xfrm>
          <a:prstGeom prst="line">
            <a:avLst/>
          </a:prstGeom>
          <a:noFill/>
          <a:ln w="28575">
            <a:solidFill>
              <a:schemeClr val="tx1"/>
            </a:solidFill>
            <a:round/>
            <a:headEnd type="none" w="sm" len="sm"/>
            <a:tailEnd type="none" w="sm" len="sm"/>
          </a:ln>
          <a:effectLst/>
        </p:spPr>
        <p:txBody>
          <a:bodyPr wrap="none" anchor="ctr">
            <a:spAutoFit/>
          </a:bodyPr>
          <a:lstStyle/>
          <a:p>
            <a:endParaRPr lang="zh-CN" altLang="en-US"/>
          </a:p>
        </p:txBody>
      </p:sp>
      <p:sp>
        <p:nvSpPr>
          <p:cNvPr id="103441" name="Line 17"/>
          <p:cNvSpPr>
            <a:spLocks noChangeShapeType="1"/>
          </p:cNvSpPr>
          <p:nvPr/>
        </p:nvSpPr>
        <p:spPr bwMode="auto">
          <a:xfrm>
            <a:off x="3614738" y="6203950"/>
            <a:ext cx="1824037" cy="0"/>
          </a:xfrm>
          <a:prstGeom prst="line">
            <a:avLst/>
          </a:prstGeom>
          <a:noFill/>
          <a:ln w="28575">
            <a:solidFill>
              <a:schemeClr val="tx1"/>
            </a:solidFill>
            <a:round/>
            <a:headEnd type="none" w="sm" len="sm"/>
            <a:tailEnd type="none" w="sm" len="sm"/>
          </a:ln>
          <a:effectLst/>
        </p:spPr>
        <p:txBody>
          <a:bodyPr wrap="none" anchor="ctr">
            <a:spAutoFit/>
          </a:bodyPr>
          <a:lstStyle/>
          <a:p>
            <a:endParaRPr lang="zh-CN" altLang="en-US"/>
          </a:p>
        </p:txBody>
      </p:sp>
      <p:sp>
        <p:nvSpPr>
          <p:cNvPr id="103442" name="Rectangle 18"/>
          <p:cNvSpPr>
            <a:spLocks noChangeArrowheads="1"/>
          </p:cNvSpPr>
          <p:nvPr/>
        </p:nvSpPr>
        <p:spPr bwMode="auto">
          <a:xfrm>
            <a:off x="3592513" y="5600700"/>
            <a:ext cx="1817687" cy="606425"/>
          </a:xfrm>
          <a:prstGeom prst="rect">
            <a:avLst/>
          </a:prstGeom>
          <a:solidFill>
            <a:srgbClr val="FFCC99"/>
          </a:solidFill>
          <a:ln w="28575">
            <a:solidFill>
              <a:schemeClr val="tx1"/>
            </a:solidFill>
            <a:miter lim="800000"/>
            <a:headEnd type="none" w="sm" len="sm"/>
            <a:tailEnd type="none" w="sm" len="sm"/>
          </a:ln>
          <a:effectLst>
            <a:outerShdw dist="35921" dir="2700000" algn="ctr" rotWithShape="0">
              <a:schemeClr val="tx1"/>
            </a:outerShdw>
          </a:effectLst>
        </p:spPr>
        <p:txBody>
          <a:bodyPr anchor="ctr">
            <a:spAutoFit/>
          </a:bodyPr>
          <a:lstStyle/>
          <a:p>
            <a:endParaRPr lang="zh-CN" altLang="en-US"/>
          </a:p>
        </p:txBody>
      </p:sp>
      <p:sp>
        <p:nvSpPr>
          <p:cNvPr id="103443" name="Text Box 19"/>
          <p:cNvSpPr txBox="1">
            <a:spLocks noChangeArrowheads="1"/>
          </p:cNvSpPr>
          <p:nvPr/>
        </p:nvSpPr>
        <p:spPr bwMode="auto">
          <a:xfrm>
            <a:off x="3889375" y="5753100"/>
            <a:ext cx="1111250" cy="366713"/>
          </a:xfrm>
          <a:prstGeom prst="rect">
            <a:avLst/>
          </a:prstGeom>
          <a:noFill/>
          <a:ln w="28575">
            <a:noFill/>
            <a:miter lim="800000"/>
            <a:headEnd type="none" w="sm" len="sm"/>
            <a:tailEnd type="none" w="sm" len="sm"/>
          </a:ln>
          <a:effectLst/>
        </p:spPr>
        <p:txBody>
          <a:bodyPr wrap="none">
            <a:spAutoFit/>
          </a:bodyPr>
          <a:lstStyle/>
          <a:p>
            <a:pPr algn="l" eaLnBrk="0" hangingPunct="0"/>
            <a:r>
              <a:rPr kumimoji="0" lang="en-US" altLang="zh-CN" sz="1800">
                <a:solidFill>
                  <a:schemeClr val="tx1"/>
                </a:solidFill>
                <a:latin typeface="Helvetica" pitchFamily="34" charset="0"/>
                <a:ea typeface="宋体" pitchFamily="2" charset="-122"/>
              </a:rPr>
              <a:t>Physical</a:t>
            </a:r>
          </a:p>
        </p:txBody>
      </p:sp>
      <p:grpSp>
        <p:nvGrpSpPr>
          <p:cNvPr id="2" name="Group 20"/>
          <p:cNvGrpSpPr>
            <a:grpSpLocks/>
          </p:cNvGrpSpPr>
          <p:nvPr/>
        </p:nvGrpSpPr>
        <p:grpSpPr bwMode="auto">
          <a:xfrm>
            <a:off x="1016000" y="1939925"/>
            <a:ext cx="4410075" cy="1790700"/>
            <a:chOff x="-848" y="2646"/>
            <a:chExt cx="2778" cy="1128"/>
          </a:xfrm>
        </p:grpSpPr>
        <p:sp>
          <p:nvSpPr>
            <p:cNvPr id="103445" name="Text Box 21"/>
            <p:cNvSpPr txBox="1">
              <a:spLocks noChangeArrowheads="1"/>
            </p:cNvSpPr>
            <p:nvPr/>
          </p:nvSpPr>
          <p:spPr bwMode="auto">
            <a:xfrm>
              <a:off x="-848" y="2862"/>
              <a:ext cx="940" cy="577"/>
            </a:xfrm>
            <a:prstGeom prst="rect">
              <a:avLst/>
            </a:prstGeom>
            <a:noFill/>
            <a:ln w="28575">
              <a:noFill/>
              <a:miter lim="800000"/>
              <a:headEnd type="none" w="sm" len="sm"/>
              <a:tailEnd type="none" w="sm" len="sm"/>
            </a:ln>
            <a:effectLst/>
          </p:spPr>
          <p:txBody>
            <a:bodyPr wrap="none">
              <a:spAutoFit/>
            </a:bodyPr>
            <a:lstStyle/>
            <a:p>
              <a:pPr algn="l" eaLnBrk="0" hangingPunct="0"/>
              <a:r>
                <a:rPr kumimoji="0" lang="en-US" altLang="zh-CN" sz="1800">
                  <a:solidFill>
                    <a:schemeClr val="tx1"/>
                  </a:solidFill>
                  <a:latin typeface="Helvetica" pitchFamily="34" charset="0"/>
                  <a:ea typeface="宋体" pitchFamily="2" charset="-122"/>
                </a:rPr>
                <a:t>Application </a:t>
              </a:r>
            </a:p>
            <a:p>
              <a:pPr algn="l" eaLnBrk="0" hangingPunct="0"/>
              <a:r>
                <a:rPr kumimoji="0" lang="en-US" altLang="zh-CN" sz="1800">
                  <a:solidFill>
                    <a:schemeClr val="tx1"/>
                  </a:solidFill>
                  <a:latin typeface="Helvetica" pitchFamily="34" charset="0"/>
                  <a:ea typeface="宋体" pitchFamily="2" charset="-122"/>
                </a:rPr>
                <a:t>(Upper) </a:t>
              </a:r>
            </a:p>
            <a:p>
              <a:pPr algn="l" eaLnBrk="0" hangingPunct="0"/>
              <a:r>
                <a:rPr kumimoji="0" lang="en-US" altLang="zh-CN" sz="1800">
                  <a:solidFill>
                    <a:schemeClr val="tx1"/>
                  </a:solidFill>
                  <a:latin typeface="Helvetica" pitchFamily="34" charset="0"/>
                  <a:ea typeface="宋体" pitchFamily="2" charset="-122"/>
                </a:rPr>
                <a:t>Layers</a:t>
              </a:r>
            </a:p>
          </p:txBody>
        </p:sp>
        <p:sp>
          <p:nvSpPr>
            <p:cNvPr id="103446" name="Line 22"/>
            <p:cNvSpPr>
              <a:spLocks noChangeShapeType="1"/>
            </p:cNvSpPr>
            <p:nvPr/>
          </p:nvSpPr>
          <p:spPr bwMode="auto">
            <a:xfrm>
              <a:off x="769" y="3382"/>
              <a:ext cx="1150" cy="0"/>
            </a:xfrm>
            <a:prstGeom prst="line">
              <a:avLst/>
            </a:prstGeom>
            <a:noFill/>
            <a:ln w="28575">
              <a:solidFill>
                <a:schemeClr val="tx1"/>
              </a:solidFill>
              <a:round/>
              <a:headEnd type="none" w="sm" len="sm"/>
              <a:tailEnd type="none" w="sm" len="sm"/>
            </a:ln>
            <a:effectLst/>
          </p:spPr>
          <p:txBody>
            <a:bodyPr wrap="none" anchor="ctr">
              <a:spAutoFit/>
            </a:bodyPr>
            <a:lstStyle/>
            <a:p>
              <a:endParaRPr lang="zh-CN" altLang="en-US"/>
            </a:p>
          </p:txBody>
        </p:sp>
        <p:sp>
          <p:nvSpPr>
            <p:cNvPr id="103447" name="Line 23"/>
            <p:cNvSpPr>
              <a:spLocks noChangeShapeType="1"/>
            </p:cNvSpPr>
            <p:nvPr/>
          </p:nvSpPr>
          <p:spPr bwMode="auto">
            <a:xfrm>
              <a:off x="766" y="3020"/>
              <a:ext cx="1149" cy="0"/>
            </a:xfrm>
            <a:prstGeom prst="line">
              <a:avLst/>
            </a:prstGeom>
            <a:noFill/>
            <a:ln w="28575">
              <a:solidFill>
                <a:schemeClr val="tx1"/>
              </a:solidFill>
              <a:round/>
              <a:headEnd type="none" w="sm" len="sm"/>
              <a:tailEnd type="none" w="sm" len="sm"/>
            </a:ln>
            <a:effectLst/>
          </p:spPr>
          <p:txBody>
            <a:bodyPr wrap="none" anchor="ctr">
              <a:spAutoFit/>
            </a:bodyPr>
            <a:lstStyle/>
            <a:p>
              <a:endParaRPr lang="zh-CN" altLang="en-US"/>
            </a:p>
          </p:txBody>
        </p:sp>
        <p:sp>
          <p:nvSpPr>
            <p:cNvPr id="103448" name="Line 24"/>
            <p:cNvSpPr>
              <a:spLocks noChangeShapeType="1"/>
            </p:cNvSpPr>
            <p:nvPr/>
          </p:nvSpPr>
          <p:spPr bwMode="auto">
            <a:xfrm>
              <a:off x="764" y="3042"/>
              <a:ext cx="1149" cy="0"/>
            </a:xfrm>
            <a:prstGeom prst="line">
              <a:avLst/>
            </a:prstGeom>
            <a:noFill/>
            <a:ln w="28575">
              <a:solidFill>
                <a:schemeClr val="tx1"/>
              </a:solidFill>
              <a:round/>
              <a:headEnd type="none" w="sm" len="sm"/>
              <a:tailEnd type="none" w="sm" len="sm"/>
            </a:ln>
            <a:effectLst/>
          </p:spPr>
          <p:txBody>
            <a:bodyPr wrap="none" anchor="ctr">
              <a:spAutoFit/>
            </a:bodyPr>
            <a:lstStyle/>
            <a:p>
              <a:endParaRPr lang="zh-CN" altLang="en-US"/>
            </a:p>
          </p:txBody>
        </p:sp>
        <p:sp>
          <p:nvSpPr>
            <p:cNvPr id="103449" name="Line 25"/>
            <p:cNvSpPr>
              <a:spLocks noChangeShapeType="1"/>
            </p:cNvSpPr>
            <p:nvPr/>
          </p:nvSpPr>
          <p:spPr bwMode="auto">
            <a:xfrm>
              <a:off x="752" y="3438"/>
              <a:ext cx="1149" cy="0"/>
            </a:xfrm>
            <a:prstGeom prst="line">
              <a:avLst/>
            </a:prstGeom>
            <a:noFill/>
            <a:ln w="28575">
              <a:solidFill>
                <a:schemeClr val="tx1"/>
              </a:solidFill>
              <a:round/>
              <a:headEnd type="none" w="sm" len="sm"/>
              <a:tailEnd type="none" w="sm" len="sm"/>
            </a:ln>
            <a:effectLst/>
          </p:spPr>
          <p:txBody>
            <a:bodyPr wrap="none" anchor="ctr">
              <a:spAutoFit/>
            </a:bodyPr>
            <a:lstStyle/>
            <a:p>
              <a:endParaRPr lang="zh-CN" altLang="en-US"/>
            </a:p>
          </p:txBody>
        </p:sp>
        <p:sp>
          <p:nvSpPr>
            <p:cNvPr id="103450" name="Line 26"/>
            <p:cNvSpPr>
              <a:spLocks noChangeShapeType="1"/>
            </p:cNvSpPr>
            <p:nvPr/>
          </p:nvSpPr>
          <p:spPr bwMode="auto">
            <a:xfrm>
              <a:off x="749" y="3040"/>
              <a:ext cx="1149" cy="0"/>
            </a:xfrm>
            <a:prstGeom prst="line">
              <a:avLst/>
            </a:prstGeom>
            <a:noFill/>
            <a:ln w="28575">
              <a:solidFill>
                <a:schemeClr val="tx1"/>
              </a:solidFill>
              <a:round/>
              <a:headEnd type="none" w="sm" len="sm"/>
              <a:tailEnd type="none" w="sm" len="sm"/>
            </a:ln>
            <a:effectLst/>
          </p:spPr>
          <p:txBody>
            <a:bodyPr wrap="none" anchor="ctr">
              <a:spAutoFit/>
            </a:bodyPr>
            <a:lstStyle/>
            <a:p>
              <a:endParaRPr lang="zh-CN" altLang="en-US"/>
            </a:p>
          </p:txBody>
        </p:sp>
        <p:sp>
          <p:nvSpPr>
            <p:cNvPr id="103451" name="Line 27"/>
            <p:cNvSpPr>
              <a:spLocks noChangeShapeType="1"/>
            </p:cNvSpPr>
            <p:nvPr/>
          </p:nvSpPr>
          <p:spPr bwMode="auto">
            <a:xfrm>
              <a:off x="737" y="3424"/>
              <a:ext cx="1149" cy="1"/>
            </a:xfrm>
            <a:prstGeom prst="line">
              <a:avLst/>
            </a:prstGeom>
            <a:noFill/>
            <a:ln w="28575">
              <a:solidFill>
                <a:schemeClr val="tx1"/>
              </a:solidFill>
              <a:round/>
              <a:headEnd type="none" w="sm" len="sm"/>
              <a:tailEnd type="none" w="sm" len="sm"/>
            </a:ln>
            <a:effectLst/>
          </p:spPr>
          <p:txBody>
            <a:bodyPr wrap="none" anchor="ctr">
              <a:spAutoFit/>
            </a:bodyPr>
            <a:lstStyle/>
            <a:p>
              <a:endParaRPr lang="zh-CN" altLang="en-US"/>
            </a:p>
          </p:txBody>
        </p:sp>
        <p:sp>
          <p:nvSpPr>
            <p:cNvPr id="103452" name="Rectangle 28"/>
            <p:cNvSpPr>
              <a:spLocks noChangeArrowheads="1"/>
            </p:cNvSpPr>
            <p:nvPr/>
          </p:nvSpPr>
          <p:spPr bwMode="auto">
            <a:xfrm>
              <a:off x="755" y="2646"/>
              <a:ext cx="1173" cy="390"/>
            </a:xfrm>
            <a:prstGeom prst="rect">
              <a:avLst/>
            </a:prstGeom>
            <a:solidFill>
              <a:srgbClr val="99CC00"/>
            </a:solidFill>
            <a:ln w="28575">
              <a:solidFill>
                <a:schemeClr val="tx1"/>
              </a:solidFill>
              <a:miter lim="800000"/>
              <a:headEnd type="none" w="sm" len="sm"/>
              <a:tailEnd type="none" w="sm" len="sm"/>
            </a:ln>
            <a:effectLst>
              <a:outerShdw dist="35921" dir="2700000" algn="ctr" rotWithShape="0">
                <a:schemeClr val="tx1"/>
              </a:outerShdw>
            </a:effectLst>
          </p:spPr>
          <p:txBody>
            <a:bodyPr anchor="ctr">
              <a:spAutoFit/>
            </a:bodyPr>
            <a:lstStyle/>
            <a:p>
              <a:endParaRPr lang="zh-CN" altLang="en-US"/>
            </a:p>
          </p:txBody>
        </p:sp>
        <p:sp>
          <p:nvSpPr>
            <p:cNvPr id="103453" name="Rectangle 29"/>
            <p:cNvSpPr>
              <a:spLocks noChangeArrowheads="1"/>
            </p:cNvSpPr>
            <p:nvPr/>
          </p:nvSpPr>
          <p:spPr bwMode="auto">
            <a:xfrm>
              <a:off x="755" y="3042"/>
              <a:ext cx="1175" cy="382"/>
            </a:xfrm>
            <a:prstGeom prst="rect">
              <a:avLst/>
            </a:prstGeom>
            <a:solidFill>
              <a:srgbClr val="99CC00"/>
            </a:solidFill>
            <a:ln w="28575">
              <a:solidFill>
                <a:schemeClr val="tx1"/>
              </a:solidFill>
              <a:miter lim="800000"/>
              <a:headEnd type="none" w="sm" len="sm"/>
              <a:tailEnd type="none" w="sm" len="sm"/>
            </a:ln>
            <a:effectLst>
              <a:outerShdw dist="35921" dir="2700000" algn="ctr" rotWithShape="0">
                <a:schemeClr val="tx1"/>
              </a:outerShdw>
            </a:effectLst>
          </p:spPr>
          <p:txBody>
            <a:bodyPr anchor="ctr">
              <a:spAutoFit/>
            </a:bodyPr>
            <a:lstStyle/>
            <a:p>
              <a:endParaRPr lang="zh-CN" altLang="en-US"/>
            </a:p>
          </p:txBody>
        </p:sp>
        <p:sp>
          <p:nvSpPr>
            <p:cNvPr id="103454" name="Rectangle 30"/>
            <p:cNvSpPr>
              <a:spLocks noChangeArrowheads="1"/>
            </p:cNvSpPr>
            <p:nvPr/>
          </p:nvSpPr>
          <p:spPr bwMode="auto">
            <a:xfrm>
              <a:off x="755" y="3428"/>
              <a:ext cx="1175" cy="346"/>
            </a:xfrm>
            <a:prstGeom prst="rect">
              <a:avLst/>
            </a:prstGeom>
            <a:solidFill>
              <a:srgbClr val="99CC00"/>
            </a:solidFill>
            <a:ln w="28575">
              <a:solidFill>
                <a:schemeClr val="tx1"/>
              </a:solidFill>
              <a:miter lim="800000"/>
              <a:headEnd type="none" w="sm" len="sm"/>
              <a:tailEnd type="none" w="sm" len="sm"/>
            </a:ln>
            <a:effectLst>
              <a:outerShdw dist="35921" dir="2700000" algn="ctr" rotWithShape="0">
                <a:schemeClr val="tx1"/>
              </a:outerShdw>
            </a:effectLst>
          </p:spPr>
          <p:txBody>
            <a:bodyPr anchor="ctr">
              <a:spAutoFit/>
            </a:bodyPr>
            <a:lstStyle/>
            <a:p>
              <a:endParaRPr lang="zh-CN" altLang="en-US"/>
            </a:p>
          </p:txBody>
        </p:sp>
        <p:sp>
          <p:nvSpPr>
            <p:cNvPr id="103455" name="AutoShape 31"/>
            <p:cNvSpPr>
              <a:spLocks noChangeArrowheads="1"/>
            </p:cNvSpPr>
            <p:nvPr/>
          </p:nvSpPr>
          <p:spPr bwMode="auto">
            <a:xfrm flipH="1">
              <a:off x="106" y="2646"/>
              <a:ext cx="636" cy="1128"/>
            </a:xfrm>
            <a:prstGeom prst="homePlate">
              <a:avLst>
                <a:gd name="adj" fmla="val 25000"/>
              </a:avLst>
            </a:prstGeom>
            <a:solidFill>
              <a:srgbClr val="CCFF66"/>
            </a:solidFill>
            <a:ln w="6350">
              <a:solidFill>
                <a:schemeClr val="tx1"/>
              </a:solidFill>
              <a:miter lim="800000"/>
              <a:headEnd/>
              <a:tailEnd/>
            </a:ln>
            <a:effectLst/>
          </p:spPr>
          <p:txBody>
            <a:bodyPr wrap="none" anchor="ctr"/>
            <a:lstStyle/>
            <a:p>
              <a:endParaRPr lang="zh-CN" altLang="en-US"/>
            </a:p>
          </p:txBody>
        </p:sp>
        <p:sp>
          <p:nvSpPr>
            <p:cNvPr id="103456" name="Text Box 32"/>
            <p:cNvSpPr txBox="1">
              <a:spLocks noChangeArrowheads="1"/>
            </p:cNvSpPr>
            <p:nvPr/>
          </p:nvSpPr>
          <p:spPr bwMode="auto">
            <a:xfrm>
              <a:off x="994" y="3476"/>
              <a:ext cx="668" cy="231"/>
            </a:xfrm>
            <a:prstGeom prst="rect">
              <a:avLst/>
            </a:prstGeom>
            <a:noFill/>
            <a:ln w="28575">
              <a:noFill/>
              <a:miter lim="800000"/>
              <a:headEnd type="none" w="sm" len="sm"/>
              <a:tailEnd type="none" w="sm" len="sm"/>
            </a:ln>
            <a:effectLst/>
          </p:spPr>
          <p:txBody>
            <a:bodyPr wrap="none">
              <a:spAutoFit/>
            </a:bodyPr>
            <a:lstStyle/>
            <a:p>
              <a:pPr algn="l" eaLnBrk="0" hangingPunct="0"/>
              <a:r>
                <a:rPr kumimoji="0" lang="en-US" altLang="zh-CN" sz="1800">
                  <a:solidFill>
                    <a:schemeClr val="tx1"/>
                  </a:solidFill>
                  <a:latin typeface="Helvetica" pitchFamily="34" charset="0"/>
                  <a:ea typeface="宋体" pitchFamily="2" charset="-122"/>
                </a:rPr>
                <a:t>Session</a:t>
              </a:r>
            </a:p>
          </p:txBody>
        </p:sp>
        <p:sp>
          <p:nvSpPr>
            <p:cNvPr id="103457" name="Text Box 33"/>
            <p:cNvSpPr txBox="1">
              <a:spLocks noChangeArrowheads="1"/>
            </p:cNvSpPr>
            <p:nvPr/>
          </p:nvSpPr>
          <p:spPr bwMode="auto">
            <a:xfrm>
              <a:off x="840" y="3104"/>
              <a:ext cx="988" cy="231"/>
            </a:xfrm>
            <a:prstGeom prst="rect">
              <a:avLst/>
            </a:prstGeom>
            <a:noFill/>
            <a:ln w="28575">
              <a:noFill/>
              <a:miter lim="800000"/>
              <a:headEnd type="none" w="sm" len="sm"/>
              <a:tailEnd type="none" w="sm" len="sm"/>
            </a:ln>
            <a:effectLst/>
          </p:spPr>
          <p:txBody>
            <a:bodyPr wrap="none">
              <a:spAutoFit/>
            </a:bodyPr>
            <a:lstStyle/>
            <a:p>
              <a:pPr algn="l" eaLnBrk="0" hangingPunct="0"/>
              <a:r>
                <a:rPr kumimoji="0" lang="en-US" altLang="zh-CN" sz="1800">
                  <a:solidFill>
                    <a:schemeClr val="tx1"/>
                  </a:solidFill>
                  <a:latin typeface="Helvetica" pitchFamily="34" charset="0"/>
                  <a:ea typeface="宋体" pitchFamily="2" charset="-122"/>
                </a:rPr>
                <a:t>Presentation</a:t>
              </a:r>
            </a:p>
          </p:txBody>
        </p:sp>
        <p:sp>
          <p:nvSpPr>
            <p:cNvPr id="103458" name="Text Box 34"/>
            <p:cNvSpPr txBox="1">
              <a:spLocks noChangeArrowheads="1"/>
            </p:cNvSpPr>
            <p:nvPr/>
          </p:nvSpPr>
          <p:spPr bwMode="auto">
            <a:xfrm>
              <a:off x="890" y="2718"/>
              <a:ext cx="900" cy="231"/>
            </a:xfrm>
            <a:prstGeom prst="rect">
              <a:avLst/>
            </a:prstGeom>
            <a:noFill/>
            <a:ln w="28575">
              <a:noFill/>
              <a:miter lim="800000"/>
              <a:headEnd type="none" w="sm" len="sm"/>
              <a:tailEnd type="none" w="sm" len="sm"/>
            </a:ln>
            <a:effectLst/>
          </p:spPr>
          <p:txBody>
            <a:bodyPr wrap="none">
              <a:spAutoFit/>
            </a:bodyPr>
            <a:lstStyle/>
            <a:p>
              <a:pPr algn="l" eaLnBrk="0" hangingPunct="0"/>
              <a:r>
                <a:rPr kumimoji="0" lang="en-US" altLang="zh-CN" sz="1800">
                  <a:solidFill>
                    <a:schemeClr val="tx1"/>
                  </a:solidFill>
                  <a:latin typeface="Helvetica" pitchFamily="34" charset="0"/>
                  <a:ea typeface="宋体" pitchFamily="2" charset="-122"/>
                </a:rPr>
                <a:t>Application</a:t>
              </a:r>
            </a:p>
          </p:txBody>
        </p:sp>
      </p:grpSp>
    </p:spTree>
  </p:cSld>
  <p:clrMapOvr>
    <a:masterClrMapping/>
  </p:clrMapOvr>
  <p:transition/>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67544" y="404664"/>
            <a:ext cx="8229600" cy="1143000"/>
          </a:xfrm>
        </p:spPr>
        <p:txBody>
          <a:bodyPr/>
          <a:lstStyle/>
          <a:p>
            <a:pPr algn="ctr"/>
            <a:r>
              <a:rPr lang="zh-CN" altLang="en-US" dirty="0" smtClean="0"/>
              <a:t>五层模型</a:t>
            </a:r>
            <a:endParaRPr lang="zh-CN" altLang="en-US" dirty="0"/>
          </a:p>
        </p:txBody>
      </p:sp>
      <p:sp>
        <p:nvSpPr>
          <p:cNvPr id="3" name="内容占位符 2"/>
          <p:cNvSpPr>
            <a:spLocks noGrp="1"/>
          </p:cNvSpPr>
          <p:nvPr>
            <p:ph idx="1"/>
          </p:nvPr>
        </p:nvSpPr>
        <p:spPr>
          <a:xfrm>
            <a:off x="539552" y="1556792"/>
            <a:ext cx="5544616" cy="4824536"/>
          </a:xfrm>
        </p:spPr>
        <p:txBody>
          <a:bodyPr>
            <a:normAutofit fontScale="85000" lnSpcReduction="20000"/>
          </a:bodyPr>
          <a:lstStyle/>
          <a:p>
            <a:r>
              <a:rPr lang="zh-CN" altLang="en-US" dirty="0" smtClean="0"/>
              <a:t>应用层</a:t>
            </a:r>
            <a:endParaRPr lang="en-US" altLang="zh-CN" dirty="0" smtClean="0"/>
          </a:p>
          <a:p>
            <a:pPr lvl="1"/>
            <a:r>
              <a:rPr lang="zh-CN" altLang="en-US" dirty="0" smtClean="0"/>
              <a:t>会话、表示、应用层合一</a:t>
            </a:r>
            <a:endParaRPr lang="en-US" altLang="zh-CN" dirty="0" smtClean="0"/>
          </a:p>
          <a:p>
            <a:pPr lvl="1"/>
            <a:r>
              <a:rPr lang="zh-CN" altLang="en-US" dirty="0" smtClean="0"/>
              <a:t>形形色色、各式各样的应用，丰富的网络应用</a:t>
            </a:r>
            <a:endParaRPr lang="en-US" altLang="zh-CN" dirty="0" smtClean="0"/>
          </a:p>
          <a:p>
            <a:r>
              <a:rPr lang="zh-CN" altLang="en-US" dirty="0" smtClean="0"/>
              <a:t>传输层</a:t>
            </a:r>
            <a:endParaRPr lang="en-US" altLang="zh-CN" dirty="0" smtClean="0"/>
          </a:p>
          <a:p>
            <a:r>
              <a:rPr lang="zh-CN" altLang="en-US" dirty="0" smtClean="0"/>
              <a:t>网络层</a:t>
            </a:r>
            <a:endParaRPr lang="en-US" altLang="zh-CN" dirty="0" smtClean="0"/>
          </a:p>
          <a:p>
            <a:r>
              <a:rPr lang="zh-CN" altLang="en-US" dirty="0" smtClean="0"/>
              <a:t>数据链路层</a:t>
            </a:r>
            <a:endParaRPr lang="en-US" altLang="zh-CN" dirty="0" smtClean="0"/>
          </a:p>
          <a:p>
            <a:pPr lvl="1"/>
            <a:r>
              <a:rPr lang="zh-CN" altLang="en-US" dirty="0" smtClean="0"/>
              <a:t>广域网的数据链路层</a:t>
            </a:r>
            <a:endParaRPr lang="en-US" altLang="zh-CN" dirty="0" smtClean="0"/>
          </a:p>
          <a:p>
            <a:pPr lvl="1"/>
            <a:r>
              <a:rPr lang="zh-CN" altLang="en-US" dirty="0" smtClean="0"/>
              <a:t>局域网的数据链路层</a:t>
            </a:r>
            <a:endParaRPr lang="en-US" altLang="zh-CN" dirty="0" smtClean="0"/>
          </a:p>
          <a:p>
            <a:r>
              <a:rPr lang="zh-CN" altLang="en-US" dirty="0" smtClean="0"/>
              <a:t>物理层</a:t>
            </a:r>
            <a:endParaRPr lang="en-US" altLang="zh-CN" dirty="0" smtClean="0"/>
          </a:p>
          <a:p>
            <a:pPr lvl="1"/>
            <a:r>
              <a:rPr lang="zh-CN" altLang="en-US" dirty="0" smtClean="0"/>
              <a:t>各式各样的物理层</a:t>
            </a:r>
            <a:endParaRPr lang="en-US" altLang="zh-CN" dirty="0" smtClean="0"/>
          </a:p>
          <a:p>
            <a:pPr lvl="1"/>
            <a:r>
              <a:rPr lang="zh-CN" altLang="en-US" dirty="0" smtClean="0"/>
              <a:t>比特搬运的各种不同方法</a:t>
            </a:r>
            <a:endParaRPr lang="en-US" altLang="zh-CN" dirty="0" smtClean="0"/>
          </a:p>
          <a:p>
            <a:r>
              <a:rPr lang="zh-CN" altLang="en-US" dirty="0" smtClean="0"/>
              <a:t>为了将这些层次有机地结合在一起，构成一个体系结构，需要在水平、垂直两个方向上进行铆接</a:t>
            </a:r>
            <a:endParaRPr lang="en-US" altLang="zh-CN" dirty="0" smtClean="0"/>
          </a:p>
          <a:p>
            <a:endParaRPr lang="zh-CN" altLang="en-US" dirty="0"/>
          </a:p>
        </p:txBody>
      </p:sp>
      <p:sp>
        <p:nvSpPr>
          <p:cNvPr id="4" name="Text Box 4"/>
          <p:cNvSpPr txBox="1">
            <a:spLocks noChangeArrowheads="1"/>
          </p:cNvSpPr>
          <p:nvPr/>
        </p:nvSpPr>
        <p:spPr bwMode="auto">
          <a:xfrm>
            <a:off x="6650906" y="4101802"/>
            <a:ext cx="1200150" cy="336550"/>
          </a:xfrm>
          <a:prstGeom prst="rect">
            <a:avLst/>
          </a:prstGeom>
          <a:noFill/>
          <a:ln w="9525">
            <a:noFill/>
            <a:miter lim="800000"/>
            <a:headEnd/>
            <a:tailEnd/>
          </a:ln>
        </p:spPr>
        <p:txBody>
          <a:bodyPr wrap="none">
            <a:spAutoFit/>
          </a:bodyPr>
          <a:lstStyle/>
          <a:p>
            <a:r>
              <a:rPr kumimoji="1" lang="zh-CN" altLang="en-US" sz="1600">
                <a:latin typeface="Times New Roman" pitchFamily="18" charset="0"/>
              </a:rPr>
              <a:t>数据链路层</a:t>
            </a:r>
          </a:p>
        </p:txBody>
      </p:sp>
      <p:grpSp>
        <p:nvGrpSpPr>
          <p:cNvPr id="5" name="Group 5"/>
          <p:cNvGrpSpPr>
            <a:grpSpLocks/>
          </p:cNvGrpSpPr>
          <p:nvPr/>
        </p:nvGrpSpPr>
        <p:grpSpPr bwMode="auto">
          <a:xfrm>
            <a:off x="6400081" y="1988840"/>
            <a:ext cx="1919287" cy="3240087"/>
            <a:chOff x="673" y="1389"/>
            <a:chExt cx="1535" cy="2041"/>
          </a:xfrm>
        </p:grpSpPr>
        <p:sp>
          <p:nvSpPr>
            <p:cNvPr id="6" name="AutoShape 6"/>
            <p:cNvSpPr>
              <a:spLocks noChangeArrowheads="1"/>
            </p:cNvSpPr>
            <p:nvPr/>
          </p:nvSpPr>
          <p:spPr bwMode="auto">
            <a:xfrm>
              <a:off x="673" y="1389"/>
              <a:ext cx="1535" cy="2041"/>
            </a:xfrm>
            <a:prstGeom prst="cube">
              <a:avLst>
                <a:gd name="adj" fmla="val 9250"/>
              </a:avLst>
            </a:prstGeom>
            <a:solidFill>
              <a:schemeClr val="bg1"/>
            </a:solidFill>
            <a:ln w="19050">
              <a:solidFill>
                <a:schemeClr val="tx1"/>
              </a:solidFill>
              <a:miter lim="800000"/>
              <a:headEnd/>
              <a:tailEnd/>
            </a:ln>
          </p:spPr>
          <p:txBody>
            <a:bodyPr wrap="none" anchor="ctr"/>
            <a:lstStyle/>
            <a:p>
              <a:endParaRPr lang="zh-CN" altLang="en-US"/>
            </a:p>
          </p:txBody>
        </p:sp>
        <p:sp>
          <p:nvSpPr>
            <p:cNvPr id="7" name="Freeform 7"/>
            <p:cNvSpPr>
              <a:spLocks/>
            </p:cNvSpPr>
            <p:nvPr/>
          </p:nvSpPr>
          <p:spPr bwMode="auto">
            <a:xfrm>
              <a:off x="673" y="2920"/>
              <a:ext cx="1535" cy="134"/>
            </a:xfrm>
            <a:custGeom>
              <a:avLst/>
              <a:gdLst>
                <a:gd name="T0" fmla="*/ 0 w 1200"/>
                <a:gd name="T1" fmla="*/ 210 h 120"/>
                <a:gd name="T2" fmla="*/ 3701 w 1200"/>
                <a:gd name="T3" fmla="*/ 210 h 120"/>
                <a:gd name="T4" fmla="*/ 4110 w 1200"/>
                <a:gd name="T5" fmla="*/ 0 h 120"/>
                <a:gd name="T6" fmla="*/ 0 60000 65536"/>
                <a:gd name="T7" fmla="*/ 0 60000 65536"/>
                <a:gd name="T8" fmla="*/ 0 60000 65536"/>
                <a:gd name="T9" fmla="*/ 0 w 1200"/>
                <a:gd name="T10" fmla="*/ 0 h 120"/>
                <a:gd name="T11" fmla="*/ 1200 w 1200"/>
                <a:gd name="T12" fmla="*/ 120 h 120"/>
              </a:gdLst>
              <a:ahLst/>
              <a:cxnLst>
                <a:cxn ang="T6">
                  <a:pos x="T0" y="T1"/>
                </a:cxn>
                <a:cxn ang="T7">
                  <a:pos x="T2" y="T3"/>
                </a:cxn>
                <a:cxn ang="T8">
                  <a:pos x="T4" y="T5"/>
                </a:cxn>
              </a:cxnLst>
              <a:rect l="T9" t="T10" r="T11" b="T12"/>
              <a:pathLst>
                <a:path w="1200" h="120">
                  <a:moveTo>
                    <a:pt x="0" y="120"/>
                  </a:moveTo>
                  <a:lnTo>
                    <a:pt x="1080" y="120"/>
                  </a:lnTo>
                  <a:lnTo>
                    <a:pt x="1200" y="0"/>
                  </a:lnTo>
                </a:path>
              </a:pathLst>
            </a:custGeom>
            <a:noFill/>
            <a:ln w="19050">
              <a:solidFill>
                <a:schemeClr val="tx1"/>
              </a:solidFill>
              <a:round/>
              <a:headEnd/>
              <a:tailEnd/>
            </a:ln>
          </p:spPr>
          <p:txBody>
            <a:bodyPr wrap="none" anchor="ctr"/>
            <a:lstStyle/>
            <a:p>
              <a:endParaRPr lang="zh-CN" altLang="en-US"/>
            </a:p>
          </p:txBody>
        </p:sp>
        <p:sp>
          <p:nvSpPr>
            <p:cNvPr id="8" name="Freeform 8"/>
            <p:cNvSpPr>
              <a:spLocks/>
            </p:cNvSpPr>
            <p:nvPr/>
          </p:nvSpPr>
          <p:spPr bwMode="auto">
            <a:xfrm>
              <a:off x="673" y="2530"/>
              <a:ext cx="1535" cy="134"/>
            </a:xfrm>
            <a:custGeom>
              <a:avLst/>
              <a:gdLst>
                <a:gd name="T0" fmla="*/ 0 w 1200"/>
                <a:gd name="T1" fmla="*/ 210 h 120"/>
                <a:gd name="T2" fmla="*/ 3701 w 1200"/>
                <a:gd name="T3" fmla="*/ 210 h 120"/>
                <a:gd name="T4" fmla="*/ 4110 w 1200"/>
                <a:gd name="T5" fmla="*/ 0 h 120"/>
                <a:gd name="T6" fmla="*/ 0 60000 65536"/>
                <a:gd name="T7" fmla="*/ 0 60000 65536"/>
                <a:gd name="T8" fmla="*/ 0 60000 65536"/>
                <a:gd name="T9" fmla="*/ 0 w 1200"/>
                <a:gd name="T10" fmla="*/ 0 h 120"/>
                <a:gd name="T11" fmla="*/ 1200 w 1200"/>
                <a:gd name="T12" fmla="*/ 120 h 120"/>
              </a:gdLst>
              <a:ahLst/>
              <a:cxnLst>
                <a:cxn ang="T6">
                  <a:pos x="T0" y="T1"/>
                </a:cxn>
                <a:cxn ang="T7">
                  <a:pos x="T2" y="T3"/>
                </a:cxn>
                <a:cxn ang="T8">
                  <a:pos x="T4" y="T5"/>
                </a:cxn>
              </a:cxnLst>
              <a:rect l="T9" t="T10" r="T11" b="T12"/>
              <a:pathLst>
                <a:path w="1200" h="120">
                  <a:moveTo>
                    <a:pt x="0" y="120"/>
                  </a:moveTo>
                  <a:lnTo>
                    <a:pt x="1080" y="120"/>
                  </a:lnTo>
                  <a:lnTo>
                    <a:pt x="1200" y="0"/>
                  </a:lnTo>
                </a:path>
              </a:pathLst>
            </a:custGeom>
            <a:noFill/>
            <a:ln w="19050">
              <a:solidFill>
                <a:schemeClr val="tx1"/>
              </a:solidFill>
              <a:round/>
              <a:headEnd/>
              <a:tailEnd/>
            </a:ln>
          </p:spPr>
          <p:txBody>
            <a:bodyPr wrap="none" anchor="ctr"/>
            <a:lstStyle/>
            <a:p>
              <a:endParaRPr lang="zh-CN" altLang="en-US"/>
            </a:p>
          </p:txBody>
        </p:sp>
        <p:sp>
          <p:nvSpPr>
            <p:cNvPr id="9" name="Freeform 9"/>
            <p:cNvSpPr>
              <a:spLocks/>
            </p:cNvSpPr>
            <p:nvPr/>
          </p:nvSpPr>
          <p:spPr bwMode="auto">
            <a:xfrm>
              <a:off x="673" y="2147"/>
              <a:ext cx="1535" cy="135"/>
            </a:xfrm>
            <a:custGeom>
              <a:avLst/>
              <a:gdLst>
                <a:gd name="T0" fmla="*/ 0 w 1200"/>
                <a:gd name="T1" fmla="*/ 216 h 120"/>
                <a:gd name="T2" fmla="*/ 3701 w 1200"/>
                <a:gd name="T3" fmla="*/ 216 h 120"/>
                <a:gd name="T4" fmla="*/ 4110 w 1200"/>
                <a:gd name="T5" fmla="*/ 0 h 120"/>
                <a:gd name="T6" fmla="*/ 0 60000 65536"/>
                <a:gd name="T7" fmla="*/ 0 60000 65536"/>
                <a:gd name="T8" fmla="*/ 0 60000 65536"/>
                <a:gd name="T9" fmla="*/ 0 w 1200"/>
                <a:gd name="T10" fmla="*/ 0 h 120"/>
                <a:gd name="T11" fmla="*/ 1200 w 1200"/>
                <a:gd name="T12" fmla="*/ 120 h 120"/>
              </a:gdLst>
              <a:ahLst/>
              <a:cxnLst>
                <a:cxn ang="T6">
                  <a:pos x="T0" y="T1"/>
                </a:cxn>
                <a:cxn ang="T7">
                  <a:pos x="T2" y="T3"/>
                </a:cxn>
                <a:cxn ang="T8">
                  <a:pos x="T4" y="T5"/>
                </a:cxn>
              </a:cxnLst>
              <a:rect l="T9" t="T10" r="T11" b="T12"/>
              <a:pathLst>
                <a:path w="1200" h="120">
                  <a:moveTo>
                    <a:pt x="0" y="120"/>
                  </a:moveTo>
                  <a:lnTo>
                    <a:pt x="1080" y="120"/>
                  </a:lnTo>
                  <a:lnTo>
                    <a:pt x="1200" y="0"/>
                  </a:lnTo>
                </a:path>
              </a:pathLst>
            </a:custGeom>
            <a:noFill/>
            <a:ln w="19050">
              <a:solidFill>
                <a:schemeClr val="tx1"/>
              </a:solidFill>
              <a:round/>
              <a:headEnd/>
              <a:tailEnd/>
            </a:ln>
          </p:spPr>
          <p:txBody>
            <a:bodyPr wrap="none" anchor="ctr"/>
            <a:lstStyle/>
            <a:p>
              <a:endParaRPr lang="zh-CN" altLang="en-US"/>
            </a:p>
          </p:txBody>
        </p:sp>
        <p:sp>
          <p:nvSpPr>
            <p:cNvPr id="10" name="Freeform 10"/>
            <p:cNvSpPr>
              <a:spLocks/>
            </p:cNvSpPr>
            <p:nvPr/>
          </p:nvSpPr>
          <p:spPr bwMode="auto">
            <a:xfrm>
              <a:off x="673" y="1765"/>
              <a:ext cx="1535" cy="134"/>
            </a:xfrm>
            <a:custGeom>
              <a:avLst/>
              <a:gdLst>
                <a:gd name="T0" fmla="*/ 0 w 1200"/>
                <a:gd name="T1" fmla="*/ 210 h 120"/>
                <a:gd name="T2" fmla="*/ 3701 w 1200"/>
                <a:gd name="T3" fmla="*/ 210 h 120"/>
                <a:gd name="T4" fmla="*/ 4110 w 1200"/>
                <a:gd name="T5" fmla="*/ 0 h 120"/>
                <a:gd name="T6" fmla="*/ 0 60000 65536"/>
                <a:gd name="T7" fmla="*/ 0 60000 65536"/>
                <a:gd name="T8" fmla="*/ 0 60000 65536"/>
                <a:gd name="T9" fmla="*/ 0 w 1200"/>
                <a:gd name="T10" fmla="*/ 0 h 120"/>
                <a:gd name="T11" fmla="*/ 1200 w 1200"/>
                <a:gd name="T12" fmla="*/ 120 h 120"/>
              </a:gdLst>
              <a:ahLst/>
              <a:cxnLst>
                <a:cxn ang="T6">
                  <a:pos x="T0" y="T1"/>
                </a:cxn>
                <a:cxn ang="T7">
                  <a:pos x="T2" y="T3"/>
                </a:cxn>
                <a:cxn ang="T8">
                  <a:pos x="T4" y="T5"/>
                </a:cxn>
              </a:cxnLst>
              <a:rect l="T9" t="T10" r="T11" b="T12"/>
              <a:pathLst>
                <a:path w="1200" h="120">
                  <a:moveTo>
                    <a:pt x="0" y="120"/>
                  </a:moveTo>
                  <a:lnTo>
                    <a:pt x="1080" y="120"/>
                  </a:lnTo>
                  <a:lnTo>
                    <a:pt x="1200" y="0"/>
                  </a:lnTo>
                </a:path>
              </a:pathLst>
            </a:custGeom>
            <a:noFill/>
            <a:ln w="19050">
              <a:solidFill>
                <a:schemeClr val="tx1"/>
              </a:solidFill>
              <a:round/>
              <a:headEnd/>
              <a:tailEnd/>
            </a:ln>
          </p:spPr>
          <p:txBody>
            <a:bodyPr wrap="none" anchor="ctr"/>
            <a:lstStyle/>
            <a:p>
              <a:endParaRPr lang="zh-CN" altLang="en-US"/>
            </a:p>
          </p:txBody>
        </p:sp>
      </p:grpSp>
      <p:sp>
        <p:nvSpPr>
          <p:cNvPr id="11" name="Text Box 11"/>
          <p:cNvSpPr txBox="1">
            <a:spLocks noChangeArrowheads="1"/>
          </p:cNvSpPr>
          <p:nvPr/>
        </p:nvSpPr>
        <p:spPr bwMode="auto">
          <a:xfrm>
            <a:off x="6084168" y="2276177"/>
            <a:ext cx="1646238" cy="396875"/>
          </a:xfrm>
          <a:prstGeom prst="rect">
            <a:avLst/>
          </a:prstGeom>
          <a:noFill/>
          <a:ln w="9525">
            <a:noFill/>
            <a:miter lim="800000"/>
            <a:headEnd/>
            <a:tailEnd/>
          </a:ln>
        </p:spPr>
        <p:txBody>
          <a:bodyPr wrap="none">
            <a:spAutoFit/>
          </a:bodyPr>
          <a:lstStyle/>
          <a:p>
            <a:r>
              <a:rPr kumimoji="1" lang="en-US" altLang="zh-CN" sz="2000">
                <a:solidFill>
                  <a:srgbClr val="333399"/>
                </a:solidFill>
                <a:ea typeface="黑体" pitchFamily="49" charset="-122"/>
              </a:rPr>
              <a:t>5        </a:t>
            </a:r>
            <a:r>
              <a:rPr kumimoji="1" lang="zh-CN" altLang="en-US" sz="2000">
                <a:solidFill>
                  <a:srgbClr val="333399"/>
                </a:solidFill>
                <a:latin typeface="Times New Roman" pitchFamily="18" charset="0"/>
                <a:ea typeface="黑体" pitchFamily="49" charset="-122"/>
              </a:rPr>
              <a:t>应用层</a:t>
            </a:r>
          </a:p>
        </p:txBody>
      </p:sp>
      <p:sp>
        <p:nvSpPr>
          <p:cNvPr id="12" name="Text Box 12"/>
          <p:cNvSpPr txBox="1">
            <a:spLocks noChangeArrowheads="1"/>
          </p:cNvSpPr>
          <p:nvPr/>
        </p:nvSpPr>
        <p:spPr bwMode="auto">
          <a:xfrm>
            <a:off x="6084168" y="2887365"/>
            <a:ext cx="1646238" cy="396875"/>
          </a:xfrm>
          <a:prstGeom prst="rect">
            <a:avLst/>
          </a:prstGeom>
          <a:noFill/>
          <a:ln w="9525">
            <a:noFill/>
            <a:miter lim="800000"/>
            <a:headEnd/>
            <a:tailEnd/>
          </a:ln>
        </p:spPr>
        <p:txBody>
          <a:bodyPr wrap="none">
            <a:spAutoFit/>
          </a:bodyPr>
          <a:lstStyle/>
          <a:p>
            <a:r>
              <a:rPr kumimoji="1" lang="en-US" altLang="zh-CN" sz="2000">
                <a:solidFill>
                  <a:srgbClr val="333399"/>
                </a:solidFill>
                <a:ea typeface="黑体" pitchFamily="49" charset="-122"/>
              </a:rPr>
              <a:t>4        </a:t>
            </a:r>
            <a:r>
              <a:rPr kumimoji="1" lang="zh-CN" altLang="en-US" sz="2000">
                <a:solidFill>
                  <a:srgbClr val="333399"/>
                </a:solidFill>
                <a:latin typeface="Times New Roman" pitchFamily="18" charset="0"/>
                <a:ea typeface="黑体" pitchFamily="49" charset="-122"/>
              </a:rPr>
              <a:t>运输层</a:t>
            </a:r>
          </a:p>
        </p:txBody>
      </p:sp>
      <p:sp>
        <p:nvSpPr>
          <p:cNvPr id="13" name="Text Box 13"/>
          <p:cNvSpPr txBox="1">
            <a:spLocks noChangeArrowheads="1"/>
          </p:cNvSpPr>
          <p:nvPr/>
        </p:nvSpPr>
        <p:spPr bwMode="auto">
          <a:xfrm>
            <a:off x="6084168" y="3500140"/>
            <a:ext cx="1646238" cy="396875"/>
          </a:xfrm>
          <a:prstGeom prst="rect">
            <a:avLst/>
          </a:prstGeom>
          <a:noFill/>
          <a:ln w="9525">
            <a:noFill/>
            <a:miter lim="800000"/>
            <a:headEnd/>
            <a:tailEnd/>
          </a:ln>
        </p:spPr>
        <p:txBody>
          <a:bodyPr wrap="none">
            <a:spAutoFit/>
          </a:bodyPr>
          <a:lstStyle/>
          <a:p>
            <a:r>
              <a:rPr kumimoji="1" lang="en-US" altLang="zh-CN" sz="2000" dirty="0">
                <a:solidFill>
                  <a:srgbClr val="333399"/>
                </a:solidFill>
                <a:ea typeface="黑体" pitchFamily="49" charset="-122"/>
              </a:rPr>
              <a:t>3        </a:t>
            </a:r>
            <a:r>
              <a:rPr kumimoji="1" lang="zh-CN" altLang="en-US" sz="2000" dirty="0">
                <a:solidFill>
                  <a:srgbClr val="333399"/>
                </a:solidFill>
                <a:latin typeface="Times New Roman" pitchFamily="18" charset="0"/>
                <a:ea typeface="黑体" pitchFamily="49" charset="-122"/>
              </a:rPr>
              <a:t>网络层</a:t>
            </a:r>
          </a:p>
        </p:txBody>
      </p:sp>
      <p:sp>
        <p:nvSpPr>
          <p:cNvPr id="14" name="Text Box 14"/>
          <p:cNvSpPr txBox="1">
            <a:spLocks noChangeArrowheads="1"/>
          </p:cNvSpPr>
          <p:nvPr/>
        </p:nvSpPr>
        <p:spPr bwMode="auto">
          <a:xfrm>
            <a:off x="6084168" y="4112915"/>
            <a:ext cx="1874838" cy="396875"/>
          </a:xfrm>
          <a:prstGeom prst="rect">
            <a:avLst/>
          </a:prstGeom>
          <a:noFill/>
          <a:ln w="9525">
            <a:noFill/>
            <a:miter lim="800000"/>
            <a:headEnd/>
            <a:tailEnd/>
          </a:ln>
        </p:spPr>
        <p:txBody>
          <a:bodyPr wrap="none">
            <a:spAutoFit/>
          </a:bodyPr>
          <a:lstStyle/>
          <a:p>
            <a:r>
              <a:rPr kumimoji="1" lang="en-US" altLang="zh-CN" sz="2000">
                <a:solidFill>
                  <a:srgbClr val="333399"/>
                </a:solidFill>
                <a:ea typeface="黑体" pitchFamily="49" charset="-122"/>
              </a:rPr>
              <a:t>2    </a:t>
            </a:r>
            <a:r>
              <a:rPr kumimoji="1" lang="zh-CN" altLang="en-US" sz="2000">
                <a:solidFill>
                  <a:srgbClr val="333399"/>
                </a:solidFill>
                <a:latin typeface="Times New Roman" pitchFamily="18" charset="0"/>
                <a:ea typeface="黑体" pitchFamily="49" charset="-122"/>
              </a:rPr>
              <a:t>数据链路层</a:t>
            </a:r>
          </a:p>
        </p:txBody>
      </p:sp>
      <p:sp>
        <p:nvSpPr>
          <p:cNvPr id="15" name="Text Box 15"/>
          <p:cNvSpPr txBox="1">
            <a:spLocks noChangeArrowheads="1"/>
          </p:cNvSpPr>
          <p:nvPr/>
        </p:nvSpPr>
        <p:spPr bwMode="auto">
          <a:xfrm>
            <a:off x="6084168" y="4725690"/>
            <a:ext cx="1646238" cy="396875"/>
          </a:xfrm>
          <a:prstGeom prst="rect">
            <a:avLst/>
          </a:prstGeom>
          <a:noFill/>
          <a:ln w="9525">
            <a:noFill/>
            <a:miter lim="800000"/>
            <a:headEnd/>
            <a:tailEnd/>
          </a:ln>
        </p:spPr>
        <p:txBody>
          <a:bodyPr wrap="none">
            <a:spAutoFit/>
          </a:bodyPr>
          <a:lstStyle/>
          <a:p>
            <a:r>
              <a:rPr kumimoji="1" lang="en-US" altLang="zh-CN" sz="2000">
                <a:solidFill>
                  <a:srgbClr val="333399"/>
                </a:solidFill>
                <a:ea typeface="黑体" pitchFamily="49" charset="-122"/>
              </a:rPr>
              <a:t>1        </a:t>
            </a:r>
            <a:r>
              <a:rPr kumimoji="1" lang="zh-CN" altLang="en-US" sz="2000">
                <a:solidFill>
                  <a:srgbClr val="333399"/>
                </a:solidFill>
                <a:latin typeface="Times New Roman" pitchFamily="18" charset="0"/>
                <a:ea typeface="黑体" pitchFamily="49" charset="-122"/>
              </a:rPr>
              <a:t>物理层</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afterEffect">
                                  <p:stCondLst>
                                    <p:cond delay="0"/>
                                  </p:stCondLst>
                                  <p:childTnLst>
                                    <p:set>
                                      <p:cBhvr>
                                        <p:cTn id="6" dur="1" fill="hold">
                                          <p:stCondLst>
                                            <p:cond delay="0"/>
                                          </p:stCondLst>
                                        </p:cTn>
                                        <p:tgtEl>
                                          <p:spTgt spid="11"/>
                                        </p:tgtEl>
                                        <p:attrNameLst>
                                          <p:attrName>style.visibility</p:attrName>
                                        </p:attrNameLst>
                                      </p:cBhvr>
                                      <p:to>
                                        <p:strVal val="visible"/>
                                      </p:to>
                                    </p:set>
                                  </p:childTnLst>
                                </p:cTn>
                              </p:par>
                            </p:childTnLst>
                          </p:cTn>
                        </p:par>
                        <p:par>
                          <p:cTn id="7" fill="hold">
                            <p:stCondLst>
                              <p:cond delay="0"/>
                            </p:stCondLst>
                            <p:childTnLst>
                              <p:par>
                                <p:cTn id="8" presetID="1" presetClass="entr" presetSubtype="0" fill="hold" grpId="0" nodeType="afterEffect">
                                  <p:stCondLst>
                                    <p:cond delay="0"/>
                                  </p:stCondLst>
                                  <p:childTnLst>
                                    <p:set>
                                      <p:cBhvr>
                                        <p:cTn id="9" dur="1" fill="hold">
                                          <p:stCondLst>
                                            <p:cond delay="0"/>
                                          </p:stCondLst>
                                        </p:cTn>
                                        <p:tgtEl>
                                          <p:spTgt spid="12"/>
                                        </p:tgtEl>
                                        <p:attrNameLst>
                                          <p:attrName>style.visibility</p:attrName>
                                        </p:attrNameLst>
                                      </p:cBhvr>
                                      <p:to>
                                        <p:strVal val="visible"/>
                                      </p:to>
                                    </p:set>
                                  </p:childTnLst>
                                </p:cTn>
                              </p:par>
                            </p:childTnLst>
                          </p:cTn>
                        </p:par>
                        <p:par>
                          <p:cTn id="10" fill="hold">
                            <p:stCondLst>
                              <p:cond delay="0"/>
                            </p:stCondLst>
                            <p:childTnLst>
                              <p:par>
                                <p:cTn id="11" presetID="1" presetClass="entr" presetSubtype="0" fill="hold" grpId="0" nodeType="afterEffect">
                                  <p:stCondLst>
                                    <p:cond delay="0"/>
                                  </p:stCondLst>
                                  <p:childTnLst>
                                    <p:set>
                                      <p:cBhvr>
                                        <p:cTn id="12" dur="1" fill="hold">
                                          <p:stCondLst>
                                            <p:cond delay="0"/>
                                          </p:stCondLst>
                                        </p:cTn>
                                        <p:tgtEl>
                                          <p:spTgt spid="13"/>
                                        </p:tgtEl>
                                        <p:attrNameLst>
                                          <p:attrName>style.visibility</p:attrName>
                                        </p:attrNameLst>
                                      </p:cBhvr>
                                      <p:to>
                                        <p:strVal val="visible"/>
                                      </p:to>
                                    </p:set>
                                  </p:childTnLst>
                                </p:cTn>
                              </p:par>
                            </p:childTnLst>
                          </p:cTn>
                        </p:par>
                        <p:par>
                          <p:cTn id="13" fill="hold">
                            <p:stCondLst>
                              <p:cond delay="0"/>
                            </p:stCondLst>
                            <p:childTnLst>
                              <p:par>
                                <p:cTn id="14" presetID="1" presetClass="entr" presetSubtype="0" fill="hold" grpId="0" nodeType="afterEffect">
                                  <p:stCondLst>
                                    <p:cond delay="0"/>
                                  </p:stCondLst>
                                  <p:childTnLst>
                                    <p:set>
                                      <p:cBhvr>
                                        <p:cTn id="15" dur="1" fill="hold">
                                          <p:stCondLst>
                                            <p:cond delay="0"/>
                                          </p:stCondLst>
                                        </p:cTn>
                                        <p:tgtEl>
                                          <p:spTgt spid="14"/>
                                        </p:tgtEl>
                                        <p:attrNameLst>
                                          <p:attrName>style.visibility</p:attrName>
                                        </p:attrNameLst>
                                      </p:cBhvr>
                                      <p:to>
                                        <p:strVal val="visible"/>
                                      </p:to>
                                    </p:set>
                                  </p:childTnLst>
                                </p:cTn>
                              </p:par>
                            </p:childTnLst>
                          </p:cTn>
                        </p:par>
                        <p:par>
                          <p:cTn id="16" fill="hold">
                            <p:stCondLst>
                              <p:cond delay="0"/>
                            </p:stCondLst>
                            <p:childTnLst>
                              <p:par>
                                <p:cTn id="17" presetID="1" presetClass="entr" presetSubtype="0" fill="hold" grpId="0" nodeType="afterEffect">
                                  <p:stCondLst>
                                    <p:cond delay="0"/>
                                  </p:stCondLst>
                                  <p:childTnLst>
                                    <p:set>
                                      <p:cBhvr>
                                        <p:cTn id="18" dur="1" fill="hold">
                                          <p:stCondLst>
                                            <p:cond delay="0"/>
                                          </p:stCondLst>
                                        </p:cTn>
                                        <p:tgtEl>
                                          <p:spTgt spid="1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p:bldP spid="12" grpId="0"/>
      <p:bldP spid="13" grpId="0"/>
      <p:bldP spid="14" grpId="0"/>
      <p:bldP spid="15"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2098" name="Rectangle 2"/>
          <p:cNvSpPr>
            <a:spLocks noGrp="1" noChangeArrowheads="1"/>
          </p:cNvSpPr>
          <p:nvPr>
            <p:ph type="title"/>
          </p:nvPr>
        </p:nvSpPr>
        <p:spPr>
          <a:xfrm>
            <a:off x="899592" y="476672"/>
            <a:ext cx="7165975" cy="1246063"/>
          </a:xfrm>
        </p:spPr>
        <p:txBody>
          <a:bodyPr>
            <a:normAutofit fontScale="90000"/>
          </a:bodyPr>
          <a:lstStyle/>
          <a:p>
            <a:pPr algn="ctr" eaLnBrk="1" hangingPunct="1"/>
            <a:r>
              <a:rPr lang="en-US" altLang="zh-CN" dirty="0" smtClean="0">
                <a:latin typeface="微软雅黑" pitchFamily="34" charset="-122"/>
                <a:ea typeface="微软雅黑" pitchFamily="34" charset="-122"/>
              </a:rPr>
              <a:t>  </a:t>
            </a:r>
            <a:r>
              <a:rPr lang="zh-CN" altLang="en-US" dirty="0" smtClean="0">
                <a:latin typeface="微软雅黑" pitchFamily="34" charset="-122"/>
                <a:ea typeface="微软雅黑" pitchFamily="34" charset="-122"/>
              </a:rPr>
              <a:t>水平方向上的铆接：协议</a:t>
            </a:r>
          </a:p>
        </p:txBody>
      </p:sp>
      <p:sp>
        <p:nvSpPr>
          <p:cNvPr id="101379" name="Rectangle 3"/>
          <p:cNvSpPr>
            <a:spLocks noGrp="1" noChangeArrowheads="1"/>
          </p:cNvSpPr>
          <p:nvPr>
            <p:ph idx="1"/>
          </p:nvPr>
        </p:nvSpPr>
        <p:spPr>
          <a:xfrm>
            <a:off x="539552" y="1844824"/>
            <a:ext cx="7772400" cy="4114800"/>
          </a:xfrm>
        </p:spPr>
        <p:txBody>
          <a:bodyPr/>
          <a:lstStyle/>
          <a:p>
            <a:pPr eaLnBrk="1" hangingPunct="1"/>
            <a:r>
              <a:rPr lang="zh-CN" altLang="en-US" dirty="0" smtClean="0">
                <a:latin typeface="微软雅黑" pitchFamily="34" charset="-122"/>
                <a:ea typeface="微软雅黑" pitchFamily="34" charset="-122"/>
              </a:rPr>
              <a:t>计算机网络中的数据交换</a:t>
            </a:r>
            <a:r>
              <a:rPr lang="zh-CN" altLang="en-US" dirty="0" smtClean="0">
                <a:solidFill>
                  <a:schemeClr val="hlink"/>
                </a:solidFill>
                <a:latin typeface="微软雅黑" pitchFamily="34" charset="-122"/>
                <a:ea typeface="微软雅黑" pitchFamily="34" charset="-122"/>
              </a:rPr>
              <a:t>必须遵守事先约定好的规则</a:t>
            </a:r>
            <a:r>
              <a:rPr lang="zh-CN" altLang="en-US" dirty="0" smtClean="0">
                <a:latin typeface="微软雅黑" pitchFamily="34" charset="-122"/>
                <a:ea typeface="微软雅黑" pitchFamily="34" charset="-122"/>
              </a:rPr>
              <a:t>。 </a:t>
            </a:r>
          </a:p>
          <a:p>
            <a:pPr eaLnBrk="1" hangingPunct="1"/>
            <a:r>
              <a:rPr lang="zh-CN" altLang="en-US" dirty="0" smtClean="0">
                <a:latin typeface="微软雅黑" pitchFamily="34" charset="-122"/>
                <a:ea typeface="微软雅黑" pitchFamily="34" charset="-122"/>
              </a:rPr>
              <a:t>这些</a:t>
            </a:r>
            <a:r>
              <a:rPr lang="zh-CN" altLang="en-US" dirty="0" smtClean="0">
                <a:solidFill>
                  <a:schemeClr val="hlink"/>
                </a:solidFill>
                <a:latin typeface="微软雅黑" pitchFamily="34" charset="-122"/>
                <a:ea typeface="微软雅黑" pitchFamily="34" charset="-122"/>
              </a:rPr>
              <a:t>规则</a:t>
            </a:r>
            <a:r>
              <a:rPr lang="zh-CN" altLang="en-US" dirty="0" smtClean="0">
                <a:latin typeface="微软雅黑" pitchFamily="34" charset="-122"/>
                <a:ea typeface="微软雅黑" pitchFamily="34" charset="-122"/>
              </a:rPr>
              <a:t>明确规定了所交换的数据的格式以及有关的同步问题（同步含有时序的意思）。</a:t>
            </a:r>
          </a:p>
          <a:p>
            <a:pPr eaLnBrk="1" hangingPunct="1"/>
            <a:r>
              <a:rPr lang="zh-CN" altLang="en-US" dirty="0" smtClean="0">
                <a:solidFill>
                  <a:schemeClr val="hlink"/>
                </a:solidFill>
                <a:latin typeface="微软雅黑" pitchFamily="34" charset="-122"/>
                <a:ea typeface="微软雅黑" pitchFamily="34" charset="-122"/>
              </a:rPr>
              <a:t>网络协议</a:t>
            </a:r>
            <a:r>
              <a:rPr lang="en-US" altLang="zh-CN" dirty="0" smtClean="0">
                <a:latin typeface="微软雅黑" pitchFamily="34" charset="-122"/>
                <a:ea typeface="微软雅黑" pitchFamily="34" charset="-122"/>
              </a:rPr>
              <a:t>(network protocol)</a:t>
            </a:r>
            <a:r>
              <a:rPr lang="zh-CN" altLang="en-US" dirty="0" smtClean="0">
                <a:latin typeface="微软雅黑" pitchFamily="34" charset="-122"/>
                <a:ea typeface="微软雅黑" pitchFamily="34" charset="-122"/>
              </a:rPr>
              <a:t>，简称为</a:t>
            </a:r>
            <a:r>
              <a:rPr lang="zh-CN" altLang="en-US" dirty="0" smtClean="0">
                <a:solidFill>
                  <a:schemeClr val="hlink"/>
                </a:solidFill>
                <a:latin typeface="微软雅黑" pitchFamily="34" charset="-122"/>
                <a:ea typeface="微软雅黑" pitchFamily="34" charset="-122"/>
              </a:rPr>
              <a:t>协议，</a:t>
            </a:r>
            <a:r>
              <a:rPr lang="zh-CN" altLang="en-US" dirty="0" smtClean="0">
                <a:solidFill>
                  <a:schemeClr val="tx1"/>
                </a:solidFill>
                <a:latin typeface="微软雅黑" pitchFamily="34" charset="-122"/>
                <a:ea typeface="微软雅黑" pitchFamily="34" charset="-122"/>
              </a:rPr>
              <a:t>是</a:t>
            </a:r>
            <a:r>
              <a:rPr lang="zh-CN" altLang="en-US" dirty="0" smtClean="0">
                <a:solidFill>
                  <a:srgbClr val="FF0000"/>
                </a:solidFill>
                <a:latin typeface="微软雅黑" pitchFamily="34" charset="-122"/>
                <a:ea typeface="微软雅黑" pitchFamily="34" charset="-122"/>
              </a:rPr>
              <a:t>对等层</a:t>
            </a:r>
            <a:r>
              <a:rPr lang="zh-CN" altLang="en-US" dirty="0" smtClean="0">
                <a:solidFill>
                  <a:schemeClr val="tx1"/>
                </a:solidFill>
                <a:latin typeface="微软雅黑" pitchFamily="34" charset="-122"/>
                <a:ea typeface="微软雅黑" pitchFamily="34" charset="-122"/>
              </a:rPr>
              <a:t>实体间</a:t>
            </a:r>
            <a:r>
              <a:rPr lang="zh-CN" altLang="en-US" dirty="0" smtClean="0">
                <a:latin typeface="微软雅黑" pitchFamily="34" charset="-122"/>
                <a:ea typeface="微软雅黑" pitchFamily="34" charset="-122"/>
              </a:rPr>
              <a:t>为进行网络中的数据交换而建立的规则、标准或约定。 </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01379">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01379">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01379">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1379" grpId="0" build="p"/>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83972" name="Group 1028"/>
          <p:cNvGraphicFramePr>
            <a:graphicFrameLocks noGrp="1"/>
          </p:cNvGraphicFramePr>
          <p:nvPr/>
        </p:nvGraphicFramePr>
        <p:xfrm>
          <a:off x="914400" y="3505200"/>
          <a:ext cx="685800" cy="2606040"/>
        </p:xfrm>
        <a:graphic>
          <a:graphicData uri="http://schemas.openxmlformats.org/drawingml/2006/table">
            <a:tbl>
              <a:tblPr/>
              <a:tblGrid>
                <a:gridCol w="685800"/>
              </a:tblGrid>
              <a:tr h="533400">
                <a:tc>
                  <a:txBody>
                    <a:bodyPr/>
                    <a:lstStyle/>
                    <a:p>
                      <a:pPr marL="0" marR="0" lvl="0" indent="0" algn="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1" lang="en-US" altLang="zh-CN" sz="2800" b="0" i="0" u="none" strike="noStrike" cap="none" normalizeH="0" baseline="0" dirty="0" smtClean="0">
                          <a:ln>
                            <a:noFill/>
                          </a:ln>
                          <a:solidFill>
                            <a:schemeClr val="tx1"/>
                          </a:solidFill>
                          <a:effectLst/>
                          <a:latin typeface="Tahoma" pitchFamily="34" charset="0"/>
                          <a:ea typeface="宋体" pitchFamily="2" charset="-122"/>
                        </a:rPr>
                        <a:t>5</a:t>
                      </a:r>
                    </a:p>
                  </a:txBody>
                  <a:tcPr horzOverflow="overflow">
                    <a:lnL w="28575"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28575"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r>
              <a:tr h="455613">
                <a:tc>
                  <a:txBody>
                    <a:bodyPr/>
                    <a:lstStyle/>
                    <a:p>
                      <a:pPr marL="0" marR="0" lvl="0" indent="0" algn="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1" lang="en-US" altLang="zh-CN" sz="2800" b="0" i="0" u="none" strike="noStrike" cap="none" normalizeH="0" baseline="0" smtClean="0">
                          <a:ln>
                            <a:noFill/>
                          </a:ln>
                          <a:solidFill>
                            <a:schemeClr val="tx1"/>
                          </a:solidFill>
                          <a:effectLst/>
                          <a:latin typeface="Tahoma" pitchFamily="34" charset="0"/>
                          <a:ea typeface="宋体" pitchFamily="2" charset="-122"/>
                        </a:rPr>
                        <a:t>4</a:t>
                      </a:r>
                    </a:p>
                  </a:txBody>
                  <a:tcPr horzOverflow="overflow">
                    <a:lnL w="28575"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r>
              <a:tr h="457200">
                <a:tc>
                  <a:txBody>
                    <a:bodyPr/>
                    <a:lstStyle/>
                    <a:p>
                      <a:pPr marL="0" marR="0" lvl="0" indent="0" algn="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1" lang="en-US" altLang="zh-CN" sz="2800" b="0" i="0" u="none" strike="noStrike" cap="none" normalizeH="0" baseline="0" smtClean="0">
                          <a:ln>
                            <a:noFill/>
                          </a:ln>
                          <a:solidFill>
                            <a:schemeClr val="tx1"/>
                          </a:solidFill>
                          <a:effectLst/>
                          <a:latin typeface="Tahoma" pitchFamily="34" charset="0"/>
                          <a:ea typeface="宋体" pitchFamily="2" charset="-122"/>
                        </a:rPr>
                        <a:t>3</a:t>
                      </a:r>
                    </a:p>
                  </a:txBody>
                  <a:tcPr horzOverflow="overflow">
                    <a:lnL w="28575"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r>
              <a:tr h="455613">
                <a:tc>
                  <a:txBody>
                    <a:bodyPr/>
                    <a:lstStyle/>
                    <a:p>
                      <a:pPr marL="0" marR="0" lvl="0" indent="0" algn="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1" lang="en-US" altLang="zh-CN" sz="2800" b="0" i="0" u="none" strike="noStrike" cap="none" normalizeH="0" baseline="0" smtClean="0">
                          <a:ln>
                            <a:noFill/>
                          </a:ln>
                          <a:solidFill>
                            <a:schemeClr val="tx1"/>
                          </a:solidFill>
                          <a:effectLst/>
                          <a:latin typeface="Tahoma" pitchFamily="34" charset="0"/>
                          <a:ea typeface="宋体" pitchFamily="2" charset="-122"/>
                        </a:rPr>
                        <a:t>2</a:t>
                      </a:r>
                    </a:p>
                  </a:txBody>
                  <a:tcPr horzOverflow="overflow">
                    <a:lnL w="28575"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r>
              <a:tr h="457200">
                <a:tc>
                  <a:txBody>
                    <a:bodyPr/>
                    <a:lstStyle/>
                    <a:p>
                      <a:pPr marL="0" marR="0" lvl="0" indent="0" algn="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1" lang="en-US" altLang="zh-CN" sz="2800" b="0" i="0" u="none" strike="noStrike" cap="none" normalizeH="0" baseline="0" dirty="0" smtClean="0">
                          <a:ln>
                            <a:noFill/>
                          </a:ln>
                          <a:solidFill>
                            <a:schemeClr val="tx1"/>
                          </a:solidFill>
                          <a:effectLst/>
                          <a:latin typeface="Tahoma" pitchFamily="34" charset="0"/>
                          <a:ea typeface="宋体" pitchFamily="2" charset="-122"/>
                        </a:rPr>
                        <a:t>1</a:t>
                      </a:r>
                    </a:p>
                  </a:txBody>
                  <a:tcPr horzOverflow="overflow">
                    <a:lnL w="28575"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28575" cap="flat" cmpd="sng" algn="ctr">
                      <a:solidFill>
                        <a:schemeClr val="tx1"/>
                      </a:solidFill>
                      <a:prstDash val="solid"/>
                      <a:miter lim="800000"/>
                      <a:headEnd type="none" w="med" len="med"/>
                      <a:tailEnd type="none" w="med" len="med"/>
                    </a:lnB>
                    <a:lnTlToBr>
                      <a:noFill/>
                    </a:lnTlToBr>
                    <a:lnBlToTr>
                      <a:noFill/>
                    </a:lnBlToTr>
                    <a:noFill/>
                  </a:tcPr>
                </a:tc>
              </a:tr>
            </a:tbl>
          </a:graphicData>
        </a:graphic>
      </p:graphicFrame>
      <p:sp>
        <p:nvSpPr>
          <p:cNvPr id="83986" name="Rectangle 1042"/>
          <p:cNvSpPr>
            <a:spLocks noChangeArrowheads="1"/>
          </p:cNvSpPr>
          <p:nvPr/>
        </p:nvSpPr>
        <p:spPr bwMode="auto">
          <a:xfrm>
            <a:off x="990600" y="2819400"/>
            <a:ext cx="685800" cy="457200"/>
          </a:xfrm>
          <a:prstGeom prst="rect">
            <a:avLst/>
          </a:prstGeom>
          <a:solidFill>
            <a:schemeClr val="accent1"/>
          </a:solidFill>
          <a:ln w="9525">
            <a:solidFill>
              <a:schemeClr val="tx1"/>
            </a:solidFill>
            <a:miter lim="800000"/>
            <a:headEnd/>
            <a:tailEnd/>
          </a:ln>
          <a:effectLst/>
        </p:spPr>
        <p:txBody>
          <a:bodyPr wrap="none" anchor="ctr"/>
          <a:lstStyle/>
          <a:p>
            <a:r>
              <a:rPr lang="en-US" altLang="zh-CN" sz="2400" dirty="0">
                <a:solidFill>
                  <a:schemeClr val="tx1"/>
                </a:solidFill>
                <a:latin typeface="Tahoma" pitchFamily="34" charset="0"/>
                <a:ea typeface="宋体" pitchFamily="2" charset="-122"/>
              </a:rPr>
              <a:t>AP1</a:t>
            </a:r>
          </a:p>
        </p:txBody>
      </p:sp>
      <p:sp>
        <p:nvSpPr>
          <p:cNvPr id="83988" name="Rectangle 1044"/>
          <p:cNvSpPr>
            <a:spLocks noChangeArrowheads="1"/>
          </p:cNvSpPr>
          <p:nvPr/>
        </p:nvSpPr>
        <p:spPr bwMode="auto">
          <a:xfrm>
            <a:off x="7391400" y="2819400"/>
            <a:ext cx="685800" cy="457200"/>
          </a:xfrm>
          <a:prstGeom prst="rect">
            <a:avLst/>
          </a:prstGeom>
          <a:solidFill>
            <a:schemeClr val="accent1"/>
          </a:solidFill>
          <a:ln w="9525">
            <a:solidFill>
              <a:schemeClr val="tx1"/>
            </a:solidFill>
            <a:miter lim="800000"/>
            <a:headEnd/>
            <a:tailEnd/>
          </a:ln>
          <a:effectLst/>
        </p:spPr>
        <p:txBody>
          <a:bodyPr wrap="none" anchor="ctr"/>
          <a:lstStyle/>
          <a:p>
            <a:r>
              <a:rPr lang="en-US" altLang="zh-CN" sz="2400" dirty="0">
                <a:solidFill>
                  <a:schemeClr val="tx1"/>
                </a:solidFill>
                <a:latin typeface="Tahoma" pitchFamily="34" charset="0"/>
                <a:ea typeface="宋体" pitchFamily="2" charset="-122"/>
              </a:rPr>
              <a:t>AP2</a:t>
            </a:r>
          </a:p>
        </p:txBody>
      </p:sp>
      <p:graphicFrame>
        <p:nvGraphicFramePr>
          <p:cNvPr id="83989" name="Group 1045"/>
          <p:cNvGraphicFramePr>
            <a:graphicFrameLocks noGrp="1"/>
          </p:cNvGraphicFramePr>
          <p:nvPr/>
        </p:nvGraphicFramePr>
        <p:xfrm>
          <a:off x="7391400" y="3505200"/>
          <a:ext cx="685800" cy="2606040"/>
        </p:xfrm>
        <a:graphic>
          <a:graphicData uri="http://schemas.openxmlformats.org/drawingml/2006/table">
            <a:tbl>
              <a:tblPr/>
              <a:tblGrid>
                <a:gridCol w="685800"/>
              </a:tblGrid>
              <a:tr h="533400">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1" lang="en-US" altLang="zh-CN" sz="2800" b="0" i="0" u="none" strike="noStrike" cap="none" normalizeH="0" baseline="0" dirty="0" smtClean="0">
                          <a:ln>
                            <a:noFill/>
                          </a:ln>
                          <a:solidFill>
                            <a:schemeClr val="tx1"/>
                          </a:solidFill>
                          <a:effectLst/>
                          <a:latin typeface="Tahoma" pitchFamily="34" charset="0"/>
                          <a:ea typeface="宋体" pitchFamily="2" charset="-122"/>
                        </a:rPr>
                        <a:t>5</a:t>
                      </a:r>
                    </a:p>
                  </a:txBody>
                  <a:tcPr horzOverflow="overflow">
                    <a:lnL w="28575"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28575"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r>
              <a:tr h="455613">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1" lang="en-US" altLang="zh-CN" sz="2800" b="0" i="0" u="none" strike="noStrike" cap="none" normalizeH="0" baseline="0" smtClean="0">
                          <a:ln>
                            <a:noFill/>
                          </a:ln>
                          <a:solidFill>
                            <a:schemeClr val="tx1"/>
                          </a:solidFill>
                          <a:effectLst/>
                          <a:latin typeface="Tahoma" pitchFamily="34" charset="0"/>
                          <a:ea typeface="宋体" pitchFamily="2" charset="-122"/>
                        </a:rPr>
                        <a:t>4</a:t>
                      </a:r>
                    </a:p>
                  </a:txBody>
                  <a:tcPr horzOverflow="overflow">
                    <a:lnL w="28575"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r>
              <a:tr h="457200">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1" lang="en-US" altLang="zh-CN" sz="2800" b="0" i="0" u="none" strike="noStrike" cap="none" normalizeH="0" baseline="0" smtClean="0">
                          <a:ln>
                            <a:noFill/>
                          </a:ln>
                          <a:solidFill>
                            <a:schemeClr val="tx1"/>
                          </a:solidFill>
                          <a:effectLst/>
                          <a:latin typeface="Tahoma" pitchFamily="34" charset="0"/>
                          <a:ea typeface="宋体" pitchFamily="2" charset="-122"/>
                        </a:rPr>
                        <a:t>3</a:t>
                      </a:r>
                    </a:p>
                  </a:txBody>
                  <a:tcPr horzOverflow="overflow">
                    <a:lnL w="28575"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r>
              <a:tr h="455613">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1" lang="en-US" altLang="zh-CN" sz="2800" b="0" i="0" u="none" strike="noStrike" cap="none" normalizeH="0" baseline="0" smtClean="0">
                          <a:ln>
                            <a:noFill/>
                          </a:ln>
                          <a:solidFill>
                            <a:schemeClr val="tx1"/>
                          </a:solidFill>
                          <a:effectLst/>
                          <a:latin typeface="Tahoma" pitchFamily="34" charset="0"/>
                          <a:ea typeface="宋体" pitchFamily="2" charset="-122"/>
                        </a:rPr>
                        <a:t>2</a:t>
                      </a:r>
                    </a:p>
                  </a:txBody>
                  <a:tcPr horzOverflow="overflow">
                    <a:lnL w="28575"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r>
              <a:tr h="457200">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1" lang="en-US" altLang="zh-CN" sz="2800" b="0" i="0" u="none" strike="noStrike" cap="none" normalizeH="0" baseline="0" dirty="0" smtClean="0">
                          <a:ln>
                            <a:noFill/>
                          </a:ln>
                          <a:solidFill>
                            <a:schemeClr val="tx1"/>
                          </a:solidFill>
                          <a:effectLst/>
                          <a:latin typeface="Tahoma" pitchFamily="34" charset="0"/>
                          <a:ea typeface="宋体" pitchFamily="2" charset="-122"/>
                        </a:rPr>
                        <a:t>1</a:t>
                      </a:r>
                    </a:p>
                  </a:txBody>
                  <a:tcPr horzOverflow="overflow">
                    <a:lnL w="28575"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28575" cap="flat" cmpd="sng" algn="ctr">
                      <a:solidFill>
                        <a:schemeClr val="tx1"/>
                      </a:solidFill>
                      <a:prstDash val="solid"/>
                      <a:miter lim="800000"/>
                      <a:headEnd type="none" w="med" len="med"/>
                      <a:tailEnd type="none" w="med" len="med"/>
                    </a:lnB>
                    <a:lnTlToBr>
                      <a:noFill/>
                    </a:lnTlToBr>
                    <a:lnBlToTr>
                      <a:noFill/>
                    </a:lnBlToTr>
                    <a:noFill/>
                  </a:tcPr>
                </a:tc>
              </a:tr>
            </a:tbl>
          </a:graphicData>
        </a:graphic>
      </p:graphicFrame>
      <p:sp>
        <p:nvSpPr>
          <p:cNvPr id="84003" name="Oval 1059"/>
          <p:cNvSpPr>
            <a:spLocks noChangeArrowheads="1"/>
          </p:cNvSpPr>
          <p:nvPr/>
        </p:nvSpPr>
        <p:spPr bwMode="auto">
          <a:xfrm>
            <a:off x="609600" y="6096000"/>
            <a:ext cx="152400" cy="457200"/>
          </a:xfrm>
          <a:prstGeom prst="ellipse">
            <a:avLst/>
          </a:prstGeom>
          <a:solidFill>
            <a:schemeClr val="accent1"/>
          </a:solidFill>
          <a:ln w="9525">
            <a:solidFill>
              <a:schemeClr val="tx1"/>
            </a:solidFill>
            <a:miter lim="800000"/>
            <a:headEnd/>
            <a:tailEnd/>
          </a:ln>
          <a:effectLst/>
        </p:spPr>
        <p:txBody>
          <a:bodyPr wrap="none" anchor="ctr"/>
          <a:lstStyle/>
          <a:p>
            <a:endParaRPr lang="zh-CN" altLang="en-US"/>
          </a:p>
        </p:txBody>
      </p:sp>
      <p:sp>
        <p:nvSpPr>
          <p:cNvPr id="84004" name="Oval 1060"/>
          <p:cNvSpPr>
            <a:spLocks noChangeArrowheads="1"/>
          </p:cNvSpPr>
          <p:nvPr/>
        </p:nvSpPr>
        <p:spPr bwMode="auto">
          <a:xfrm>
            <a:off x="8382000" y="6096000"/>
            <a:ext cx="152400" cy="457200"/>
          </a:xfrm>
          <a:prstGeom prst="ellipse">
            <a:avLst/>
          </a:prstGeom>
          <a:solidFill>
            <a:schemeClr val="accent1"/>
          </a:solidFill>
          <a:ln w="9525">
            <a:solidFill>
              <a:schemeClr val="tx1"/>
            </a:solidFill>
            <a:miter lim="800000"/>
            <a:headEnd/>
            <a:tailEnd/>
          </a:ln>
          <a:effectLst/>
        </p:spPr>
        <p:txBody>
          <a:bodyPr wrap="none" anchor="ctr"/>
          <a:lstStyle/>
          <a:p>
            <a:endParaRPr lang="zh-CN" altLang="en-US"/>
          </a:p>
        </p:txBody>
      </p:sp>
      <p:sp>
        <p:nvSpPr>
          <p:cNvPr id="84005" name="Line 1061"/>
          <p:cNvSpPr>
            <a:spLocks noChangeShapeType="1"/>
          </p:cNvSpPr>
          <p:nvPr/>
        </p:nvSpPr>
        <p:spPr bwMode="auto">
          <a:xfrm>
            <a:off x="685800" y="6096000"/>
            <a:ext cx="7772400" cy="0"/>
          </a:xfrm>
          <a:prstGeom prst="line">
            <a:avLst/>
          </a:prstGeom>
          <a:noFill/>
          <a:ln w="9525">
            <a:solidFill>
              <a:schemeClr val="tx1"/>
            </a:solidFill>
            <a:miter lim="800000"/>
            <a:headEnd/>
            <a:tailEnd/>
          </a:ln>
          <a:effectLst/>
        </p:spPr>
        <p:txBody>
          <a:bodyPr wrap="none"/>
          <a:lstStyle/>
          <a:p>
            <a:endParaRPr lang="zh-CN" altLang="en-US"/>
          </a:p>
        </p:txBody>
      </p:sp>
      <p:sp>
        <p:nvSpPr>
          <p:cNvPr id="84006" name="Line 1062"/>
          <p:cNvSpPr>
            <a:spLocks noChangeShapeType="1"/>
          </p:cNvSpPr>
          <p:nvPr/>
        </p:nvSpPr>
        <p:spPr bwMode="auto">
          <a:xfrm>
            <a:off x="685800" y="6553200"/>
            <a:ext cx="7772400" cy="0"/>
          </a:xfrm>
          <a:prstGeom prst="line">
            <a:avLst/>
          </a:prstGeom>
          <a:noFill/>
          <a:ln w="9525">
            <a:solidFill>
              <a:schemeClr val="tx1"/>
            </a:solidFill>
            <a:miter lim="800000"/>
            <a:headEnd/>
            <a:tailEnd/>
          </a:ln>
          <a:effectLst/>
        </p:spPr>
        <p:txBody>
          <a:bodyPr wrap="none"/>
          <a:lstStyle/>
          <a:p>
            <a:endParaRPr lang="zh-CN" altLang="en-US"/>
          </a:p>
        </p:txBody>
      </p:sp>
      <p:sp>
        <p:nvSpPr>
          <p:cNvPr id="84007" name="AutoShape 1063"/>
          <p:cNvSpPr>
            <a:spLocks noChangeArrowheads="1"/>
          </p:cNvSpPr>
          <p:nvPr/>
        </p:nvSpPr>
        <p:spPr bwMode="auto">
          <a:xfrm>
            <a:off x="1066800" y="3886200"/>
            <a:ext cx="152400" cy="304800"/>
          </a:xfrm>
          <a:prstGeom prst="downArrow">
            <a:avLst>
              <a:gd name="adj1" fmla="val 50000"/>
              <a:gd name="adj2" fmla="val 50000"/>
            </a:avLst>
          </a:prstGeom>
          <a:solidFill>
            <a:schemeClr val="accent1"/>
          </a:solidFill>
          <a:ln w="9525">
            <a:solidFill>
              <a:schemeClr val="tx1"/>
            </a:solidFill>
            <a:miter lim="800000"/>
            <a:headEnd/>
            <a:tailEnd/>
          </a:ln>
          <a:effectLst/>
        </p:spPr>
        <p:txBody>
          <a:bodyPr wrap="none" anchor="ctr"/>
          <a:lstStyle/>
          <a:p>
            <a:endParaRPr lang="zh-CN" altLang="en-US"/>
          </a:p>
        </p:txBody>
      </p:sp>
      <p:sp>
        <p:nvSpPr>
          <p:cNvPr id="84008" name="AutoShape 1064"/>
          <p:cNvSpPr>
            <a:spLocks noChangeArrowheads="1"/>
          </p:cNvSpPr>
          <p:nvPr/>
        </p:nvSpPr>
        <p:spPr bwMode="auto">
          <a:xfrm>
            <a:off x="1066800" y="3276600"/>
            <a:ext cx="152400" cy="381000"/>
          </a:xfrm>
          <a:prstGeom prst="downArrow">
            <a:avLst>
              <a:gd name="adj1" fmla="val 50000"/>
              <a:gd name="adj2" fmla="val 62500"/>
            </a:avLst>
          </a:prstGeom>
          <a:solidFill>
            <a:schemeClr val="accent1"/>
          </a:solidFill>
          <a:ln w="9525">
            <a:solidFill>
              <a:schemeClr val="tx1"/>
            </a:solidFill>
            <a:miter lim="800000"/>
            <a:headEnd/>
            <a:tailEnd/>
          </a:ln>
          <a:effectLst/>
        </p:spPr>
        <p:txBody>
          <a:bodyPr wrap="none" anchor="ctr"/>
          <a:lstStyle/>
          <a:p>
            <a:endParaRPr lang="zh-CN" altLang="en-US"/>
          </a:p>
        </p:txBody>
      </p:sp>
      <p:sp>
        <p:nvSpPr>
          <p:cNvPr id="84009" name="AutoShape 1065"/>
          <p:cNvSpPr>
            <a:spLocks noChangeArrowheads="1"/>
          </p:cNvSpPr>
          <p:nvPr/>
        </p:nvSpPr>
        <p:spPr bwMode="auto">
          <a:xfrm>
            <a:off x="1066800" y="5486400"/>
            <a:ext cx="152400" cy="304800"/>
          </a:xfrm>
          <a:prstGeom prst="downArrow">
            <a:avLst>
              <a:gd name="adj1" fmla="val 50000"/>
              <a:gd name="adj2" fmla="val 50000"/>
            </a:avLst>
          </a:prstGeom>
          <a:solidFill>
            <a:schemeClr val="accent1"/>
          </a:solidFill>
          <a:ln w="9525">
            <a:solidFill>
              <a:schemeClr val="tx1"/>
            </a:solidFill>
            <a:miter lim="800000"/>
            <a:headEnd/>
            <a:tailEnd/>
          </a:ln>
          <a:effectLst/>
        </p:spPr>
        <p:txBody>
          <a:bodyPr wrap="none" anchor="ctr"/>
          <a:lstStyle/>
          <a:p>
            <a:endParaRPr lang="zh-CN" altLang="en-US"/>
          </a:p>
        </p:txBody>
      </p:sp>
      <p:sp>
        <p:nvSpPr>
          <p:cNvPr id="84010" name="AutoShape 1066"/>
          <p:cNvSpPr>
            <a:spLocks noChangeArrowheads="1"/>
          </p:cNvSpPr>
          <p:nvPr/>
        </p:nvSpPr>
        <p:spPr bwMode="auto">
          <a:xfrm>
            <a:off x="1066800" y="4953000"/>
            <a:ext cx="152400" cy="304800"/>
          </a:xfrm>
          <a:prstGeom prst="downArrow">
            <a:avLst>
              <a:gd name="adj1" fmla="val 50000"/>
              <a:gd name="adj2" fmla="val 50000"/>
            </a:avLst>
          </a:prstGeom>
          <a:solidFill>
            <a:schemeClr val="accent1"/>
          </a:solidFill>
          <a:ln w="9525">
            <a:solidFill>
              <a:schemeClr val="tx1"/>
            </a:solidFill>
            <a:miter lim="800000"/>
            <a:headEnd/>
            <a:tailEnd/>
          </a:ln>
          <a:effectLst/>
        </p:spPr>
        <p:txBody>
          <a:bodyPr wrap="none" anchor="ctr"/>
          <a:lstStyle/>
          <a:p>
            <a:endParaRPr lang="zh-CN" altLang="en-US"/>
          </a:p>
        </p:txBody>
      </p:sp>
      <p:sp>
        <p:nvSpPr>
          <p:cNvPr id="84011" name="AutoShape 1067"/>
          <p:cNvSpPr>
            <a:spLocks noChangeArrowheads="1"/>
          </p:cNvSpPr>
          <p:nvPr/>
        </p:nvSpPr>
        <p:spPr bwMode="auto">
          <a:xfrm>
            <a:off x="1066800" y="4419600"/>
            <a:ext cx="152400" cy="304800"/>
          </a:xfrm>
          <a:prstGeom prst="downArrow">
            <a:avLst>
              <a:gd name="adj1" fmla="val 50000"/>
              <a:gd name="adj2" fmla="val 50000"/>
            </a:avLst>
          </a:prstGeom>
          <a:solidFill>
            <a:schemeClr val="accent1"/>
          </a:solidFill>
          <a:ln w="9525">
            <a:solidFill>
              <a:schemeClr val="tx1"/>
            </a:solidFill>
            <a:miter lim="800000"/>
            <a:headEnd/>
            <a:tailEnd/>
          </a:ln>
          <a:effectLst/>
        </p:spPr>
        <p:txBody>
          <a:bodyPr wrap="none" anchor="ctr"/>
          <a:lstStyle/>
          <a:p>
            <a:endParaRPr lang="zh-CN" altLang="en-US"/>
          </a:p>
        </p:txBody>
      </p:sp>
      <p:sp>
        <p:nvSpPr>
          <p:cNvPr id="84012" name="AutoShape 1068"/>
          <p:cNvSpPr>
            <a:spLocks noChangeArrowheads="1"/>
          </p:cNvSpPr>
          <p:nvPr/>
        </p:nvSpPr>
        <p:spPr bwMode="auto">
          <a:xfrm>
            <a:off x="1143000" y="6248400"/>
            <a:ext cx="914400" cy="152400"/>
          </a:xfrm>
          <a:prstGeom prst="rightArrow">
            <a:avLst>
              <a:gd name="adj1" fmla="val 50000"/>
              <a:gd name="adj2" fmla="val 150000"/>
            </a:avLst>
          </a:prstGeom>
          <a:solidFill>
            <a:schemeClr val="accent1"/>
          </a:solidFill>
          <a:ln w="9525">
            <a:solidFill>
              <a:schemeClr val="tx1"/>
            </a:solidFill>
            <a:miter lim="800000"/>
            <a:headEnd/>
            <a:tailEnd/>
          </a:ln>
          <a:effectLst/>
        </p:spPr>
        <p:txBody>
          <a:bodyPr wrap="none" anchor="ctr"/>
          <a:lstStyle/>
          <a:p>
            <a:endParaRPr lang="zh-CN" altLang="en-US"/>
          </a:p>
        </p:txBody>
      </p:sp>
      <p:sp>
        <p:nvSpPr>
          <p:cNvPr id="84013" name="Rectangle 1069"/>
          <p:cNvSpPr>
            <a:spLocks noChangeArrowheads="1"/>
          </p:cNvSpPr>
          <p:nvPr/>
        </p:nvSpPr>
        <p:spPr bwMode="auto">
          <a:xfrm>
            <a:off x="1143000" y="6019800"/>
            <a:ext cx="76200" cy="304800"/>
          </a:xfrm>
          <a:prstGeom prst="rect">
            <a:avLst/>
          </a:prstGeom>
          <a:solidFill>
            <a:schemeClr val="accent1"/>
          </a:solidFill>
          <a:ln w="9525">
            <a:solidFill>
              <a:schemeClr val="tx1"/>
            </a:solidFill>
            <a:miter lim="800000"/>
            <a:headEnd/>
            <a:tailEnd/>
          </a:ln>
          <a:effectLst/>
        </p:spPr>
        <p:txBody>
          <a:bodyPr wrap="none" anchor="ctr"/>
          <a:lstStyle/>
          <a:p>
            <a:endParaRPr lang="zh-CN" altLang="en-US"/>
          </a:p>
        </p:txBody>
      </p:sp>
      <p:sp>
        <p:nvSpPr>
          <p:cNvPr id="84014" name="AutoShape 1070"/>
          <p:cNvSpPr>
            <a:spLocks noChangeArrowheads="1"/>
          </p:cNvSpPr>
          <p:nvPr/>
        </p:nvSpPr>
        <p:spPr bwMode="auto">
          <a:xfrm>
            <a:off x="2667000" y="6248400"/>
            <a:ext cx="457200" cy="152400"/>
          </a:xfrm>
          <a:prstGeom prst="rightArrow">
            <a:avLst>
              <a:gd name="adj1" fmla="val 50000"/>
              <a:gd name="adj2" fmla="val 75000"/>
            </a:avLst>
          </a:prstGeom>
          <a:solidFill>
            <a:schemeClr val="accent1"/>
          </a:solidFill>
          <a:ln w="9525">
            <a:solidFill>
              <a:schemeClr val="tx1"/>
            </a:solidFill>
            <a:miter lim="800000"/>
            <a:headEnd/>
            <a:tailEnd/>
          </a:ln>
          <a:effectLst/>
        </p:spPr>
        <p:txBody>
          <a:bodyPr wrap="none" anchor="ctr"/>
          <a:lstStyle/>
          <a:p>
            <a:endParaRPr lang="zh-CN" altLang="en-US"/>
          </a:p>
        </p:txBody>
      </p:sp>
      <p:sp>
        <p:nvSpPr>
          <p:cNvPr id="84015" name="AutoShape 1071"/>
          <p:cNvSpPr>
            <a:spLocks noChangeArrowheads="1"/>
          </p:cNvSpPr>
          <p:nvPr/>
        </p:nvSpPr>
        <p:spPr bwMode="auto">
          <a:xfrm>
            <a:off x="6477000" y="6248400"/>
            <a:ext cx="457200" cy="152400"/>
          </a:xfrm>
          <a:prstGeom prst="rightArrow">
            <a:avLst>
              <a:gd name="adj1" fmla="val 50000"/>
              <a:gd name="adj2" fmla="val 75000"/>
            </a:avLst>
          </a:prstGeom>
          <a:solidFill>
            <a:schemeClr val="accent1"/>
          </a:solidFill>
          <a:ln w="9525">
            <a:solidFill>
              <a:schemeClr val="tx1"/>
            </a:solidFill>
            <a:miter lim="800000"/>
            <a:headEnd/>
            <a:tailEnd/>
          </a:ln>
          <a:effectLst/>
        </p:spPr>
        <p:txBody>
          <a:bodyPr wrap="none" anchor="ctr"/>
          <a:lstStyle/>
          <a:p>
            <a:endParaRPr lang="zh-CN" altLang="en-US"/>
          </a:p>
        </p:txBody>
      </p:sp>
      <p:sp>
        <p:nvSpPr>
          <p:cNvPr id="84016" name="AutoShape 1072"/>
          <p:cNvSpPr>
            <a:spLocks noChangeArrowheads="1"/>
          </p:cNvSpPr>
          <p:nvPr/>
        </p:nvSpPr>
        <p:spPr bwMode="auto">
          <a:xfrm>
            <a:off x="7772400" y="5867400"/>
            <a:ext cx="152400" cy="381000"/>
          </a:xfrm>
          <a:prstGeom prst="upArrow">
            <a:avLst>
              <a:gd name="adj1" fmla="val 50000"/>
              <a:gd name="adj2" fmla="val 62500"/>
            </a:avLst>
          </a:prstGeom>
          <a:solidFill>
            <a:schemeClr val="accent1"/>
          </a:solidFill>
          <a:ln w="9525">
            <a:solidFill>
              <a:schemeClr val="tx1"/>
            </a:solidFill>
            <a:miter lim="800000"/>
            <a:headEnd/>
            <a:tailEnd/>
          </a:ln>
          <a:effectLst/>
        </p:spPr>
        <p:txBody>
          <a:bodyPr wrap="none" anchor="ctr"/>
          <a:lstStyle/>
          <a:p>
            <a:endParaRPr lang="zh-CN" altLang="en-US"/>
          </a:p>
        </p:txBody>
      </p:sp>
      <p:sp>
        <p:nvSpPr>
          <p:cNvPr id="84017" name="AutoShape 1073"/>
          <p:cNvSpPr>
            <a:spLocks noChangeArrowheads="1"/>
          </p:cNvSpPr>
          <p:nvPr/>
        </p:nvSpPr>
        <p:spPr bwMode="auto">
          <a:xfrm>
            <a:off x="7772400" y="5334000"/>
            <a:ext cx="152400" cy="381000"/>
          </a:xfrm>
          <a:prstGeom prst="upArrow">
            <a:avLst>
              <a:gd name="adj1" fmla="val 50000"/>
              <a:gd name="adj2" fmla="val 62500"/>
            </a:avLst>
          </a:prstGeom>
          <a:solidFill>
            <a:schemeClr val="accent1"/>
          </a:solidFill>
          <a:ln w="9525">
            <a:solidFill>
              <a:schemeClr val="tx1"/>
            </a:solidFill>
            <a:miter lim="800000"/>
            <a:headEnd/>
            <a:tailEnd/>
          </a:ln>
          <a:effectLst/>
        </p:spPr>
        <p:txBody>
          <a:bodyPr wrap="none" anchor="ctr"/>
          <a:lstStyle/>
          <a:p>
            <a:endParaRPr lang="zh-CN" altLang="en-US"/>
          </a:p>
        </p:txBody>
      </p:sp>
      <p:sp>
        <p:nvSpPr>
          <p:cNvPr id="84018" name="AutoShape 1074"/>
          <p:cNvSpPr>
            <a:spLocks noChangeArrowheads="1"/>
          </p:cNvSpPr>
          <p:nvPr/>
        </p:nvSpPr>
        <p:spPr bwMode="auto">
          <a:xfrm>
            <a:off x="7772400" y="4343400"/>
            <a:ext cx="152400" cy="381000"/>
          </a:xfrm>
          <a:prstGeom prst="upArrow">
            <a:avLst>
              <a:gd name="adj1" fmla="val 50000"/>
              <a:gd name="adj2" fmla="val 62500"/>
            </a:avLst>
          </a:prstGeom>
          <a:solidFill>
            <a:schemeClr val="accent1"/>
          </a:solidFill>
          <a:ln w="9525">
            <a:solidFill>
              <a:schemeClr val="tx1"/>
            </a:solidFill>
            <a:miter lim="800000"/>
            <a:headEnd/>
            <a:tailEnd/>
          </a:ln>
          <a:effectLst/>
        </p:spPr>
        <p:txBody>
          <a:bodyPr wrap="none" anchor="ctr"/>
          <a:lstStyle/>
          <a:p>
            <a:endParaRPr lang="zh-CN" altLang="en-US"/>
          </a:p>
        </p:txBody>
      </p:sp>
      <p:sp>
        <p:nvSpPr>
          <p:cNvPr id="84019" name="AutoShape 1075"/>
          <p:cNvSpPr>
            <a:spLocks noChangeArrowheads="1"/>
          </p:cNvSpPr>
          <p:nvPr/>
        </p:nvSpPr>
        <p:spPr bwMode="auto">
          <a:xfrm>
            <a:off x="7772400" y="4876800"/>
            <a:ext cx="152400" cy="381000"/>
          </a:xfrm>
          <a:prstGeom prst="upArrow">
            <a:avLst>
              <a:gd name="adj1" fmla="val 50000"/>
              <a:gd name="adj2" fmla="val 62500"/>
            </a:avLst>
          </a:prstGeom>
          <a:solidFill>
            <a:schemeClr val="accent1"/>
          </a:solidFill>
          <a:ln w="9525">
            <a:solidFill>
              <a:schemeClr val="tx1"/>
            </a:solidFill>
            <a:miter lim="800000"/>
            <a:headEnd/>
            <a:tailEnd/>
          </a:ln>
          <a:effectLst/>
        </p:spPr>
        <p:txBody>
          <a:bodyPr wrap="none" anchor="ctr"/>
          <a:lstStyle/>
          <a:p>
            <a:endParaRPr lang="zh-CN" altLang="en-US"/>
          </a:p>
        </p:txBody>
      </p:sp>
      <p:sp>
        <p:nvSpPr>
          <p:cNvPr id="84020" name="AutoShape 1076"/>
          <p:cNvSpPr>
            <a:spLocks noChangeArrowheads="1"/>
          </p:cNvSpPr>
          <p:nvPr/>
        </p:nvSpPr>
        <p:spPr bwMode="auto">
          <a:xfrm>
            <a:off x="7772400" y="3810000"/>
            <a:ext cx="152400" cy="381000"/>
          </a:xfrm>
          <a:prstGeom prst="upArrow">
            <a:avLst>
              <a:gd name="adj1" fmla="val 50000"/>
              <a:gd name="adj2" fmla="val 62500"/>
            </a:avLst>
          </a:prstGeom>
          <a:solidFill>
            <a:schemeClr val="accent1"/>
          </a:solidFill>
          <a:ln w="9525">
            <a:solidFill>
              <a:schemeClr val="tx1"/>
            </a:solidFill>
            <a:miter lim="800000"/>
            <a:headEnd/>
            <a:tailEnd/>
          </a:ln>
          <a:effectLst/>
        </p:spPr>
        <p:txBody>
          <a:bodyPr wrap="none" anchor="ctr"/>
          <a:lstStyle/>
          <a:p>
            <a:endParaRPr lang="zh-CN" altLang="en-US"/>
          </a:p>
        </p:txBody>
      </p:sp>
      <p:sp>
        <p:nvSpPr>
          <p:cNvPr id="84021" name="AutoShape 1077"/>
          <p:cNvSpPr>
            <a:spLocks noChangeArrowheads="1"/>
          </p:cNvSpPr>
          <p:nvPr/>
        </p:nvSpPr>
        <p:spPr bwMode="auto">
          <a:xfrm>
            <a:off x="7772400" y="3276600"/>
            <a:ext cx="152400" cy="381000"/>
          </a:xfrm>
          <a:prstGeom prst="upArrow">
            <a:avLst>
              <a:gd name="adj1" fmla="val 50000"/>
              <a:gd name="adj2" fmla="val 62500"/>
            </a:avLst>
          </a:prstGeom>
          <a:solidFill>
            <a:schemeClr val="accent1"/>
          </a:solidFill>
          <a:ln w="9525">
            <a:solidFill>
              <a:schemeClr val="tx1"/>
            </a:solidFill>
            <a:miter lim="800000"/>
            <a:headEnd/>
            <a:tailEnd/>
          </a:ln>
          <a:effectLst/>
        </p:spPr>
        <p:txBody>
          <a:bodyPr wrap="none" anchor="ctr"/>
          <a:lstStyle/>
          <a:p>
            <a:endParaRPr lang="zh-CN" altLang="en-US"/>
          </a:p>
        </p:txBody>
      </p:sp>
      <p:sp>
        <p:nvSpPr>
          <p:cNvPr id="84068" name="Text Box 1124"/>
          <p:cNvSpPr txBox="1">
            <a:spLocks noChangeArrowheads="1"/>
          </p:cNvSpPr>
          <p:nvPr/>
        </p:nvSpPr>
        <p:spPr bwMode="auto">
          <a:xfrm>
            <a:off x="755576" y="1772816"/>
            <a:ext cx="2088232" cy="461665"/>
          </a:xfrm>
          <a:prstGeom prst="rect">
            <a:avLst/>
          </a:prstGeom>
          <a:noFill/>
          <a:ln w="9525">
            <a:noFill/>
            <a:miter lim="800000"/>
            <a:headEnd/>
            <a:tailEnd/>
          </a:ln>
          <a:effectLst/>
        </p:spPr>
        <p:txBody>
          <a:bodyPr wrap="square">
            <a:spAutoFit/>
          </a:bodyPr>
          <a:lstStyle/>
          <a:p>
            <a:pPr>
              <a:spcBef>
                <a:spcPct val="50000"/>
              </a:spcBef>
            </a:pPr>
            <a:r>
              <a:rPr lang="en-US" altLang="zh-CN" sz="2400" b="0" dirty="0" smtClean="0">
                <a:solidFill>
                  <a:srgbClr val="FF0066"/>
                </a:solidFill>
                <a:latin typeface="Tahoma" pitchFamily="34" charset="0"/>
              </a:rPr>
              <a:t>host</a:t>
            </a:r>
            <a:r>
              <a:rPr lang="en-US" altLang="zh-CN" sz="2400" b="0" dirty="0" smtClean="0">
                <a:solidFill>
                  <a:srgbClr val="FF0066"/>
                </a:solidFill>
              </a:rPr>
              <a:t>1</a:t>
            </a:r>
            <a:r>
              <a:rPr lang="zh-CN" altLang="en-US" sz="2400" b="0" dirty="0" smtClean="0">
                <a:solidFill>
                  <a:srgbClr val="FF0066"/>
                </a:solidFill>
              </a:rPr>
              <a:t> </a:t>
            </a:r>
            <a:r>
              <a:rPr lang="en-US" altLang="zh-CN" sz="2400" b="0" dirty="0" smtClean="0">
                <a:solidFill>
                  <a:srgbClr val="FF0066"/>
                </a:solidFill>
              </a:rPr>
              <a:t>(</a:t>
            </a:r>
            <a:r>
              <a:rPr lang="en-US" altLang="zh-CN" sz="2400" b="0" dirty="0" smtClean="0">
                <a:solidFill>
                  <a:srgbClr val="FF0066"/>
                </a:solidFill>
                <a:latin typeface="Tahoma" pitchFamily="34" charset="0"/>
              </a:rPr>
              <a:t>send)</a:t>
            </a:r>
            <a:endParaRPr lang="en-US" altLang="zh-CN" sz="2400" b="0" dirty="0">
              <a:solidFill>
                <a:srgbClr val="FF0066"/>
              </a:solidFill>
              <a:latin typeface="Tahoma" pitchFamily="34" charset="0"/>
            </a:endParaRPr>
          </a:p>
        </p:txBody>
      </p:sp>
      <p:sp>
        <p:nvSpPr>
          <p:cNvPr id="84069" name="Text Box 1125"/>
          <p:cNvSpPr txBox="1">
            <a:spLocks noChangeArrowheads="1"/>
          </p:cNvSpPr>
          <p:nvPr/>
        </p:nvSpPr>
        <p:spPr bwMode="auto">
          <a:xfrm>
            <a:off x="6588224" y="1772816"/>
            <a:ext cx="2160240" cy="461665"/>
          </a:xfrm>
          <a:prstGeom prst="rect">
            <a:avLst/>
          </a:prstGeom>
          <a:noFill/>
          <a:ln w="9525">
            <a:noFill/>
            <a:miter lim="800000"/>
            <a:headEnd/>
            <a:tailEnd/>
          </a:ln>
          <a:effectLst/>
        </p:spPr>
        <p:txBody>
          <a:bodyPr wrap="square">
            <a:spAutoFit/>
          </a:bodyPr>
          <a:lstStyle/>
          <a:p>
            <a:pPr>
              <a:spcBef>
                <a:spcPct val="50000"/>
              </a:spcBef>
            </a:pPr>
            <a:r>
              <a:rPr lang="en-US" altLang="zh-CN" sz="2400" b="0" dirty="0" smtClean="0">
                <a:solidFill>
                  <a:srgbClr val="FF0066"/>
                </a:solidFill>
                <a:latin typeface="Tahoma" pitchFamily="34" charset="0"/>
              </a:rPr>
              <a:t>Host</a:t>
            </a:r>
            <a:r>
              <a:rPr lang="en-US" altLang="zh-CN" sz="2400" b="0" dirty="0" smtClean="0">
                <a:solidFill>
                  <a:srgbClr val="FF0066"/>
                </a:solidFill>
              </a:rPr>
              <a:t>2(</a:t>
            </a:r>
            <a:r>
              <a:rPr lang="en-US" altLang="zh-CN" sz="2400" b="0" dirty="0" smtClean="0">
                <a:solidFill>
                  <a:srgbClr val="FF0066"/>
                </a:solidFill>
                <a:latin typeface="Tahoma" pitchFamily="34" charset="0"/>
              </a:rPr>
              <a:t>receive)</a:t>
            </a:r>
            <a:endParaRPr lang="en-US" altLang="zh-CN" sz="2400" b="0" dirty="0">
              <a:solidFill>
                <a:srgbClr val="FF0066"/>
              </a:solidFill>
              <a:latin typeface="Tahoma" pitchFamily="34" charset="0"/>
            </a:endParaRPr>
          </a:p>
        </p:txBody>
      </p:sp>
      <p:sp>
        <p:nvSpPr>
          <p:cNvPr id="84074" name="Line 1130"/>
          <p:cNvSpPr>
            <a:spLocks noChangeShapeType="1"/>
          </p:cNvSpPr>
          <p:nvPr/>
        </p:nvSpPr>
        <p:spPr bwMode="auto">
          <a:xfrm>
            <a:off x="1676400" y="5791200"/>
            <a:ext cx="5638800" cy="0"/>
          </a:xfrm>
          <a:prstGeom prst="line">
            <a:avLst/>
          </a:prstGeom>
          <a:noFill/>
          <a:ln w="9525">
            <a:solidFill>
              <a:schemeClr val="tx1"/>
            </a:solidFill>
            <a:prstDash val="dashDot"/>
            <a:round/>
            <a:headEnd type="triangle" w="med" len="med"/>
            <a:tailEnd type="triangle" w="med" len="med"/>
          </a:ln>
          <a:effectLst/>
        </p:spPr>
        <p:txBody>
          <a:bodyPr wrap="none"/>
          <a:lstStyle/>
          <a:p>
            <a:endParaRPr lang="zh-CN" altLang="en-US"/>
          </a:p>
        </p:txBody>
      </p:sp>
      <p:sp>
        <p:nvSpPr>
          <p:cNvPr id="84075" name="Line 1131"/>
          <p:cNvSpPr>
            <a:spLocks noChangeShapeType="1"/>
          </p:cNvSpPr>
          <p:nvPr/>
        </p:nvSpPr>
        <p:spPr bwMode="auto">
          <a:xfrm>
            <a:off x="1676400" y="4800600"/>
            <a:ext cx="5638800" cy="0"/>
          </a:xfrm>
          <a:prstGeom prst="line">
            <a:avLst/>
          </a:prstGeom>
          <a:noFill/>
          <a:ln w="9525">
            <a:solidFill>
              <a:schemeClr val="tx1"/>
            </a:solidFill>
            <a:prstDash val="dashDot"/>
            <a:round/>
            <a:headEnd type="triangle" w="med" len="med"/>
            <a:tailEnd type="triangle" w="med" len="med"/>
          </a:ln>
          <a:effectLst/>
        </p:spPr>
        <p:txBody>
          <a:bodyPr wrap="none"/>
          <a:lstStyle/>
          <a:p>
            <a:endParaRPr lang="zh-CN" altLang="en-US"/>
          </a:p>
        </p:txBody>
      </p:sp>
      <p:sp>
        <p:nvSpPr>
          <p:cNvPr id="84076" name="Line 1132"/>
          <p:cNvSpPr>
            <a:spLocks noChangeShapeType="1"/>
          </p:cNvSpPr>
          <p:nvPr/>
        </p:nvSpPr>
        <p:spPr bwMode="auto">
          <a:xfrm>
            <a:off x="1676400" y="5334000"/>
            <a:ext cx="5638800" cy="0"/>
          </a:xfrm>
          <a:prstGeom prst="line">
            <a:avLst/>
          </a:prstGeom>
          <a:noFill/>
          <a:ln w="9525">
            <a:solidFill>
              <a:schemeClr val="tx1"/>
            </a:solidFill>
            <a:prstDash val="dashDot"/>
            <a:round/>
            <a:headEnd type="triangle" w="med" len="med"/>
            <a:tailEnd type="triangle" w="med" len="med"/>
          </a:ln>
          <a:effectLst/>
        </p:spPr>
        <p:txBody>
          <a:bodyPr wrap="none"/>
          <a:lstStyle/>
          <a:p>
            <a:endParaRPr lang="zh-CN" altLang="en-US"/>
          </a:p>
        </p:txBody>
      </p:sp>
      <p:sp>
        <p:nvSpPr>
          <p:cNvPr id="84077" name="Line 1133"/>
          <p:cNvSpPr>
            <a:spLocks noChangeShapeType="1"/>
          </p:cNvSpPr>
          <p:nvPr/>
        </p:nvSpPr>
        <p:spPr bwMode="auto">
          <a:xfrm>
            <a:off x="1676400" y="4267200"/>
            <a:ext cx="5638800" cy="0"/>
          </a:xfrm>
          <a:prstGeom prst="line">
            <a:avLst/>
          </a:prstGeom>
          <a:noFill/>
          <a:ln w="9525">
            <a:solidFill>
              <a:schemeClr val="tx1"/>
            </a:solidFill>
            <a:prstDash val="dashDot"/>
            <a:round/>
            <a:headEnd type="triangle" w="med" len="med"/>
            <a:tailEnd type="triangle" w="med" len="med"/>
          </a:ln>
          <a:effectLst/>
        </p:spPr>
        <p:txBody>
          <a:bodyPr wrap="none"/>
          <a:lstStyle/>
          <a:p>
            <a:endParaRPr lang="zh-CN" altLang="en-US"/>
          </a:p>
        </p:txBody>
      </p:sp>
      <p:sp>
        <p:nvSpPr>
          <p:cNvPr id="84078" name="Line 1134"/>
          <p:cNvSpPr>
            <a:spLocks noChangeShapeType="1"/>
          </p:cNvSpPr>
          <p:nvPr/>
        </p:nvSpPr>
        <p:spPr bwMode="auto">
          <a:xfrm>
            <a:off x="1676400" y="3733800"/>
            <a:ext cx="5638800" cy="0"/>
          </a:xfrm>
          <a:prstGeom prst="line">
            <a:avLst/>
          </a:prstGeom>
          <a:noFill/>
          <a:ln w="9525">
            <a:solidFill>
              <a:schemeClr val="tx1"/>
            </a:solidFill>
            <a:prstDash val="dashDot"/>
            <a:round/>
            <a:headEnd type="triangle" w="med" len="med"/>
            <a:tailEnd type="triangle" w="med" len="med"/>
          </a:ln>
          <a:effectLst/>
        </p:spPr>
        <p:txBody>
          <a:bodyPr wrap="none"/>
          <a:lstStyle/>
          <a:p>
            <a:endParaRPr lang="zh-CN" altLang="en-US"/>
          </a:p>
        </p:txBody>
      </p:sp>
      <p:sp>
        <p:nvSpPr>
          <p:cNvPr id="84079" name="Text Box 1135"/>
          <p:cNvSpPr txBox="1">
            <a:spLocks noChangeArrowheads="1"/>
          </p:cNvSpPr>
          <p:nvPr/>
        </p:nvSpPr>
        <p:spPr bwMode="auto">
          <a:xfrm>
            <a:off x="3276600" y="3429000"/>
            <a:ext cx="2895600" cy="366713"/>
          </a:xfrm>
          <a:prstGeom prst="rect">
            <a:avLst/>
          </a:prstGeom>
          <a:noFill/>
          <a:ln w="9525">
            <a:noFill/>
            <a:miter lim="800000"/>
            <a:headEnd/>
            <a:tailEnd/>
          </a:ln>
          <a:effectLst/>
        </p:spPr>
        <p:txBody>
          <a:bodyPr>
            <a:spAutoFit/>
          </a:bodyPr>
          <a:lstStyle/>
          <a:p>
            <a:pPr>
              <a:spcBef>
                <a:spcPct val="50000"/>
              </a:spcBef>
            </a:pPr>
            <a:r>
              <a:rPr lang="en-US" altLang="zh-CN" sz="1800" b="0" dirty="0">
                <a:solidFill>
                  <a:srgbClr val="FF0066"/>
                </a:solidFill>
                <a:latin typeface="Tahoma" pitchFamily="34" charset="0"/>
              </a:rPr>
              <a:t>Layer 5 protocol</a:t>
            </a:r>
          </a:p>
        </p:txBody>
      </p:sp>
      <p:sp>
        <p:nvSpPr>
          <p:cNvPr id="84080" name="Text Box 1136"/>
          <p:cNvSpPr txBox="1">
            <a:spLocks noChangeArrowheads="1"/>
          </p:cNvSpPr>
          <p:nvPr/>
        </p:nvSpPr>
        <p:spPr bwMode="auto">
          <a:xfrm>
            <a:off x="3276600" y="3962400"/>
            <a:ext cx="2895600" cy="366713"/>
          </a:xfrm>
          <a:prstGeom prst="rect">
            <a:avLst/>
          </a:prstGeom>
          <a:noFill/>
          <a:ln w="9525">
            <a:noFill/>
            <a:miter lim="800000"/>
            <a:headEnd/>
            <a:tailEnd/>
          </a:ln>
          <a:effectLst/>
        </p:spPr>
        <p:txBody>
          <a:bodyPr>
            <a:spAutoFit/>
          </a:bodyPr>
          <a:lstStyle/>
          <a:p>
            <a:pPr>
              <a:spcBef>
                <a:spcPct val="50000"/>
              </a:spcBef>
            </a:pPr>
            <a:r>
              <a:rPr lang="en-US" altLang="zh-CN" sz="1800" b="0">
                <a:solidFill>
                  <a:srgbClr val="FF0066"/>
                </a:solidFill>
                <a:latin typeface="Tahoma" pitchFamily="34" charset="0"/>
              </a:rPr>
              <a:t>Layer 4 protocol</a:t>
            </a:r>
          </a:p>
        </p:txBody>
      </p:sp>
      <p:sp>
        <p:nvSpPr>
          <p:cNvPr id="84081" name="Text Box 1137"/>
          <p:cNvSpPr txBox="1">
            <a:spLocks noChangeArrowheads="1"/>
          </p:cNvSpPr>
          <p:nvPr/>
        </p:nvSpPr>
        <p:spPr bwMode="auto">
          <a:xfrm>
            <a:off x="3276600" y="4495800"/>
            <a:ext cx="2895600" cy="366713"/>
          </a:xfrm>
          <a:prstGeom prst="rect">
            <a:avLst/>
          </a:prstGeom>
          <a:noFill/>
          <a:ln w="9525">
            <a:noFill/>
            <a:miter lim="800000"/>
            <a:headEnd/>
            <a:tailEnd/>
          </a:ln>
          <a:effectLst/>
        </p:spPr>
        <p:txBody>
          <a:bodyPr>
            <a:spAutoFit/>
          </a:bodyPr>
          <a:lstStyle/>
          <a:p>
            <a:pPr>
              <a:spcBef>
                <a:spcPct val="50000"/>
              </a:spcBef>
            </a:pPr>
            <a:r>
              <a:rPr lang="en-US" altLang="zh-CN" sz="1800" b="0">
                <a:solidFill>
                  <a:srgbClr val="FF0066"/>
                </a:solidFill>
                <a:latin typeface="Tahoma" pitchFamily="34" charset="0"/>
              </a:rPr>
              <a:t>Layer 3 protocol</a:t>
            </a:r>
          </a:p>
        </p:txBody>
      </p:sp>
      <p:sp>
        <p:nvSpPr>
          <p:cNvPr id="84082" name="Text Box 1138"/>
          <p:cNvSpPr txBox="1">
            <a:spLocks noChangeArrowheads="1"/>
          </p:cNvSpPr>
          <p:nvPr/>
        </p:nvSpPr>
        <p:spPr bwMode="auto">
          <a:xfrm>
            <a:off x="3276600" y="5029200"/>
            <a:ext cx="2895600" cy="366713"/>
          </a:xfrm>
          <a:prstGeom prst="rect">
            <a:avLst/>
          </a:prstGeom>
          <a:noFill/>
          <a:ln w="9525">
            <a:noFill/>
            <a:miter lim="800000"/>
            <a:headEnd/>
            <a:tailEnd/>
          </a:ln>
          <a:effectLst/>
        </p:spPr>
        <p:txBody>
          <a:bodyPr>
            <a:spAutoFit/>
          </a:bodyPr>
          <a:lstStyle/>
          <a:p>
            <a:pPr>
              <a:spcBef>
                <a:spcPct val="50000"/>
              </a:spcBef>
            </a:pPr>
            <a:r>
              <a:rPr lang="en-US" altLang="zh-CN" sz="1800" b="0">
                <a:solidFill>
                  <a:srgbClr val="FF0066"/>
                </a:solidFill>
                <a:latin typeface="Tahoma" pitchFamily="34" charset="0"/>
              </a:rPr>
              <a:t>Layer 2 protocol</a:t>
            </a:r>
          </a:p>
        </p:txBody>
      </p:sp>
      <p:sp>
        <p:nvSpPr>
          <p:cNvPr id="84083" name="Text Box 1139"/>
          <p:cNvSpPr txBox="1">
            <a:spLocks noChangeArrowheads="1"/>
          </p:cNvSpPr>
          <p:nvPr/>
        </p:nvSpPr>
        <p:spPr bwMode="auto">
          <a:xfrm>
            <a:off x="3276600" y="5486400"/>
            <a:ext cx="2895600" cy="366713"/>
          </a:xfrm>
          <a:prstGeom prst="rect">
            <a:avLst/>
          </a:prstGeom>
          <a:noFill/>
          <a:ln w="9525">
            <a:noFill/>
            <a:miter lim="800000"/>
            <a:headEnd/>
            <a:tailEnd/>
          </a:ln>
          <a:effectLst/>
        </p:spPr>
        <p:txBody>
          <a:bodyPr>
            <a:spAutoFit/>
          </a:bodyPr>
          <a:lstStyle/>
          <a:p>
            <a:pPr>
              <a:spcBef>
                <a:spcPct val="50000"/>
              </a:spcBef>
            </a:pPr>
            <a:r>
              <a:rPr lang="en-US" altLang="zh-CN" sz="1800" b="0">
                <a:solidFill>
                  <a:srgbClr val="FF0066"/>
                </a:solidFill>
                <a:latin typeface="Tahoma" pitchFamily="34" charset="0"/>
              </a:rPr>
              <a:t>Layer 1 protocol</a:t>
            </a:r>
          </a:p>
        </p:txBody>
      </p:sp>
      <p:sp>
        <p:nvSpPr>
          <p:cNvPr id="84084" name="Text Box 1140"/>
          <p:cNvSpPr txBox="1">
            <a:spLocks noChangeArrowheads="1"/>
          </p:cNvSpPr>
          <p:nvPr/>
        </p:nvSpPr>
        <p:spPr bwMode="auto">
          <a:xfrm>
            <a:off x="3276600" y="6172200"/>
            <a:ext cx="2895600" cy="366713"/>
          </a:xfrm>
          <a:prstGeom prst="rect">
            <a:avLst/>
          </a:prstGeom>
          <a:noFill/>
          <a:ln w="9525">
            <a:noFill/>
            <a:miter lim="800000"/>
            <a:headEnd/>
            <a:tailEnd/>
          </a:ln>
          <a:effectLst/>
        </p:spPr>
        <p:txBody>
          <a:bodyPr>
            <a:spAutoFit/>
          </a:bodyPr>
          <a:lstStyle/>
          <a:p>
            <a:pPr>
              <a:spcBef>
                <a:spcPct val="50000"/>
              </a:spcBef>
            </a:pPr>
            <a:r>
              <a:rPr lang="en-US" altLang="zh-CN" sz="1800" b="0">
                <a:solidFill>
                  <a:srgbClr val="FF0066"/>
                </a:solidFill>
                <a:latin typeface="Tahoma" pitchFamily="34" charset="0"/>
              </a:rPr>
              <a:t>Physical medium</a:t>
            </a:r>
          </a:p>
        </p:txBody>
      </p:sp>
      <p:sp>
        <p:nvSpPr>
          <p:cNvPr id="84085" name="Text Box 1141"/>
          <p:cNvSpPr txBox="1">
            <a:spLocks noChangeArrowheads="1"/>
          </p:cNvSpPr>
          <p:nvPr/>
        </p:nvSpPr>
        <p:spPr bwMode="auto">
          <a:xfrm>
            <a:off x="2209800" y="2743200"/>
            <a:ext cx="1295400" cy="366713"/>
          </a:xfrm>
          <a:prstGeom prst="rect">
            <a:avLst/>
          </a:prstGeom>
          <a:noFill/>
          <a:ln w="9525">
            <a:noFill/>
            <a:miter lim="800000"/>
            <a:headEnd/>
            <a:tailEnd/>
          </a:ln>
          <a:effectLst/>
        </p:spPr>
        <p:txBody>
          <a:bodyPr>
            <a:spAutoFit/>
          </a:bodyPr>
          <a:lstStyle/>
          <a:p>
            <a:pPr>
              <a:spcBef>
                <a:spcPct val="50000"/>
              </a:spcBef>
            </a:pPr>
            <a:r>
              <a:rPr lang="en-US" altLang="zh-CN" sz="1800" b="0" dirty="0">
                <a:solidFill>
                  <a:srgbClr val="FF0066"/>
                </a:solidFill>
                <a:latin typeface="Tahoma" pitchFamily="34" charset="0"/>
              </a:rPr>
              <a:t>interface</a:t>
            </a:r>
          </a:p>
        </p:txBody>
      </p:sp>
      <p:sp>
        <p:nvSpPr>
          <p:cNvPr id="84086" name="Line 1142"/>
          <p:cNvSpPr>
            <a:spLocks noChangeShapeType="1"/>
          </p:cNvSpPr>
          <p:nvPr/>
        </p:nvSpPr>
        <p:spPr bwMode="auto">
          <a:xfrm flipH="1">
            <a:off x="1371600" y="2971800"/>
            <a:ext cx="990600" cy="1066800"/>
          </a:xfrm>
          <a:prstGeom prst="line">
            <a:avLst/>
          </a:prstGeom>
          <a:noFill/>
          <a:ln w="9525">
            <a:solidFill>
              <a:srgbClr val="FF99CC"/>
            </a:solidFill>
            <a:round/>
            <a:headEnd/>
            <a:tailEnd type="triangle" w="med" len="med"/>
          </a:ln>
          <a:effectLst/>
        </p:spPr>
        <p:txBody>
          <a:bodyPr wrap="none"/>
          <a:lstStyle/>
          <a:p>
            <a:endParaRPr lang="zh-CN" altLang="en-US"/>
          </a:p>
        </p:txBody>
      </p:sp>
      <p:sp>
        <p:nvSpPr>
          <p:cNvPr id="84087" name="Line 1143"/>
          <p:cNvSpPr>
            <a:spLocks noChangeShapeType="1"/>
          </p:cNvSpPr>
          <p:nvPr/>
        </p:nvSpPr>
        <p:spPr bwMode="auto">
          <a:xfrm flipH="1">
            <a:off x="1219200" y="3048000"/>
            <a:ext cx="1219200" cy="1524000"/>
          </a:xfrm>
          <a:prstGeom prst="line">
            <a:avLst/>
          </a:prstGeom>
          <a:noFill/>
          <a:ln w="9525">
            <a:solidFill>
              <a:srgbClr val="FF99CC"/>
            </a:solidFill>
            <a:round/>
            <a:headEnd/>
            <a:tailEnd type="triangle" w="med" len="med"/>
          </a:ln>
          <a:effectLst/>
        </p:spPr>
        <p:txBody>
          <a:bodyPr wrap="none"/>
          <a:lstStyle/>
          <a:p>
            <a:endParaRPr lang="zh-CN" altLang="en-US"/>
          </a:p>
        </p:txBody>
      </p:sp>
      <p:sp>
        <p:nvSpPr>
          <p:cNvPr id="84088" name="Line 1144"/>
          <p:cNvSpPr>
            <a:spLocks noChangeShapeType="1"/>
          </p:cNvSpPr>
          <p:nvPr/>
        </p:nvSpPr>
        <p:spPr bwMode="auto">
          <a:xfrm flipH="1">
            <a:off x="1219200" y="3124200"/>
            <a:ext cx="1295400" cy="1981200"/>
          </a:xfrm>
          <a:prstGeom prst="line">
            <a:avLst/>
          </a:prstGeom>
          <a:noFill/>
          <a:ln w="9525">
            <a:solidFill>
              <a:srgbClr val="FF99CC"/>
            </a:solidFill>
            <a:round/>
            <a:headEnd/>
            <a:tailEnd type="triangle" w="med" len="med"/>
          </a:ln>
          <a:effectLst/>
        </p:spPr>
        <p:txBody>
          <a:bodyPr wrap="none"/>
          <a:lstStyle/>
          <a:p>
            <a:endParaRPr lang="zh-CN" altLang="en-US"/>
          </a:p>
        </p:txBody>
      </p:sp>
      <p:sp>
        <p:nvSpPr>
          <p:cNvPr id="84089" name="Line 1145"/>
          <p:cNvSpPr>
            <a:spLocks noChangeShapeType="1"/>
          </p:cNvSpPr>
          <p:nvPr/>
        </p:nvSpPr>
        <p:spPr bwMode="auto">
          <a:xfrm flipH="1">
            <a:off x="1295400" y="3124200"/>
            <a:ext cx="1447800" cy="2514600"/>
          </a:xfrm>
          <a:prstGeom prst="line">
            <a:avLst/>
          </a:prstGeom>
          <a:noFill/>
          <a:ln w="9525">
            <a:solidFill>
              <a:srgbClr val="FF99CC"/>
            </a:solidFill>
            <a:round/>
            <a:headEnd/>
            <a:tailEnd type="triangle" w="med" len="med"/>
          </a:ln>
          <a:effectLst/>
        </p:spPr>
        <p:txBody>
          <a:bodyPr wrap="none"/>
          <a:lstStyle/>
          <a:p>
            <a:endParaRPr lang="zh-CN" altLang="en-US"/>
          </a:p>
        </p:txBody>
      </p:sp>
      <p:sp>
        <p:nvSpPr>
          <p:cNvPr id="84091" name="Rectangle 1147"/>
          <p:cNvSpPr>
            <a:spLocks noGrp="1" noChangeArrowheads="1"/>
          </p:cNvSpPr>
          <p:nvPr>
            <p:ph type="title" idx="4294967295"/>
          </p:nvPr>
        </p:nvSpPr>
        <p:spPr>
          <a:xfrm>
            <a:off x="1905000" y="609600"/>
            <a:ext cx="5354638" cy="685800"/>
          </a:xfrm>
        </p:spPr>
        <p:txBody>
          <a:bodyPr>
            <a:normAutofit fontScale="90000"/>
          </a:bodyPr>
          <a:lstStyle/>
          <a:p>
            <a:r>
              <a:rPr lang="en-US" altLang="zh-CN"/>
              <a:t>Protocol hierarchies</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22" name="Rectangle 2"/>
          <p:cNvSpPr>
            <a:spLocks noGrp="1" noChangeArrowheads="1"/>
          </p:cNvSpPr>
          <p:nvPr>
            <p:ph type="title"/>
          </p:nvPr>
        </p:nvSpPr>
        <p:spPr>
          <a:xfrm>
            <a:off x="899592" y="260648"/>
            <a:ext cx="7165975" cy="1462087"/>
          </a:xfrm>
        </p:spPr>
        <p:txBody>
          <a:bodyPr/>
          <a:lstStyle/>
          <a:p>
            <a:pPr algn="ctr" eaLnBrk="1" hangingPunct="1"/>
            <a:r>
              <a:rPr lang="zh-CN" altLang="en-US" dirty="0" smtClean="0">
                <a:latin typeface="微软雅黑" pitchFamily="34" charset="-122"/>
                <a:ea typeface="微软雅黑" pitchFamily="34" charset="-122"/>
              </a:rPr>
              <a:t>网络协议的组成要素 </a:t>
            </a:r>
          </a:p>
        </p:txBody>
      </p:sp>
      <p:sp>
        <p:nvSpPr>
          <p:cNvPr id="102403" name="Rectangle 3"/>
          <p:cNvSpPr>
            <a:spLocks noGrp="1" noChangeArrowheads="1"/>
          </p:cNvSpPr>
          <p:nvPr>
            <p:ph idx="1"/>
          </p:nvPr>
        </p:nvSpPr>
        <p:spPr>
          <a:xfrm>
            <a:off x="1042988" y="1978025"/>
            <a:ext cx="7772400" cy="4114800"/>
          </a:xfrm>
        </p:spPr>
        <p:txBody>
          <a:bodyPr/>
          <a:lstStyle/>
          <a:p>
            <a:pPr eaLnBrk="1" hangingPunct="1"/>
            <a:r>
              <a:rPr lang="zh-CN" altLang="en-US" dirty="0" smtClean="0">
                <a:solidFill>
                  <a:schemeClr val="hlink"/>
                </a:solidFill>
                <a:latin typeface="微软雅黑" pitchFamily="34" charset="-122"/>
                <a:ea typeface="微软雅黑" pitchFamily="34" charset="-122"/>
              </a:rPr>
              <a:t>语法</a:t>
            </a:r>
            <a:r>
              <a:rPr lang="zh-CN" altLang="en-US" dirty="0" smtClean="0">
                <a:latin typeface="微软雅黑" pitchFamily="34" charset="-122"/>
                <a:ea typeface="微软雅黑" pitchFamily="34" charset="-122"/>
              </a:rPr>
              <a:t>     数据与控制信息的结构或格式 。 </a:t>
            </a:r>
          </a:p>
          <a:p>
            <a:pPr eaLnBrk="1" hangingPunct="1"/>
            <a:r>
              <a:rPr lang="zh-CN" altLang="en-US" dirty="0" smtClean="0">
                <a:solidFill>
                  <a:schemeClr val="hlink"/>
                </a:solidFill>
                <a:latin typeface="微软雅黑" pitchFamily="34" charset="-122"/>
                <a:ea typeface="微软雅黑" pitchFamily="34" charset="-122"/>
              </a:rPr>
              <a:t>语义</a:t>
            </a:r>
            <a:r>
              <a:rPr lang="zh-CN" altLang="en-US" dirty="0" smtClean="0">
                <a:latin typeface="微软雅黑" pitchFamily="34" charset="-122"/>
                <a:ea typeface="微软雅黑" pitchFamily="34" charset="-122"/>
              </a:rPr>
              <a:t>     需要发出何种控制信息，完成何种动作以及做出何种响应。 </a:t>
            </a:r>
          </a:p>
          <a:p>
            <a:pPr eaLnBrk="1" hangingPunct="1"/>
            <a:r>
              <a:rPr lang="zh-CN" altLang="en-US" dirty="0" smtClean="0">
                <a:solidFill>
                  <a:schemeClr val="hlink"/>
                </a:solidFill>
                <a:latin typeface="微软雅黑" pitchFamily="34" charset="-122"/>
                <a:ea typeface="微软雅黑" pitchFamily="34" charset="-122"/>
              </a:rPr>
              <a:t>同步</a:t>
            </a:r>
            <a:r>
              <a:rPr lang="zh-CN" altLang="en-US" dirty="0" smtClean="0">
                <a:latin typeface="微软雅黑" pitchFamily="34" charset="-122"/>
                <a:ea typeface="微软雅黑" pitchFamily="34" charset="-122"/>
              </a:rPr>
              <a:t>    事件实现顺序的详细说明。 </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0240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0240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02403">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2403" grpId="0" build="p"/>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algn="ctr"/>
            <a:r>
              <a:rPr lang="zh-CN" altLang="en-US" dirty="0" smtClean="0"/>
              <a:t>垂直方向上的铆接：服务</a:t>
            </a:r>
            <a:endParaRPr lang="zh-CN" altLang="en-US" dirty="0"/>
          </a:p>
        </p:txBody>
      </p:sp>
      <p:sp>
        <p:nvSpPr>
          <p:cNvPr id="3" name="内容占位符 2"/>
          <p:cNvSpPr>
            <a:spLocks noGrp="1"/>
          </p:cNvSpPr>
          <p:nvPr>
            <p:ph idx="1"/>
          </p:nvPr>
        </p:nvSpPr>
        <p:spPr/>
        <p:txBody>
          <a:bodyPr>
            <a:normAutofit/>
          </a:bodyPr>
          <a:lstStyle/>
          <a:p>
            <a:r>
              <a:rPr lang="zh-CN" altLang="en-US" dirty="0" smtClean="0"/>
              <a:t>同一系统中，层与层之间如何通讯？</a:t>
            </a:r>
            <a:endParaRPr lang="en-US" altLang="zh-CN" dirty="0" smtClean="0"/>
          </a:p>
          <a:p>
            <a:r>
              <a:rPr lang="zh-CN" altLang="en-US" dirty="0" smtClean="0"/>
              <a:t>服务</a:t>
            </a:r>
            <a:r>
              <a:rPr lang="en-US" altLang="zh-CN" dirty="0" smtClean="0"/>
              <a:t>service</a:t>
            </a:r>
          </a:p>
          <a:p>
            <a:pPr lvl="1"/>
            <a:r>
              <a:rPr lang="en-GB" altLang="zh-CN" dirty="0" smtClean="0"/>
              <a:t>Services between adjacent layers expressed in terms of </a:t>
            </a:r>
            <a:r>
              <a:rPr lang="en-GB" altLang="zh-CN" dirty="0" smtClean="0">
                <a:solidFill>
                  <a:srgbClr val="FF0000"/>
                </a:solidFill>
              </a:rPr>
              <a:t>primitives</a:t>
            </a:r>
            <a:r>
              <a:rPr lang="en-GB" altLang="zh-CN" dirty="0" smtClean="0"/>
              <a:t> and </a:t>
            </a:r>
            <a:r>
              <a:rPr lang="en-GB" altLang="zh-CN" dirty="0" smtClean="0">
                <a:solidFill>
                  <a:srgbClr val="FF0000"/>
                </a:solidFill>
              </a:rPr>
              <a:t>parameters</a:t>
            </a:r>
          </a:p>
          <a:p>
            <a:pPr lvl="1"/>
            <a:r>
              <a:rPr lang="en-GB" altLang="zh-CN" dirty="0" smtClean="0"/>
              <a:t>Primitives specify function to be performed</a:t>
            </a:r>
            <a:r>
              <a:rPr lang="zh-CN" altLang="en-GB" dirty="0" smtClean="0">
                <a:ea typeface="宋体" pitchFamily="2" charset="-122"/>
              </a:rPr>
              <a:t>原语定义的是所执行的功能</a:t>
            </a:r>
          </a:p>
          <a:p>
            <a:pPr lvl="2"/>
            <a:r>
              <a:rPr lang="en-GB" altLang="zh-CN" dirty="0" smtClean="0">
                <a:ea typeface="宋体" pitchFamily="2" charset="-122"/>
              </a:rPr>
              <a:t>Four types of primitives are used in standards</a:t>
            </a:r>
          </a:p>
          <a:p>
            <a:pPr lvl="1"/>
            <a:r>
              <a:rPr lang="en-GB" altLang="zh-CN" dirty="0" smtClean="0"/>
              <a:t>Parameters pass data and control info</a:t>
            </a:r>
            <a:r>
              <a:rPr lang="zh-CN" altLang="en-GB" dirty="0" smtClean="0">
                <a:ea typeface="宋体" pitchFamily="2" charset="-122"/>
              </a:rPr>
              <a:t>参数用于传递数据和控制信息</a:t>
            </a:r>
            <a:endParaRPr lang="zh-CN" altLang="en-US"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58" name="Rectangle 2"/>
          <p:cNvSpPr>
            <a:spLocks noGrp="1" noChangeArrowheads="1"/>
          </p:cNvSpPr>
          <p:nvPr>
            <p:ph type="title"/>
          </p:nvPr>
        </p:nvSpPr>
        <p:spPr>
          <a:xfrm>
            <a:off x="539552" y="332656"/>
            <a:ext cx="8229600" cy="1143000"/>
          </a:xfrm>
        </p:spPr>
        <p:txBody>
          <a:bodyPr/>
          <a:lstStyle/>
          <a:p>
            <a:r>
              <a:rPr lang="en-US" altLang="en-US" dirty="0"/>
              <a:t>Layer Specific Standards</a:t>
            </a:r>
          </a:p>
        </p:txBody>
      </p:sp>
      <p:pic>
        <p:nvPicPr>
          <p:cNvPr id="70660" name="Picture 4"/>
          <p:cNvPicPr>
            <a:picLocks noChangeAspect="1" noChangeArrowheads="1"/>
          </p:cNvPicPr>
          <p:nvPr/>
        </p:nvPicPr>
        <p:blipFill>
          <a:blip r:embed="rId2" cstate="print"/>
          <a:srcRect b="15460"/>
          <a:stretch>
            <a:fillRect/>
          </a:stretch>
        </p:blipFill>
        <p:spPr bwMode="auto">
          <a:xfrm>
            <a:off x="381000" y="1392238"/>
            <a:ext cx="8229600" cy="5370512"/>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58" name="Rectangle 38"/>
          <p:cNvSpPr>
            <a:spLocks noGrp="1" noChangeArrowheads="1"/>
          </p:cNvSpPr>
          <p:nvPr>
            <p:ph type="title"/>
          </p:nvPr>
        </p:nvSpPr>
        <p:spPr/>
        <p:txBody>
          <a:bodyPr/>
          <a:lstStyle/>
          <a:p>
            <a:r>
              <a:rPr lang="en-GB"/>
              <a:t>Primitive Types</a:t>
            </a:r>
            <a:endParaRPr lang="en-US" altLang="en-US"/>
          </a:p>
        </p:txBody>
      </p:sp>
      <p:graphicFrame>
        <p:nvGraphicFramePr>
          <p:cNvPr id="133162" name="Group 42"/>
          <p:cNvGraphicFramePr>
            <a:graphicFrameLocks noGrp="1"/>
          </p:cNvGraphicFramePr>
          <p:nvPr>
            <p:ph type="tbl" idx="1"/>
          </p:nvPr>
        </p:nvGraphicFramePr>
        <p:xfrm>
          <a:off x="457200" y="1371600"/>
          <a:ext cx="8178800" cy="4800158"/>
        </p:xfrm>
        <a:graphic>
          <a:graphicData uri="http://schemas.openxmlformats.org/drawingml/2006/table">
            <a:tbl>
              <a:tblPr/>
              <a:tblGrid>
                <a:gridCol w="2209800"/>
                <a:gridCol w="5969000"/>
              </a:tblGrid>
              <a:tr h="785813">
                <a:tc>
                  <a:txBody>
                    <a:bodyPr/>
                    <a:lstStyle/>
                    <a:p>
                      <a:pPr marL="0" marR="0" lvl="0" indent="0" algn="l" defTabSz="914400" rtl="0" eaLnBrk="0" fontAlgn="base" latinLnBrk="0" hangingPunct="0">
                        <a:lnSpc>
                          <a:spcPct val="100000"/>
                        </a:lnSpc>
                        <a:spcBef>
                          <a:spcPct val="20000"/>
                        </a:spcBef>
                        <a:spcAft>
                          <a:spcPct val="0"/>
                        </a:spcAft>
                        <a:buClr>
                          <a:srgbClr val="0000FF"/>
                        </a:buClr>
                        <a:buSzTx/>
                        <a:buFontTx/>
                        <a:buNone/>
                        <a:tabLst/>
                      </a:pPr>
                      <a:r>
                        <a:rPr kumimoji="1" lang="en-US" altLang="zh-CN" sz="2000" b="1" i="0" u="none" strike="noStrike" cap="none" normalizeH="0" baseline="0" smtClean="0">
                          <a:ln>
                            <a:noFill/>
                          </a:ln>
                          <a:solidFill>
                            <a:schemeClr val="tx1"/>
                          </a:solidFill>
                          <a:effectLst/>
                          <a:latin typeface="Tahoma" pitchFamily="34" charset="0"/>
                          <a:ea typeface="宋体" pitchFamily="2" charset="-122"/>
                          <a:cs typeface="Times New Roman" pitchFamily="18" charset="0"/>
                        </a:rPr>
                        <a:t>REQUEST</a:t>
                      </a:r>
                      <a:r>
                        <a:rPr kumimoji="1" lang="en-US" altLang="zh-CN" sz="2000" b="0" i="0" u="none" strike="noStrike" cap="none" normalizeH="0" baseline="0" smtClean="0">
                          <a:ln>
                            <a:noFill/>
                          </a:ln>
                          <a:solidFill>
                            <a:schemeClr val="tx1"/>
                          </a:solidFill>
                          <a:effectLst/>
                          <a:latin typeface="Tahoma" pitchFamily="34" charset="0"/>
                          <a:ea typeface="宋体" pitchFamily="2" charset="-122"/>
                          <a:cs typeface="Times New Roman" pitchFamily="18" charset="0"/>
                        </a:rPr>
                        <a:t> </a:t>
                      </a:r>
                      <a:r>
                        <a:rPr kumimoji="1" lang="zh-CN" altLang="en-US" sz="2000" b="0" i="0" u="none" strike="noStrike" cap="none" normalizeH="0" baseline="0" smtClean="0">
                          <a:ln>
                            <a:noFill/>
                          </a:ln>
                          <a:solidFill>
                            <a:schemeClr val="tx1"/>
                          </a:solidFill>
                          <a:effectLst/>
                          <a:latin typeface="Tahoma" pitchFamily="34" charset="0"/>
                          <a:ea typeface="宋体" pitchFamily="2" charset="-122"/>
                          <a:cs typeface="Times New Roman" pitchFamily="18" charset="0"/>
                        </a:rPr>
                        <a:t>请求</a:t>
                      </a:r>
                    </a:p>
                  </a:txBody>
                  <a:tcPr marL="90000" marR="90000" marT="46800" marB="4680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
                          <a:srgbClr val="0000FF"/>
                        </a:buClr>
                        <a:buSzTx/>
                        <a:buFontTx/>
                        <a:buNone/>
                        <a:tabLst/>
                      </a:pPr>
                      <a:r>
                        <a:rPr kumimoji="1" lang="en-US" altLang="zh-CN" sz="2000" b="0" i="0" u="none" strike="noStrike" cap="none" normalizeH="0" baseline="0" smtClean="0">
                          <a:ln>
                            <a:noFill/>
                          </a:ln>
                          <a:solidFill>
                            <a:schemeClr val="tx1"/>
                          </a:solidFill>
                          <a:effectLst/>
                          <a:latin typeface="Tahoma" pitchFamily="34" charset="0"/>
                          <a:ea typeface="宋体" pitchFamily="2" charset="-122"/>
                          <a:cs typeface="Times New Roman" pitchFamily="18" charset="0"/>
                        </a:rPr>
                        <a:t>A primitive issued by a </a:t>
                      </a:r>
                      <a:r>
                        <a:rPr kumimoji="1" lang="en-US" altLang="zh-CN" sz="2000" b="0" i="0" u="none" strike="noStrike" cap="none" normalizeH="0" baseline="0" smtClean="0">
                          <a:ln>
                            <a:noFill/>
                          </a:ln>
                          <a:solidFill>
                            <a:srgbClr val="FF0000"/>
                          </a:solidFill>
                          <a:effectLst/>
                          <a:latin typeface="Tahoma" pitchFamily="34" charset="0"/>
                          <a:ea typeface="宋体" pitchFamily="2" charset="-122"/>
                          <a:cs typeface="Times New Roman" pitchFamily="18" charset="0"/>
                        </a:rPr>
                        <a:t>service user</a:t>
                      </a:r>
                      <a:r>
                        <a:rPr kumimoji="1" lang="en-US" altLang="zh-CN" sz="2000" b="0" i="0" u="none" strike="noStrike" cap="none" normalizeH="0" baseline="0" smtClean="0">
                          <a:ln>
                            <a:noFill/>
                          </a:ln>
                          <a:solidFill>
                            <a:schemeClr val="tx1"/>
                          </a:solidFill>
                          <a:effectLst/>
                          <a:latin typeface="Tahoma" pitchFamily="34" charset="0"/>
                          <a:ea typeface="宋体" pitchFamily="2" charset="-122"/>
                          <a:cs typeface="Times New Roman" pitchFamily="18" charset="0"/>
                        </a:rPr>
                        <a:t> to invoke some service and to pass the parameters needed to specify fully the requested service </a:t>
                      </a:r>
                    </a:p>
                  </a:txBody>
                  <a:tcPr marL="90000" marR="90000" marT="46800" marB="4680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1171575">
                <a:tc>
                  <a:txBody>
                    <a:bodyPr/>
                    <a:lstStyle/>
                    <a:p>
                      <a:pPr marL="0" marR="0" lvl="0" indent="0" algn="l" defTabSz="914400" rtl="0" eaLnBrk="0" fontAlgn="base" latinLnBrk="0" hangingPunct="0">
                        <a:lnSpc>
                          <a:spcPct val="100000"/>
                        </a:lnSpc>
                        <a:spcBef>
                          <a:spcPct val="20000"/>
                        </a:spcBef>
                        <a:spcAft>
                          <a:spcPct val="0"/>
                        </a:spcAft>
                        <a:buClr>
                          <a:srgbClr val="0000FF"/>
                        </a:buClr>
                        <a:buSzTx/>
                        <a:buFontTx/>
                        <a:buNone/>
                        <a:tabLst/>
                      </a:pPr>
                      <a:r>
                        <a:rPr kumimoji="1" lang="en-US" altLang="zh-CN" sz="2000" b="1" i="0" u="none" strike="noStrike" cap="none" normalizeH="0" baseline="0" smtClean="0">
                          <a:ln>
                            <a:noFill/>
                          </a:ln>
                          <a:solidFill>
                            <a:schemeClr val="tx1"/>
                          </a:solidFill>
                          <a:effectLst/>
                          <a:latin typeface="Tahoma" pitchFamily="34" charset="0"/>
                          <a:ea typeface="宋体" pitchFamily="2" charset="-122"/>
                          <a:cs typeface="Times New Roman" pitchFamily="18" charset="0"/>
                        </a:rPr>
                        <a:t>INDICATION</a:t>
                      </a:r>
                      <a:r>
                        <a:rPr kumimoji="1" lang="en-US" altLang="zh-CN" sz="2000" b="0" i="0" u="none" strike="noStrike" cap="none" normalizeH="0" baseline="0" smtClean="0">
                          <a:ln>
                            <a:noFill/>
                          </a:ln>
                          <a:solidFill>
                            <a:schemeClr val="tx1"/>
                          </a:solidFill>
                          <a:effectLst/>
                          <a:latin typeface="Tahoma" pitchFamily="34" charset="0"/>
                          <a:ea typeface="宋体" pitchFamily="2" charset="-122"/>
                          <a:cs typeface="Times New Roman" pitchFamily="18" charset="0"/>
                        </a:rPr>
                        <a:t> </a:t>
                      </a:r>
                    </a:p>
                    <a:p>
                      <a:pPr marL="0" marR="0" lvl="0" indent="0" algn="l" defTabSz="914400" rtl="0" eaLnBrk="0" fontAlgn="base" latinLnBrk="0" hangingPunct="0">
                        <a:lnSpc>
                          <a:spcPct val="100000"/>
                        </a:lnSpc>
                        <a:spcBef>
                          <a:spcPct val="20000"/>
                        </a:spcBef>
                        <a:spcAft>
                          <a:spcPct val="0"/>
                        </a:spcAft>
                        <a:buClr>
                          <a:srgbClr val="0000FF"/>
                        </a:buClr>
                        <a:buSzTx/>
                        <a:buFontTx/>
                        <a:buNone/>
                        <a:tabLst/>
                      </a:pPr>
                      <a:r>
                        <a:rPr kumimoji="1" lang="zh-CN" altLang="en-US" sz="2000" b="0" i="0" u="none" strike="noStrike" cap="none" normalizeH="0" baseline="0" smtClean="0">
                          <a:ln>
                            <a:noFill/>
                          </a:ln>
                          <a:solidFill>
                            <a:schemeClr val="tx1"/>
                          </a:solidFill>
                          <a:effectLst/>
                          <a:latin typeface="Tahoma" pitchFamily="34" charset="0"/>
                          <a:ea typeface="宋体" pitchFamily="2" charset="-122"/>
                          <a:cs typeface="Times New Roman" pitchFamily="18" charset="0"/>
                        </a:rPr>
                        <a:t>指示</a:t>
                      </a:r>
                    </a:p>
                  </a:txBody>
                  <a:tcPr marL="90000" marR="90000" marT="46800" marB="4680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
                          <a:srgbClr val="0000FF"/>
                        </a:buClr>
                        <a:buSzTx/>
                        <a:buFontTx/>
                        <a:buNone/>
                        <a:tabLst/>
                      </a:pPr>
                      <a:r>
                        <a:rPr kumimoji="1" lang="en-US" altLang="zh-CN" sz="2000" b="0" i="0" u="none" strike="noStrike" cap="none" normalizeH="0" baseline="0" smtClean="0">
                          <a:ln>
                            <a:noFill/>
                          </a:ln>
                          <a:solidFill>
                            <a:schemeClr val="tx1"/>
                          </a:solidFill>
                          <a:effectLst/>
                          <a:latin typeface="Tahoma" pitchFamily="34" charset="0"/>
                          <a:ea typeface="宋体" pitchFamily="2" charset="-122"/>
                          <a:cs typeface="Times New Roman" pitchFamily="18" charset="0"/>
                        </a:rPr>
                        <a:t>A primitive issued by a </a:t>
                      </a:r>
                      <a:r>
                        <a:rPr kumimoji="1" lang="en-US" altLang="zh-CN" sz="2000" b="0" i="0" u="none" strike="noStrike" cap="none" normalizeH="0" baseline="0" smtClean="0">
                          <a:ln>
                            <a:noFill/>
                          </a:ln>
                          <a:solidFill>
                            <a:srgbClr val="FF0000"/>
                          </a:solidFill>
                          <a:effectLst/>
                          <a:latin typeface="Tahoma" pitchFamily="34" charset="0"/>
                          <a:ea typeface="宋体" pitchFamily="2" charset="-122"/>
                          <a:cs typeface="Times New Roman" pitchFamily="18" charset="0"/>
                        </a:rPr>
                        <a:t>service provider</a:t>
                      </a:r>
                      <a:r>
                        <a:rPr kumimoji="1" lang="en-US" altLang="zh-CN" sz="2000" b="0" i="0" u="none" strike="noStrike" cap="none" normalizeH="0" baseline="0" smtClean="0">
                          <a:ln>
                            <a:noFill/>
                          </a:ln>
                          <a:solidFill>
                            <a:schemeClr val="tx1"/>
                          </a:solidFill>
                          <a:effectLst/>
                          <a:latin typeface="Tahoma" pitchFamily="34" charset="0"/>
                          <a:ea typeface="宋体" pitchFamily="2" charset="-122"/>
                          <a:cs typeface="Times New Roman" pitchFamily="18" charset="0"/>
                        </a:rPr>
                        <a:t> either to: </a:t>
                      </a:r>
                      <a:endParaRPr kumimoji="1" lang="en-GB" sz="2000" b="0" i="0" u="none" strike="noStrike" cap="none" normalizeH="0" baseline="0" smtClean="0">
                        <a:ln>
                          <a:noFill/>
                        </a:ln>
                        <a:solidFill>
                          <a:schemeClr val="tx1"/>
                        </a:solidFill>
                        <a:effectLst/>
                        <a:latin typeface="Tahoma" pitchFamily="34" charset="0"/>
                        <a:ea typeface="宋体" pitchFamily="2" charset="-122"/>
                        <a:cs typeface="Times New Roman" pitchFamily="18" charset="0"/>
                      </a:endParaRPr>
                    </a:p>
                    <a:p>
                      <a:pPr marL="0" marR="0" lvl="0" indent="0" algn="l" defTabSz="914400" rtl="0" eaLnBrk="0" fontAlgn="base" latinLnBrk="0" hangingPunct="0">
                        <a:lnSpc>
                          <a:spcPct val="100000"/>
                        </a:lnSpc>
                        <a:spcBef>
                          <a:spcPct val="20000"/>
                        </a:spcBef>
                        <a:spcAft>
                          <a:spcPct val="0"/>
                        </a:spcAft>
                        <a:buClr>
                          <a:srgbClr val="0000FF"/>
                        </a:buClr>
                        <a:buSzTx/>
                        <a:buFontTx/>
                        <a:buNone/>
                        <a:tabLst/>
                      </a:pPr>
                      <a:r>
                        <a:rPr kumimoji="1" lang="en-US" altLang="zh-CN" sz="2000" b="0" i="0" u="none" strike="noStrike" cap="none" normalizeH="0" baseline="0" smtClean="0">
                          <a:ln>
                            <a:noFill/>
                          </a:ln>
                          <a:solidFill>
                            <a:schemeClr val="tx1"/>
                          </a:solidFill>
                          <a:effectLst/>
                          <a:latin typeface="Tahoma" pitchFamily="34" charset="0"/>
                          <a:ea typeface="宋体" pitchFamily="2" charset="-122"/>
                          <a:cs typeface="Times New Roman" pitchFamily="18" charset="0"/>
                        </a:rPr>
                        <a:t>indicate that a procedure has been invoked by the peer service user on the connection and to provide the associated parameters, or </a:t>
                      </a:r>
                      <a:endParaRPr kumimoji="1" lang="en-GB" sz="2000" b="0" i="0" u="none" strike="noStrike" cap="none" normalizeH="0" baseline="0" smtClean="0">
                        <a:ln>
                          <a:noFill/>
                        </a:ln>
                        <a:solidFill>
                          <a:schemeClr val="tx1"/>
                        </a:solidFill>
                        <a:effectLst/>
                        <a:latin typeface="Tahoma" pitchFamily="34" charset="0"/>
                        <a:ea typeface="宋体" pitchFamily="2" charset="-122"/>
                        <a:cs typeface="Times New Roman" pitchFamily="18" charset="0"/>
                      </a:endParaRPr>
                    </a:p>
                    <a:p>
                      <a:pPr marL="0" marR="0" lvl="0" indent="0" algn="l" defTabSz="914400" rtl="0" eaLnBrk="0" fontAlgn="base" latinLnBrk="0" hangingPunct="0">
                        <a:lnSpc>
                          <a:spcPct val="100000"/>
                        </a:lnSpc>
                        <a:spcBef>
                          <a:spcPct val="20000"/>
                        </a:spcBef>
                        <a:spcAft>
                          <a:spcPct val="0"/>
                        </a:spcAft>
                        <a:buClr>
                          <a:srgbClr val="0000FF"/>
                        </a:buClr>
                        <a:buSzTx/>
                        <a:buFontTx/>
                        <a:buNone/>
                        <a:tabLst/>
                      </a:pPr>
                      <a:r>
                        <a:rPr kumimoji="1" lang="en-US" altLang="zh-CN" sz="2000" b="0" i="0" u="none" strike="noStrike" cap="none" normalizeH="0" baseline="0" smtClean="0">
                          <a:ln>
                            <a:noFill/>
                          </a:ln>
                          <a:solidFill>
                            <a:schemeClr val="tx1"/>
                          </a:solidFill>
                          <a:effectLst/>
                          <a:latin typeface="Tahoma" pitchFamily="34" charset="0"/>
                          <a:ea typeface="宋体" pitchFamily="2" charset="-122"/>
                          <a:cs typeface="Times New Roman" pitchFamily="18" charset="0"/>
                        </a:rPr>
                        <a:t>notify the service user of a provider-initiated action </a:t>
                      </a:r>
                    </a:p>
                  </a:txBody>
                  <a:tcPr marL="90000" marR="90000" marT="46800" marB="4680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1025525">
                <a:tc>
                  <a:txBody>
                    <a:bodyPr/>
                    <a:lstStyle/>
                    <a:p>
                      <a:pPr marL="0" marR="0" lvl="0" indent="0" algn="l" defTabSz="914400" rtl="0" eaLnBrk="0" fontAlgn="base" latinLnBrk="0" hangingPunct="0">
                        <a:lnSpc>
                          <a:spcPct val="100000"/>
                        </a:lnSpc>
                        <a:spcBef>
                          <a:spcPct val="20000"/>
                        </a:spcBef>
                        <a:spcAft>
                          <a:spcPct val="0"/>
                        </a:spcAft>
                        <a:buClr>
                          <a:srgbClr val="0000FF"/>
                        </a:buClr>
                        <a:buSzTx/>
                        <a:buFontTx/>
                        <a:buNone/>
                        <a:tabLst/>
                      </a:pPr>
                      <a:r>
                        <a:rPr kumimoji="1" lang="en-US" altLang="zh-CN" sz="2000" b="1" i="0" u="none" strike="noStrike" cap="none" normalizeH="0" baseline="0" smtClean="0">
                          <a:ln>
                            <a:noFill/>
                          </a:ln>
                          <a:solidFill>
                            <a:schemeClr val="tx1"/>
                          </a:solidFill>
                          <a:effectLst/>
                          <a:latin typeface="Tahoma" pitchFamily="34" charset="0"/>
                          <a:ea typeface="宋体" pitchFamily="2" charset="-122"/>
                          <a:cs typeface="Times New Roman" pitchFamily="18" charset="0"/>
                        </a:rPr>
                        <a:t>RESPONSE</a:t>
                      </a:r>
                      <a:r>
                        <a:rPr kumimoji="1" lang="en-US" altLang="zh-CN" sz="2000" b="0" i="0" u="none" strike="noStrike" cap="none" normalizeH="0" baseline="0" smtClean="0">
                          <a:ln>
                            <a:noFill/>
                          </a:ln>
                          <a:solidFill>
                            <a:schemeClr val="tx1"/>
                          </a:solidFill>
                          <a:effectLst/>
                          <a:latin typeface="Tahoma" pitchFamily="34" charset="0"/>
                          <a:ea typeface="宋体" pitchFamily="2" charset="-122"/>
                          <a:cs typeface="Times New Roman" pitchFamily="18" charset="0"/>
                        </a:rPr>
                        <a:t> </a:t>
                      </a:r>
                      <a:r>
                        <a:rPr kumimoji="1" lang="zh-CN" altLang="en-US" sz="2000" b="0" i="0" u="none" strike="noStrike" cap="none" normalizeH="0" baseline="0" smtClean="0">
                          <a:ln>
                            <a:noFill/>
                          </a:ln>
                          <a:solidFill>
                            <a:schemeClr val="tx1"/>
                          </a:solidFill>
                          <a:effectLst/>
                          <a:latin typeface="Tahoma" pitchFamily="34" charset="0"/>
                          <a:ea typeface="宋体" pitchFamily="2" charset="-122"/>
                          <a:cs typeface="Times New Roman" pitchFamily="18" charset="0"/>
                        </a:rPr>
                        <a:t>响应</a:t>
                      </a:r>
                    </a:p>
                  </a:txBody>
                  <a:tcPr marL="90000" marR="90000" marT="46800" marB="4680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
                          <a:srgbClr val="0000FF"/>
                        </a:buClr>
                        <a:buSzTx/>
                        <a:buFontTx/>
                        <a:buNone/>
                        <a:tabLst/>
                      </a:pPr>
                      <a:r>
                        <a:rPr kumimoji="1" lang="en-US" altLang="zh-CN" sz="2000" b="0" i="0" u="none" strike="noStrike" cap="none" normalizeH="0" baseline="0" smtClean="0">
                          <a:ln>
                            <a:noFill/>
                          </a:ln>
                          <a:solidFill>
                            <a:schemeClr val="tx1"/>
                          </a:solidFill>
                          <a:effectLst/>
                          <a:latin typeface="Tahoma" pitchFamily="34" charset="0"/>
                          <a:ea typeface="宋体" pitchFamily="2" charset="-122"/>
                          <a:cs typeface="Times New Roman" pitchFamily="18" charset="0"/>
                        </a:rPr>
                        <a:t>A primitive issued by a </a:t>
                      </a:r>
                      <a:r>
                        <a:rPr kumimoji="1" lang="en-US" altLang="zh-CN" sz="2000" b="0" i="0" u="none" strike="noStrike" cap="none" normalizeH="0" baseline="0" smtClean="0">
                          <a:ln>
                            <a:noFill/>
                          </a:ln>
                          <a:solidFill>
                            <a:srgbClr val="FF0000"/>
                          </a:solidFill>
                          <a:effectLst/>
                          <a:latin typeface="Tahoma" pitchFamily="34" charset="0"/>
                          <a:ea typeface="宋体" pitchFamily="2" charset="-122"/>
                          <a:cs typeface="Times New Roman" pitchFamily="18" charset="0"/>
                        </a:rPr>
                        <a:t>service user</a:t>
                      </a:r>
                      <a:r>
                        <a:rPr kumimoji="1" lang="en-US" altLang="zh-CN" sz="2000" b="0" i="0" u="none" strike="noStrike" cap="none" normalizeH="0" baseline="0" smtClean="0">
                          <a:ln>
                            <a:noFill/>
                          </a:ln>
                          <a:solidFill>
                            <a:schemeClr val="tx1"/>
                          </a:solidFill>
                          <a:effectLst/>
                          <a:latin typeface="Tahoma" pitchFamily="34" charset="0"/>
                          <a:ea typeface="宋体" pitchFamily="2" charset="-122"/>
                          <a:cs typeface="Times New Roman" pitchFamily="18" charset="0"/>
                        </a:rPr>
                        <a:t> to acknowledge or complete some procedure previously invoked by an indication to that user </a:t>
                      </a:r>
                    </a:p>
                  </a:txBody>
                  <a:tcPr marL="90000" marR="90000" marT="46800" marB="4680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1027113">
                <a:tc>
                  <a:txBody>
                    <a:bodyPr/>
                    <a:lstStyle/>
                    <a:p>
                      <a:pPr marL="0" marR="0" lvl="0" indent="0" algn="l" defTabSz="914400" rtl="0" eaLnBrk="0" fontAlgn="base" latinLnBrk="0" hangingPunct="0">
                        <a:lnSpc>
                          <a:spcPct val="100000"/>
                        </a:lnSpc>
                        <a:spcBef>
                          <a:spcPct val="20000"/>
                        </a:spcBef>
                        <a:spcAft>
                          <a:spcPct val="0"/>
                        </a:spcAft>
                        <a:buClr>
                          <a:srgbClr val="0000FF"/>
                        </a:buClr>
                        <a:buSzTx/>
                        <a:buFontTx/>
                        <a:buNone/>
                        <a:tabLst/>
                      </a:pPr>
                      <a:r>
                        <a:rPr kumimoji="1" lang="en-US" altLang="zh-CN" sz="2000" b="1" i="0" u="none" strike="noStrike" cap="none" normalizeH="0" baseline="0" smtClean="0">
                          <a:ln>
                            <a:noFill/>
                          </a:ln>
                          <a:solidFill>
                            <a:schemeClr val="tx1"/>
                          </a:solidFill>
                          <a:effectLst/>
                          <a:latin typeface="Tahoma" pitchFamily="34" charset="0"/>
                          <a:ea typeface="宋体" pitchFamily="2" charset="-122"/>
                          <a:cs typeface="Times New Roman" pitchFamily="18" charset="0"/>
                        </a:rPr>
                        <a:t>CONFIRM</a:t>
                      </a:r>
                      <a:r>
                        <a:rPr kumimoji="1" lang="en-US" altLang="zh-CN" sz="2000" b="0" i="0" u="none" strike="noStrike" cap="none" normalizeH="0" baseline="0" smtClean="0">
                          <a:ln>
                            <a:noFill/>
                          </a:ln>
                          <a:solidFill>
                            <a:schemeClr val="tx1"/>
                          </a:solidFill>
                          <a:effectLst/>
                          <a:latin typeface="Tahoma" pitchFamily="34" charset="0"/>
                          <a:ea typeface="宋体" pitchFamily="2" charset="-122"/>
                          <a:cs typeface="Times New Roman" pitchFamily="18" charset="0"/>
                        </a:rPr>
                        <a:t> </a:t>
                      </a:r>
                      <a:r>
                        <a:rPr kumimoji="1" lang="zh-CN" altLang="en-US" sz="2000" b="0" i="0" u="none" strike="noStrike" cap="none" normalizeH="0" baseline="0" smtClean="0">
                          <a:ln>
                            <a:noFill/>
                          </a:ln>
                          <a:solidFill>
                            <a:schemeClr val="tx1"/>
                          </a:solidFill>
                          <a:effectLst/>
                          <a:latin typeface="Tahoma" pitchFamily="34" charset="0"/>
                          <a:ea typeface="宋体" pitchFamily="2" charset="-122"/>
                          <a:cs typeface="Times New Roman" pitchFamily="18" charset="0"/>
                        </a:rPr>
                        <a:t>证实</a:t>
                      </a:r>
                    </a:p>
                  </a:txBody>
                  <a:tcPr marL="90000" marR="90000" marT="46800" marB="4680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
                          <a:srgbClr val="0000FF"/>
                        </a:buClr>
                        <a:buSzTx/>
                        <a:buFontTx/>
                        <a:buNone/>
                        <a:tabLst/>
                      </a:pPr>
                      <a:r>
                        <a:rPr kumimoji="1" lang="en-US" altLang="zh-CN" sz="2000" b="0" i="0" u="none" strike="noStrike" cap="none" normalizeH="0" baseline="0" smtClean="0">
                          <a:ln>
                            <a:noFill/>
                          </a:ln>
                          <a:solidFill>
                            <a:schemeClr val="tx1"/>
                          </a:solidFill>
                          <a:effectLst/>
                          <a:latin typeface="Tahoma" pitchFamily="34" charset="0"/>
                          <a:ea typeface="宋体" pitchFamily="2" charset="-122"/>
                          <a:cs typeface="Times New Roman" pitchFamily="18" charset="0"/>
                        </a:rPr>
                        <a:t>A primitive issued by a </a:t>
                      </a:r>
                      <a:r>
                        <a:rPr kumimoji="1" lang="en-US" altLang="zh-CN" sz="2000" b="0" i="0" u="none" strike="noStrike" cap="none" normalizeH="0" baseline="0" smtClean="0">
                          <a:ln>
                            <a:noFill/>
                          </a:ln>
                          <a:solidFill>
                            <a:srgbClr val="FF0000"/>
                          </a:solidFill>
                          <a:effectLst/>
                          <a:latin typeface="Tahoma" pitchFamily="34" charset="0"/>
                          <a:ea typeface="宋体" pitchFamily="2" charset="-122"/>
                          <a:cs typeface="Times New Roman" pitchFamily="18" charset="0"/>
                        </a:rPr>
                        <a:t>service provider</a:t>
                      </a:r>
                      <a:r>
                        <a:rPr kumimoji="1" lang="en-US" altLang="zh-CN" sz="2000" b="0" i="0" u="none" strike="noStrike" cap="none" normalizeH="0" baseline="0" smtClean="0">
                          <a:ln>
                            <a:noFill/>
                          </a:ln>
                          <a:solidFill>
                            <a:schemeClr val="tx1"/>
                          </a:solidFill>
                          <a:effectLst/>
                          <a:latin typeface="Tahoma" pitchFamily="34" charset="0"/>
                          <a:ea typeface="宋体" pitchFamily="2" charset="-122"/>
                          <a:cs typeface="Times New Roman" pitchFamily="18" charset="0"/>
                        </a:rPr>
                        <a:t> to acknowledge or complete some procedure previously invoked by a request by the service user </a:t>
                      </a:r>
                    </a:p>
                  </a:txBody>
                  <a:tcPr marL="90000" marR="90000" marT="46800" marB="4680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r>
            </a:tbl>
          </a:graphicData>
        </a:graphic>
      </p:graphicFrame>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0834" name="Rectangle 2"/>
          <p:cNvSpPr>
            <a:spLocks noGrp="1" noChangeArrowheads="1"/>
          </p:cNvSpPr>
          <p:nvPr>
            <p:ph type="title"/>
          </p:nvPr>
        </p:nvSpPr>
        <p:spPr/>
        <p:txBody>
          <a:bodyPr>
            <a:normAutofit fontScale="90000"/>
          </a:bodyPr>
          <a:lstStyle/>
          <a:p>
            <a:r>
              <a:rPr lang="en-GB"/>
              <a:t>Timing Sequence for Service Primitives</a:t>
            </a:r>
            <a:endParaRPr lang="en-US" altLang="en-US"/>
          </a:p>
        </p:txBody>
      </p:sp>
      <p:pic>
        <p:nvPicPr>
          <p:cNvPr id="120835" name="Picture 3"/>
          <p:cNvPicPr>
            <a:picLocks noChangeAspect="1" noChangeArrowheads="1"/>
          </p:cNvPicPr>
          <p:nvPr/>
        </p:nvPicPr>
        <p:blipFill>
          <a:blip r:embed="rId2" cstate="print"/>
          <a:srcRect b="22260"/>
          <a:stretch>
            <a:fillRect/>
          </a:stretch>
        </p:blipFill>
        <p:spPr bwMode="auto">
          <a:xfrm>
            <a:off x="0" y="1905000"/>
            <a:ext cx="9144000" cy="4678363"/>
          </a:xfrm>
          <a:prstGeom prst="rect">
            <a:avLst/>
          </a:prstGeom>
          <a:noFill/>
          <a:ln w="9525">
            <a:noFill/>
            <a:miter lim="800000"/>
            <a:headEnd/>
            <a:tailEnd/>
          </a:ln>
          <a:effectLst/>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2338" name="Rectangle 2"/>
          <p:cNvSpPr>
            <a:spLocks noGrp="1" noChangeArrowheads="1"/>
          </p:cNvSpPr>
          <p:nvPr>
            <p:ph type="title"/>
          </p:nvPr>
        </p:nvSpPr>
        <p:spPr/>
        <p:txBody>
          <a:bodyPr/>
          <a:lstStyle/>
          <a:p>
            <a:pPr algn="ctr" eaLnBrk="1" hangingPunct="1"/>
            <a:r>
              <a:rPr lang="zh-CN" altLang="en-US" smtClean="0">
                <a:latin typeface="微软雅黑" pitchFamily="34" charset="-122"/>
                <a:ea typeface="微软雅黑" pitchFamily="34" charset="-122"/>
              </a:rPr>
              <a:t>主机</a:t>
            </a:r>
            <a:r>
              <a:rPr lang="zh-CN" altLang="en-US" sz="2400" smtClean="0">
                <a:latin typeface="微软雅黑" pitchFamily="34" charset="-122"/>
                <a:ea typeface="微软雅黑" pitchFamily="34" charset="-122"/>
              </a:rPr>
              <a:t> </a:t>
            </a:r>
            <a:r>
              <a:rPr lang="en-US" altLang="zh-CN" smtClean="0">
                <a:latin typeface="微软雅黑" pitchFamily="34" charset="-122"/>
                <a:ea typeface="微软雅黑" pitchFamily="34" charset="-122"/>
              </a:rPr>
              <a:t>1</a:t>
            </a:r>
            <a:r>
              <a:rPr lang="en-US" altLang="zh-CN" sz="2400" smtClean="0">
                <a:latin typeface="微软雅黑" pitchFamily="34" charset="-122"/>
                <a:ea typeface="微软雅黑" pitchFamily="34" charset="-122"/>
              </a:rPr>
              <a:t> </a:t>
            </a:r>
            <a:r>
              <a:rPr lang="zh-CN" altLang="en-US" smtClean="0">
                <a:latin typeface="微软雅黑" pitchFamily="34" charset="-122"/>
                <a:ea typeface="微软雅黑" pitchFamily="34" charset="-122"/>
              </a:rPr>
              <a:t>向主机</a:t>
            </a:r>
            <a:r>
              <a:rPr lang="zh-CN" altLang="en-US" sz="2400" smtClean="0">
                <a:latin typeface="微软雅黑" pitchFamily="34" charset="-122"/>
                <a:ea typeface="微软雅黑" pitchFamily="34" charset="-122"/>
              </a:rPr>
              <a:t> </a:t>
            </a:r>
            <a:r>
              <a:rPr lang="en-US" altLang="zh-CN" smtClean="0">
                <a:latin typeface="微软雅黑" pitchFamily="34" charset="-122"/>
                <a:ea typeface="微软雅黑" pitchFamily="34" charset="-122"/>
              </a:rPr>
              <a:t>2</a:t>
            </a:r>
            <a:r>
              <a:rPr lang="en-US" altLang="zh-CN" sz="2400" smtClean="0">
                <a:latin typeface="微软雅黑" pitchFamily="34" charset="-122"/>
                <a:ea typeface="微软雅黑" pitchFamily="34" charset="-122"/>
              </a:rPr>
              <a:t> </a:t>
            </a:r>
            <a:r>
              <a:rPr lang="zh-CN" altLang="en-US" smtClean="0">
                <a:latin typeface="微软雅黑" pitchFamily="34" charset="-122"/>
                <a:ea typeface="微软雅黑" pitchFamily="34" charset="-122"/>
              </a:rPr>
              <a:t>发送数据 </a:t>
            </a:r>
          </a:p>
        </p:txBody>
      </p:sp>
      <p:sp>
        <p:nvSpPr>
          <p:cNvPr id="142339" name="AutoShape 3"/>
          <p:cNvSpPr>
            <a:spLocks noChangeArrowheads="1"/>
          </p:cNvSpPr>
          <p:nvPr/>
        </p:nvSpPr>
        <p:spPr bwMode="auto">
          <a:xfrm rot="-5400000">
            <a:off x="4374356" y="1532732"/>
            <a:ext cx="417513" cy="8991600"/>
          </a:xfrm>
          <a:prstGeom prst="can">
            <a:avLst>
              <a:gd name="adj" fmla="val 48656"/>
            </a:avLst>
          </a:prstGeom>
          <a:gradFill rotWithShape="0">
            <a:gsLst>
              <a:gs pos="0">
                <a:srgbClr val="ACACAC"/>
              </a:gs>
              <a:gs pos="50000">
                <a:srgbClr val="EAEAEA"/>
              </a:gs>
              <a:gs pos="100000">
                <a:srgbClr val="ACACAC"/>
              </a:gs>
            </a:gsLst>
            <a:lin ang="5400000" scaled="1"/>
          </a:gradFill>
          <a:ln w="19050">
            <a:solidFill>
              <a:schemeClr val="tx1"/>
            </a:solidFill>
            <a:round/>
            <a:headEnd type="none" w="sm" len="lg"/>
            <a:tailEnd type="none" w="sm" len="lg"/>
          </a:ln>
        </p:spPr>
        <p:txBody>
          <a:bodyPr wrap="none" anchor="ctr"/>
          <a:lstStyle/>
          <a:p>
            <a:endParaRPr lang="zh-CN" altLang="en-US"/>
          </a:p>
        </p:txBody>
      </p:sp>
      <p:sp>
        <p:nvSpPr>
          <p:cNvPr id="142340" name="AutoShape 4"/>
          <p:cNvSpPr>
            <a:spLocks noChangeArrowheads="1"/>
          </p:cNvSpPr>
          <p:nvPr/>
        </p:nvSpPr>
        <p:spPr bwMode="auto">
          <a:xfrm>
            <a:off x="533400" y="2847975"/>
            <a:ext cx="838200" cy="2997200"/>
          </a:xfrm>
          <a:prstGeom prst="cube">
            <a:avLst>
              <a:gd name="adj" fmla="val 10764"/>
            </a:avLst>
          </a:prstGeom>
          <a:solidFill>
            <a:srgbClr val="FFFF99"/>
          </a:solidFill>
          <a:ln w="19050">
            <a:solidFill>
              <a:schemeClr val="tx1"/>
            </a:solidFill>
            <a:miter lim="800000"/>
            <a:headEnd type="none" w="sm" len="lg"/>
            <a:tailEnd type="none" w="sm" len="lg"/>
          </a:ln>
        </p:spPr>
        <p:txBody>
          <a:bodyPr wrap="none" anchor="ctr"/>
          <a:lstStyle/>
          <a:p>
            <a:endParaRPr lang="zh-CN" altLang="en-US"/>
          </a:p>
        </p:txBody>
      </p:sp>
      <p:sp>
        <p:nvSpPr>
          <p:cNvPr id="142341" name="Text Box 5"/>
          <p:cNvSpPr txBox="1">
            <a:spLocks noChangeArrowheads="1"/>
          </p:cNvSpPr>
          <p:nvPr/>
        </p:nvSpPr>
        <p:spPr bwMode="auto">
          <a:xfrm>
            <a:off x="781050" y="3027363"/>
            <a:ext cx="325438" cy="396875"/>
          </a:xfrm>
          <a:prstGeom prst="rect">
            <a:avLst/>
          </a:prstGeom>
          <a:noFill/>
          <a:ln w="12700">
            <a:noFill/>
            <a:miter lim="800000"/>
            <a:headEnd/>
            <a:tailEnd/>
          </a:ln>
        </p:spPr>
        <p:txBody>
          <a:bodyPr wrap="none">
            <a:spAutoFit/>
          </a:bodyPr>
          <a:lstStyle/>
          <a:p>
            <a:pPr defTabSz="762000" eaLnBrk="0" hangingPunct="0"/>
            <a:r>
              <a:rPr kumimoji="1" lang="en-US" altLang="zh-CN" sz="2000">
                <a:solidFill>
                  <a:srgbClr val="333399"/>
                </a:solidFill>
              </a:rPr>
              <a:t>5</a:t>
            </a:r>
          </a:p>
        </p:txBody>
      </p:sp>
      <p:sp>
        <p:nvSpPr>
          <p:cNvPr id="142342" name="Text Box 6"/>
          <p:cNvSpPr txBox="1">
            <a:spLocks noChangeArrowheads="1"/>
          </p:cNvSpPr>
          <p:nvPr/>
        </p:nvSpPr>
        <p:spPr bwMode="auto">
          <a:xfrm>
            <a:off x="781050" y="3654425"/>
            <a:ext cx="325438" cy="396875"/>
          </a:xfrm>
          <a:prstGeom prst="rect">
            <a:avLst/>
          </a:prstGeom>
          <a:noFill/>
          <a:ln w="12700">
            <a:noFill/>
            <a:miter lim="800000"/>
            <a:headEnd/>
            <a:tailEnd/>
          </a:ln>
        </p:spPr>
        <p:txBody>
          <a:bodyPr wrap="none">
            <a:spAutoFit/>
          </a:bodyPr>
          <a:lstStyle/>
          <a:p>
            <a:pPr defTabSz="762000" eaLnBrk="0" hangingPunct="0"/>
            <a:r>
              <a:rPr kumimoji="1" lang="en-US" altLang="zh-CN" sz="2000">
                <a:solidFill>
                  <a:srgbClr val="333399"/>
                </a:solidFill>
              </a:rPr>
              <a:t>4</a:t>
            </a:r>
          </a:p>
        </p:txBody>
      </p:sp>
      <p:sp>
        <p:nvSpPr>
          <p:cNvPr id="142343" name="Text Box 7"/>
          <p:cNvSpPr txBox="1">
            <a:spLocks noChangeArrowheads="1"/>
          </p:cNvSpPr>
          <p:nvPr/>
        </p:nvSpPr>
        <p:spPr bwMode="auto">
          <a:xfrm>
            <a:off x="781050" y="4211638"/>
            <a:ext cx="325438" cy="396875"/>
          </a:xfrm>
          <a:prstGeom prst="rect">
            <a:avLst/>
          </a:prstGeom>
          <a:noFill/>
          <a:ln w="12700">
            <a:noFill/>
            <a:miter lim="800000"/>
            <a:headEnd/>
            <a:tailEnd/>
          </a:ln>
        </p:spPr>
        <p:txBody>
          <a:bodyPr wrap="none">
            <a:spAutoFit/>
          </a:bodyPr>
          <a:lstStyle/>
          <a:p>
            <a:pPr defTabSz="762000" eaLnBrk="0" hangingPunct="0"/>
            <a:r>
              <a:rPr kumimoji="1" lang="en-US" altLang="zh-CN" sz="2000">
                <a:solidFill>
                  <a:srgbClr val="333399"/>
                </a:solidFill>
              </a:rPr>
              <a:t>3</a:t>
            </a:r>
          </a:p>
        </p:txBody>
      </p:sp>
      <p:sp>
        <p:nvSpPr>
          <p:cNvPr id="142344" name="Text Box 8"/>
          <p:cNvSpPr txBox="1">
            <a:spLocks noChangeArrowheads="1"/>
          </p:cNvSpPr>
          <p:nvPr/>
        </p:nvSpPr>
        <p:spPr bwMode="auto">
          <a:xfrm>
            <a:off x="781050" y="4770438"/>
            <a:ext cx="325438" cy="396875"/>
          </a:xfrm>
          <a:prstGeom prst="rect">
            <a:avLst/>
          </a:prstGeom>
          <a:noFill/>
          <a:ln w="12700">
            <a:noFill/>
            <a:miter lim="800000"/>
            <a:headEnd/>
            <a:tailEnd/>
          </a:ln>
        </p:spPr>
        <p:txBody>
          <a:bodyPr wrap="none">
            <a:spAutoFit/>
          </a:bodyPr>
          <a:lstStyle/>
          <a:p>
            <a:pPr defTabSz="762000" eaLnBrk="0" hangingPunct="0"/>
            <a:r>
              <a:rPr kumimoji="1" lang="en-US" altLang="zh-CN" sz="2000">
                <a:solidFill>
                  <a:srgbClr val="333399"/>
                </a:solidFill>
              </a:rPr>
              <a:t>2</a:t>
            </a:r>
          </a:p>
        </p:txBody>
      </p:sp>
      <p:sp>
        <p:nvSpPr>
          <p:cNvPr id="142345" name="Text Box 9"/>
          <p:cNvSpPr txBox="1">
            <a:spLocks noChangeArrowheads="1"/>
          </p:cNvSpPr>
          <p:nvPr/>
        </p:nvSpPr>
        <p:spPr bwMode="auto">
          <a:xfrm>
            <a:off x="781050" y="5337175"/>
            <a:ext cx="325438" cy="396875"/>
          </a:xfrm>
          <a:prstGeom prst="rect">
            <a:avLst/>
          </a:prstGeom>
          <a:noFill/>
          <a:ln w="12700">
            <a:noFill/>
            <a:miter lim="800000"/>
            <a:headEnd/>
            <a:tailEnd/>
          </a:ln>
        </p:spPr>
        <p:txBody>
          <a:bodyPr wrap="none">
            <a:spAutoFit/>
          </a:bodyPr>
          <a:lstStyle/>
          <a:p>
            <a:pPr defTabSz="762000" eaLnBrk="0" hangingPunct="0"/>
            <a:r>
              <a:rPr kumimoji="1" lang="en-US" altLang="zh-CN" sz="2000">
                <a:solidFill>
                  <a:srgbClr val="333399"/>
                </a:solidFill>
              </a:rPr>
              <a:t>1</a:t>
            </a:r>
          </a:p>
        </p:txBody>
      </p:sp>
      <p:sp>
        <p:nvSpPr>
          <p:cNvPr id="142346" name="Freeform 10"/>
          <p:cNvSpPr>
            <a:spLocks/>
          </p:cNvSpPr>
          <p:nvPr/>
        </p:nvSpPr>
        <p:spPr bwMode="auto">
          <a:xfrm>
            <a:off x="533400" y="3449638"/>
            <a:ext cx="847725" cy="61912"/>
          </a:xfrm>
          <a:custGeom>
            <a:avLst/>
            <a:gdLst>
              <a:gd name="T0" fmla="*/ 0 w 534"/>
              <a:gd name="T1" fmla="*/ 2147483647 h 42"/>
              <a:gd name="T2" fmla="*/ 2147483647 w 534"/>
              <a:gd name="T3" fmla="*/ 2147483647 h 42"/>
              <a:gd name="T4" fmla="*/ 2147483647 w 534"/>
              <a:gd name="T5" fmla="*/ 0 h 42"/>
              <a:gd name="T6" fmla="*/ 0 60000 65536"/>
              <a:gd name="T7" fmla="*/ 0 60000 65536"/>
              <a:gd name="T8" fmla="*/ 0 60000 65536"/>
              <a:gd name="T9" fmla="*/ 0 w 534"/>
              <a:gd name="T10" fmla="*/ 0 h 42"/>
              <a:gd name="T11" fmla="*/ 534 w 534"/>
              <a:gd name="T12" fmla="*/ 42 h 42"/>
            </a:gdLst>
            <a:ahLst/>
            <a:cxnLst>
              <a:cxn ang="T6">
                <a:pos x="T0" y="T1"/>
              </a:cxn>
              <a:cxn ang="T7">
                <a:pos x="T2" y="T3"/>
              </a:cxn>
              <a:cxn ang="T8">
                <a:pos x="T4" y="T5"/>
              </a:cxn>
            </a:cxnLst>
            <a:rect l="T9" t="T10" r="T11" b="T12"/>
            <a:pathLst>
              <a:path w="534" h="42">
                <a:moveTo>
                  <a:pt x="0" y="42"/>
                </a:moveTo>
                <a:lnTo>
                  <a:pt x="468" y="42"/>
                </a:lnTo>
                <a:cubicBezTo>
                  <a:pt x="490" y="28"/>
                  <a:pt x="534" y="0"/>
                  <a:pt x="534" y="0"/>
                </a:cubicBezTo>
              </a:path>
            </a:pathLst>
          </a:custGeom>
          <a:noFill/>
          <a:ln w="19050">
            <a:solidFill>
              <a:schemeClr val="tx1"/>
            </a:solidFill>
            <a:round/>
            <a:headEnd type="none" w="sm" len="lg"/>
            <a:tailEnd type="none" w="sm" len="lg"/>
          </a:ln>
        </p:spPr>
        <p:txBody>
          <a:bodyPr wrap="none" anchor="ctr"/>
          <a:lstStyle/>
          <a:p>
            <a:endParaRPr lang="zh-CN" altLang="en-US"/>
          </a:p>
        </p:txBody>
      </p:sp>
      <p:sp>
        <p:nvSpPr>
          <p:cNvPr id="142347" name="Freeform 11"/>
          <p:cNvSpPr>
            <a:spLocks/>
          </p:cNvSpPr>
          <p:nvPr/>
        </p:nvSpPr>
        <p:spPr bwMode="auto">
          <a:xfrm>
            <a:off x="542925" y="4024313"/>
            <a:ext cx="847725" cy="61912"/>
          </a:xfrm>
          <a:custGeom>
            <a:avLst/>
            <a:gdLst>
              <a:gd name="T0" fmla="*/ 0 w 534"/>
              <a:gd name="T1" fmla="*/ 2147483647 h 42"/>
              <a:gd name="T2" fmla="*/ 2147483647 w 534"/>
              <a:gd name="T3" fmla="*/ 2147483647 h 42"/>
              <a:gd name="T4" fmla="*/ 2147483647 w 534"/>
              <a:gd name="T5" fmla="*/ 0 h 42"/>
              <a:gd name="T6" fmla="*/ 0 60000 65536"/>
              <a:gd name="T7" fmla="*/ 0 60000 65536"/>
              <a:gd name="T8" fmla="*/ 0 60000 65536"/>
              <a:gd name="T9" fmla="*/ 0 w 534"/>
              <a:gd name="T10" fmla="*/ 0 h 42"/>
              <a:gd name="T11" fmla="*/ 534 w 534"/>
              <a:gd name="T12" fmla="*/ 42 h 42"/>
            </a:gdLst>
            <a:ahLst/>
            <a:cxnLst>
              <a:cxn ang="T6">
                <a:pos x="T0" y="T1"/>
              </a:cxn>
              <a:cxn ang="T7">
                <a:pos x="T2" y="T3"/>
              </a:cxn>
              <a:cxn ang="T8">
                <a:pos x="T4" y="T5"/>
              </a:cxn>
            </a:cxnLst>
            <a:rect l="T9" t="T10" r="T11" b="T12"/>
            <a:pathLst>
              <a:path w="534" h="42">
                <a:moveTo>
                  <a:pt x="0" y="36"/>
                </a:moveTo>
                <a:lnTo>
                  <a:pt x="468" y="42"/>
                </a:lnTo>
                <a:cubicBezTo>
                  <a:pt x="490" y="28"/>
                  <a:pt x="534" y="0"/>
                  <a:pt x="534" y="0"/>
                </a:cubicBezTo>
              </a:path>
            </a:pathLst>
          </a:custGeom>
          <a:noFill/>
          <a:ln w="19050">
            <a:solidFill>
              <a:schemeClr val="tx1"/>
            </a:solidFill>
            <a:round/>
            <a:headEnd type="none" w="sm" len="lg"/>
            <a:tailEnd type="none" w="sm" len="lg"/>
          </a:ln>
        </p:spPr>
        <p:txBody>
          <a:bodyPr wrap="none" anchor="ctr"/>
          <a:lstStyle/>
          <a:p>
            <a:endParaRPr lang="zh-CN" altLang="en-US"/>
          </a:p>
        </p:txBody>
      </p:sp>
      <p:sp>
        <p:nvSpPr>
          <p:cNvPr id="142348" name="Freeform 12"/>
          <p:cNvSpPr>
            <a:spLocks/>
          </p:cNvSpPr>
          <p:nvPr/>
        </p:nvSpPr>
        <p:spPr bwMode="auto">
          <a:xfrm>
            <a:off x="520700" y="4600575"/>
            <a:ext cx="869950" cy="60325"/>
          </a:xfrm>
          <a:custGeom>
            <a:avLst/>
            <a:gdLst>
              <a:gd name="T0" fmla="*/ 0 w 548"/>
              <a:gd name="T1" fmla="*/ 2147483647 h 42"/>
              <a:gd name="T2" fmla="*/ 2147483647 w 548"/>
              <a:gd name="T3" fmla="*/ 2147483647 h 42"/>
              <a:gd name="T4" fmla="*/ 2147483647 w 548"/>
              <a:gd name="T5" fmla="*/ 0 h 42"/>
              <a:gd name="T6" fmla="*/ 0 60000 65536"/>
              <a:gd name="T7" fmla="*/ 0 60000 65536"/>
              <a:gd name="T8" fmla="*/ 0 60000 65536"/>
              <a:gd name="T9" fmla="*/ 0 w 548"/>
              <a:gd name="T10" fmla="*/ 0 h 42"/>
              <a:gd name="T11" fmla="*/ 548 w 548"/>
              <a:gd name="T12" fmla="*/ 42 h 42"/>
            </a:gdLst>
            <a:ahLst/>
            <a:cxnLst>
              <a:cxn ang="T6">
                <a:pos x="T0" y="T1"/>
              </a:cxn>
              <a:cxn ang="T7">
                <a:pos x="T2" y="T3"/>
              </a:cxn>
              <a:cxn ang="T8">
                <a:pos x="T4" y="T5"/>
              </a:cxn>
            </a:cxnLst>
            <a:rect l="T9" t="T10" r="T11" b="T12"/>
            <a:pathLst>
              <a:path w="548" h="42">
                <a:moveTo>
                  <a:pt x="0" y="42"/>
                </a:moveTo>
                <a:lnTo>
                  <a:pt x="482" y="42"/>
                </a:lnTo>
                <a:cubicBezTo>
                  <a:pt x="504" y="28"/>
                  <a:pt x="548" y="0"/>
                  <a:pt x="548" y="0"/>
                </a:cubicBezTo>
              </a:path>
            </a:pathLst>
          </a:custGeom>
          <a:noFill/>
          <a:ln w="19050">
            <a:solidFill>
              <a:schemeClr val="tx1"/>
            </a:solidFill>
            <a:round/>
            <a:headEnd type="none" w="sm" len="lg"/>
            <a:tailEnd type="none" w="sm" len="lg"/>
          </a:ln>
        </p:spPr>
        <p:txBody>
          <a:bodyPr wrap="none" anchor="ctr"/>
          <a:lstStyle/>
          <a:p>
            <a:endParaRPr lang="zh-CN" altLang="en-US"/>
          </a:p>
        </p:txBody>
      </p:sp>
      <p:sp>
        <p:nvSpPr>
          <p:cNvPr id="142349" name="Freeform 13"/>
          <p:cNvSpPr>
            <a:spLocks/>
          </p:cNvSpPr>
          <p:nvPr/>
        </p:nvSpPr>
        <p:spPr bwMode="auto">
          <a:xfrm>
            <a:off x="520700" y="5192713"/>
            <a:ext cx="860425" cy="60325"/>
          </a:xfrm>
          <a:custGeom>
            <a:avLst/>
            <a:gdLst>
              <a:gd name="T0" fmla="*/ 0 w 542"/>
              <a:gd name="T1" fmla="*/ 2147483647 h 42"/>
              <a:gd name="T2" fmla="*/ 2147483647 w 542"/>
              <a:gd name="T3" fmla="*/ 2147483647 h 42"/>
              <a:gd name="T4" fmla="*/ 2147483647 w 542"/>
              <a:gd name="T5" fmla="*/ 0 h 42"/>
              <a:gd name="T6" fmla="*/ 0 60000 65536"/>
              <a:gd name="T7" fmla="*/ 0 60000 65536"/>
              <a:gd name="T8" fmla="*/ 0 60000 65536"/>
              <a:gd name="T9" fmla="*/ 0 w 542"/>
              <a:gd name="T10" fmla="*/ 0 h 42"/>
              <a:gd name="T11" fmla="*/ 542 w 542"/>
              <a:gd name="T12" fmla="*/ 42 h 42"/>
            </a:gdLst>
            <a:ahLst/>
            <a:cxnLst>
              <a:cxn ang="T6">
                <a:pos x="T0" y="T1"/>
              </a:cxn>
              <a:cxn ang="T7">
                <a:pos x="T2" y="T3"/>
              </a:cxn>
              <a:cxn ang="T8">
                <a:pos x="T4" y="T5"/>
              </a:cxn>
            </a:cxnLst>
            <a:rect l="T9" t="T10" r="T11" b="T12"/>
            <a:pathLst>
              <a:path w="542" h="42">
                <a:moveTo>
                  <a:pt x="0" y="42"/>
                </a:moveTo>
                <a:lnTo>
                  <a:pt x="476" y="42"/>
                </a:lnTo>
                <a:cubicBezTo>
                  <a:pt x="498" y="28"/>
                  <a:pt x="542" y="0"/>
                  <a:pt x="542" y="0"/>
                </a:cubicBezTo>
              </a:path>
            </a:pathLst>
          </a:custGeom>
          <a:noFill/>
          <a:ln w="19050">
            <a:solidFill>
              <a:schemeClr val="tx1"/>
            </a:solidFill>
            <a:round/>
            <a:headEnd type="none" w="sm" len="lg"/>
            <a:tailEnd type="none" w="sm" len="lg"/>
          </a:ln>
        </p:spPr>
        <p:txBody>
          <a:bodyPr wrap="none" anchor="ctr"/>
          <a:lstStyle/>
          <a:p>
            <a:endParaRPr lang="zh-CN" altLang="en-US"/>
          </a:p>
        </p:txBody>
      </p:sp>
      <p:sp>
        <p:nvSpPr>
          <p:cNvPr id="142350" name="AutoShape 14"/>
          <p:cNvSpPr>
            <a:spLocks noChangeArrowheads="1"/>
          </p:cNvSpPr>
          <p:nvPr/>
        </p:nvSpPr>
        <p:spPr bwMode="auto">
          <a:xfrm>
            <a:off x="7886700" y="2814638"/>
            <a:ext cx="838200" cy="3030537"/>
          </a:xfrm>
          <a:prstGeom prst="cube">
            <a:avLst>
              <a:gd name="adj" fmla="val 10764"/>
            </a:avLst>
          </a:prstGeom>
          <a:solidFill>
            <a:srgbClr val="FFFF99"/>
          </a:solidFill>
          <a:ln w="19050">
            <a:solidFill>
              <a:schemeClr val="tx1"/>
            </a:solidFill>
            <a:miter lim="800000"/>
            <a:headEnd type="none" w="sm" len="lg"/>
            <a:tailEnd type="none" w="sm" len="lg"/>
          </a:ln>
        </p:spPr>
        <p:txBody>
          <a:bodyPr wrap="none" anchor="ctr"/>
          <a:lstStyle/>
          <a:p>
            <a:endParaRPr lang="zh-CN" altLang="en-US"/>
          </a:p>
        </p:txBody>
      </p:sp>
      <p:sp>
        <p:nvSpPr>
          <p:cNvPr id="142351" name="Text Box 15"/>
          <p:cNvSpPr txBox="1">
            <a:spLocks noChangeArrowheads="1"/>
          </p:cNvSpPr>
          <p:nvPr/>
        </p:nvSpPr>
        <p:spPr bwMode="auto">
          <a:xfrm>
            <a:off x="7924800" y="2992438"/>
            <a:ext cx="325438" cy="396875"/>
          </a:xfrm>
          <a:prstGeom prst="rect">
            <a:avLst/>
          </a:prstGeom>
          <a:noFill/>
          <a:ln w="12700">
            <a:noFill/>
            <a:miter lim="800000"/>
            <a:headEnd/>
            <a:tailEnd/>
          </a:ln>
        </p:spPr>
        <p:txBody>
          <a:bodyPr wrap="none">
            <a:spAutoFit/>
          </a:bodyPr>
          <a:lstStyle/>
          <a:p>
            <a:pPr defTabSz="762000" eaLnBrk="0" hangingPunct="0"/>
            <a:r>
              <a:rPr kumimoji="1" lang="en-US" altLang="zh-CN" sz="2000">
                <a:solidFill>
                  <a:srgbClr val="333399"/>
                </a:solidFill>
              </a:rPr>
              <a:t>5</a:t>
            </a:r>
          </a:p>
        </p:txBody>
      </p:sp>
      <p:sp>
        <p:nvSpPr>
          <p:cNvPr id="142352" name="Text Box 16"/>
          <p:cNvSpPr txBox="1">
            <a:spLocks noChangeArrowheads="1"/>
          </p:cNvSpPr>
          <p:nvPr/>
        </p:nvSpPr>
        <p:spPr bwMode="auto">
          <a:xfrm>
            <a:off x="7924800" y="3619500"/>
            <a:ext cx="325438" cy="396875"/>
          </a:xfrm>
          <a:prstGeom prst="rect">
            <a:avLst/>
          </a:prstGeom>
          <a:noFill/>
          <a:ln w="12700">
            <a:noFill/>
            <a:miter lim="800000"/>
            <a:headEnd/>
            <a:tailEnd/>
          </a:ln>
        </p:spPr>
        <p:txBody>
          <a:bodyPr wrap="none">
            <a:spAutoFit/>
          </a:bodyPr>
          <a:lstStyle/>
          <a:p>
            <a:pPr defTabSz="762000" eaLnBrk="0" hangingPunct="0"/>
            <a:r>
              <a:rPr kumimoji="1" lang="en-US" altLang="zh-CN" sz="2000">
                <a:solidFill>
                  <a:srgbClr val="333399"/>
                </a:solidFill>
              </a:rPr>
              <a:t>4</a:t>
            </a:r>
          </a:p>
        </p:txBody>
      </p:sp>
      <p:sp>
        <p:nvSpPr>
          <p:cNvPr id="142353" name="Text Box 17"/>
          <p:cNvSpPr txBox="1">
            <a:spLocks noChangeArrowheads="1"/>
          </p:cNvSpPr>
          <p:nvPr/>
        </p:nvSpPr>
        <p:spPr bwMode="auto">
          <a:xfrm>
            <a:off x="7924800" y="4176713"/>
            <a:ext cx="325438" cy="396875"/>
          </a:xfrm>
          <a:prstGeom prst="rect">
            <a:avLst/>
          </a:prstGeom>
          <a:noFill/>
          <a:ln w="12700">
            <a:noFill/>
            <a:miter lim="800000"/>
            <a:headEnd/>
            <a:tailEnd/>
          </a:ln>
        </p:spPr>
        <p:txBody>
          <a:bodyPr wrap="none">
            <a:spAutoFit/>
          </a:bodyPr>
          <a:lstStyle/>
          <a:p>
            <a:pPr defTabSz="762000" eaLnBrk="0" hangingPunct="0"/>
            <a:r>
              <a:rPr kumimoji="1" lang="en-US" altLang="zh-CN" sz="2000">
                <a:solidFill>
                  <a:srgbClr val="333399"/>
                </a:solidFill>
              </a:rPr>
              <a:t>3</a:t>
            </a:r>
          </a:p>
        </p:txBody>
      </p:sp>
      <p:sp>
        <p:nvSpPr>
          <p:cNvPr id="142354" name="Text Box 18"/>
          <p:cNvSpPr txBox="1">
            <a:spLocks noChangeArrowheads="1"/>
          </p:cNvSpPr>
          <p:nvPr/>
        </p:nvSpPr>
        <p:spPr bwMode="auto">
          <a:xfrm>
            <a:off x="7924800" y="4737100"/>
            <a:ext cx="325438" cy="396875"/>
          </a:xfrm>
          <a:prstGeom prst="rect">
            <a:avLst/>
          </a:prstGeom>
          <a:noFill/>
          <a:ln w="12700">
            <a:noFill/>
            <a:miter lim="800000"/>
            <a:headEnd/>
            <a:tailEnd/>
          </a:ln>
        </p:spPr>
        <p:txBody>
          <a:bodyPr wrap="none">
            <a:spAutoFit/>
          </a:bodyPr>
          <a:lstStyle/>
          <a:p>
            <a:pPr defTabSz="762000" eaLnBrk="0" hangingPunct="0"/>
            <a:r>
              <a:rPr kumimoji="1" lang="en-US" altLang="zh-CN" sz="2000">
                <a:solidFill>
                  <a:srgbClr val="333399"/>
                </a:solidFill>
              </a:rPr>
              <a:t>2</a:t>
            </a:r>
          </a:p>
        </p:txBody>
      </p:sp>
      <p:sp>
        <p:nvSpPr>
          <p:cNvPr id="142355" name="Text Box 19"/>
          <p:cNvSpPr txBox="1">
            <a:spLocks noChangeArrowheads="1"/>
          </p:cNvSpPr>
          <p:nvPr/>
        </p:nvSpPr>
        <p:spPr bwMode="auto">
          <a:xfrm>
            <a:off x="7924800" y="5302250"/>
            <a:ext cx="325438" cy="396875"/>
          </a:xfrm>
          <a:prstGeom prst="rect">
            <a:avLst/>
          </a:prstGeom>
          <a:noFill/>
          <a:ln w="12700">
            <a:noFill/>
            <a:miter lim="800000"/>
            <a:headEnd/>
            <a:tailEnd/>
          </a:ln>
        </p:spPr>
        <p:txBody>
          <a:bodyPr wrap="none">
            <a:spAutoFit/>
          </a:bodyPr>
          <a:lstStyle/>
          <a:p>
            <a:pPr defTabSz="762000" eaLnBrk="0" hangingPunct="0"/>
            <a:r>
              <a:rPr kumimoji="1" lang="en-US" altLang="zh-CN" sz="2000">
                <a:solidFill>
                  <a:srgbClr val="333399"/>
                </a:solidFill>
              </a:rPr>
              <a:t>1</a:t>
            </a:r>
          </a:p>
        </p:txBody>
      </p:sp>
      <p:sp>
        <p:nvSpPr>
          <p:cNvPr id="142356" name="Freeform 20"/>
          <p:cNvSpPr>
            <a:spLocks/>
          </p:cNvSpPr>
          <p:nvPr/>
        </p:nvSpPr>
        <p:spPr bwMode="auto">
          <a:xfrm>
            <a:off x="7886700" y="3414713"/>
            <a:ext cx="847725" cy="61912"/>
          </a:xfrm>
          <a:custGeom>
            <a:avLst/>
            <a:gdLst>
              <a:gd name="T0" fmla="*/ 0 w 534"/>
              <a:gd name="T1" fmla="*/ 2147483647 h 42"/>
              <a:gd name="T2" fmla="*/ 2147483647 w 534"/>
              <a:gd name="T3" fmla="*/ 2147483647 h 42"/>
              <a:gd name="T4" fmla="*/ 2147483647 w 534"/>
              <a:gd name="T5" fmla="*/ 0 h 42"/>
              <a:gd name="T6" fmla="*/ 0 60000 65536"/>
              <a:gd name="T7" fmla="*/ 0 60000 65536"/>
              <a:gd name="T8" fmla="*/ 0 60000 65536"/>
              <a:gd name="T9" fmla="*/ 0 w 534"/>
              <a:gd name="T10" fmla="*/ 0 h 42"/>
              <a:gd name="T11" fmla="*/ 534 w 534"/>
              <a:gd name="T12" fmla="*/ 42 h 42"/>
            </a:gdLst>
            <a:ahLst/>
            <a:cxnLst>
              <a:cxn ang="T6">
                <a:pos x="T0" y="T1"/>
              </a:cxn>
              <a:cxn ang="T7">
                <a:pos x="T2" y="T3"/>
              </a:cxn>
              <a:cxn ang="T8">
                <a:pos x="T4" y="T5"/>
              </a:cxn>
            </a:cxnLst>
            <a:rect l="T9" t="T10" r="T11" b="T12"/>
            <a:pathLst>
              <a:path w="534" h="42">
                <a:moveTo>
                  <a:pt x="0" y="42"/>
                </a:moveTo>
                <a:lnTo>
                  <a:pt x="468" y="42"/>
                </a:lnTo>
                <a:cubicBezTo>
                  <a:pt x="490" y="28"/>
                  <a:pt x="534" y="0"/>
                  <a:pt x="534" y="0"/>
                </a:cubicBezTo>
              </a:path>
            </a:pathLst>
          </a:custGeom>
          <a:noFill/>
          <a:ln w="19050">
            <a:solidFill>
              <a:schemeClr val="tx1"/>
            </a:solidFill>
            <a:round/>
            <a:headEnd type="none" w="sm" len="lg"/>
            <a:tailEnd type="none" w="sm" len="lg"/>
          </a:ln>
        </p:spPr>
        <p:txBody>
          <a:bodyPr wrap="none" anchor="ctr"/>
          <a:lstStyle/>
          <a:p>
            <a:endParaRPr lang="zh-CN" altLang="en-US"/>
          </a:p>
        </p:txBody>
      </p:sp>
      <p:sp>
        <p:nvSpPr>
          <p:cNvPr id="142357" name="Freeform 21"/>
          <p:cNvSpPr>
            <a:spLocks/>
          </p:cNvSpPr>
          <p:nvPr/>
        </p:nvSpPr>
        <p:spPr bwMode="auto">
          <a:xfrm>
            <a:off x="7896225" y="3989388"/>
            <a:ext cx="847725" cy="61912"/>
          </a:xfrm>
          <a:custGeom>
            <a:avLst/>
            <a:gdLst>
              <a:gd name="T0" fmla="*/ 0 w 534"/>
              <a:gd name="T1" fmla="*/ 2147483647 h 42"/>
              <a:gd name="T2" fmla="*/ 2147483647 w 534"/>
              <a:gd name="T3" fmla="*/ 2147483647 h 42"/>
              <a:gd name="T4" fmla="*/ 2147483647 w 534"/>
              <a:gd name="T5" fmla="*/ 0 h 42"/>
              <a:gd name="T6" fmla="*/ 0 60000 65536"/>
              <a:gd name="T7" fmla="*/ 0 60000 65536"/>
              <a:gd name="T8" fmla="*/ 0 60000 65536"/>
              <a:gd name="T9" fmla="*/ 0 w 534"/>
              <a:gd name="T10" fmla="*/ 0 h 42"/>
              <a:gd name="T11" fmla="*/ 534 w 534"/>
              <a:gd name="T12" fmla="*/ 42 h 42"/>
            </a:gdLst>
            <a:ahLst/>
            <a:cxnLst>
              <a:cxn ang="T6">
                <a:pos x="T0" y="T1"/>
              </a:cxn>
              <a:cxn ang="T7">
                <a:pos x="T2" y="T3"/>
              </a:cxn>
              <a:cxn ang="T8">
                <a:pos x="T4" y="T5"/>
              </a:cxn>
            </a:cxnLst>
            <a:rect l="T9" t="T10" r="T11" b="T12"/>
            <a:pathLst>
              <a:path w="534" h="42">
                <a:moveTo>
                  <a:pt x="0" y="36"/>
                </a:moveTo>
                <a:lnTo>
                  <a:pt x="468" y="42"/>
                </a:lnTo>
                <a:cubicBezTo>
                  <a:pt x="490" y="28"/>
                  <a:pt x="534" y="0"/>
                  <a:pt x="534" y="0"/>
                </a:cubicBezTo>
              </a:path>
            </a:pathLst>
          </a:custGeom>
          <a:noFill/>
          <a:ln w="19050">
            <a:solidFill>
              <a:schemeClr val="tx1"/>
            </a:solidFill>
            <a:round/>
            <a:headEnd type="none" w="sm" len="lg"/>
            <a:tailEnd type="none" w="sm" len="lg"/>
          </a:ln>
        </p:spPr>
        <p:txBody>
          <a:bodyPr wrap="none" anchor="ctr"/>
          <a:lstStyle/>
          <a:p>
            <a:endParaRPr lang="zh-CN" altLang="en-US"/>
          </a:p>
        </p:txBody>
      </p:sp>
      <p:sp>
        <p:nvSpPr>
          <p:cNvPr id="142358" name="Freeform 22"/>
          <p:cNvSpPr>
            <a:spLocks/>
          </p:cNvSpPr>
          <p:nvPr/>
        </p:nvSpPr>
        <p:spPr bwMode="auto">
          <a:xfrm>
            <a:off x="7874000" y="4565650"/>
            <a:ext cx="869950" cy="60325"/>
          </a:xfrm>
          <a:custGeom>
            <a:avLst/>
            <a:gdLst>
              <a:gd name="T0" fmla="*/ 0 w 548"/>
              <a:gd name="T1" fmla="*/ 2147483647 h 42"/>
              <a:gd name="T2" fmla="*/ 2147483647 w 548"/>
              <a:gd name="T3" fmla="*/ 2147483647 h 42"/>
              <a:gd name="T4" fmla="*/ 2147483647 w 548"/>
              <a:gd name="T5" fmla="*/ 0 h 42"/>
              <a:gd name="T6" fmla="*/ 0 60000 65536"/>
              <a:gd name="T7" fmla="*/ 0 60000 65536"/>
              <a:gd name="T8" fmla="*/ 0 60000 65536"/>
              <a:gd name="T9" fmla="*/ 0 w 548"/>
              <a:gd name="T10" fmla="*/ 0 h 42"/>
              <a:gd name="T11" fmla="*/ 548 w 548"/>
              <a:gd name="T12" fmla="*/ 42 h 42"/>
            </a:gdLst>
            <a:ahLst/>
            <a:cxnLst>
              <a:cxn ang="T6">
                <a:pos x="T0" y="T1"/>
              </a:cxn>
              <a:cxn ang="T7">
                <a:pos x="T2" y="T3"/>
              </a:cxn>
              <a:cxn ang="T8">
                <a:pos x="T4" y="T5"/>
              </a:cxn>
            </a:cxnLst>
            <a:rect l="T9" t="T10" r="T11" b="T12"/>
            <a:pathLst>
              <a:path w="548" h="42">
                <a:moveTo>
                  <a:pt x="0" y="42"/>
                </a:moveTo>
                <a:lnTo>
                  <a:pt x="482" y="42"/>
                </a:lnTo>
                <a:cubicBezTo>
                  <a:pt x="504" y="28"/>
                  <a:pt x="548" y="0"/>
                  <a:pt x="548" y="0"/>
                </a:cubicBezTo>
              </a:path>
            </a:pathLst>
          </a:custGeom>
          <a:noFill/>
          <a:ln w="19050">
            <a:solidFill>
              <a:schemeClr val="tx1"/>
            </a:solidFill>
            <a:round/>
            <a:headEnd type="none" w="sm" len="lg"/>
            <a:tailEnd type="none" w="sm" len="lg"/>
          </a:ln>
        </p:spPr>
        <p:txBody>
          <a:bodyPr wrap="none" anchor="ctr"/>
          <a:lstStyle/>
          <a:p>
            <a:endParaRPr lang="zh-CN" altLang="en-US"/>
          </a:p>
        </p:txBody>
      </p:sp>
      <p:sp>
        <p:nvSpPr>
          <p:cNvPr id="142359" name="Freeform 23"/>
          <p:cNvSpPr>
            <a:spLocks/>
          </p:cNvSpPr>
          <p:nvPr/>
        </p:nvSpPr>
        <p:spPr bwMode="auto">
          <a:xfrm>
            <a:off x="7874000" y="5157788"/>
            <a:ext cx="860425" cy="60325"/>
          </a:xfrm>
          <a:custGeom>
            <a:avLst/>
            <a:gdLst>
              <a:gd name="T0" fmla="*/ 0 w 542"/>
              <a:gd name="T1" fmla="*/ 2147483647 h 42"/>
              <a:gd name="T2" fmla="*/ 2147483647 w 542"/>
              <a:gd name="T3" fmla="*/ 2147483647 h 42"/>
              <a:gd name="T4" fmla="*/ 2147483647 w 542"/>
              <a:gd name="T5" fmla="*/ 0 h 42"/>
              <a:gd name="T6" fmla="*/ 0 60000 65536"/>
              <a:gd name="T7" fmla="*/ 0 60000 65536"/>
              <a:gd name="T8" fmla="*/ 0 60000 65536"/>
              <a:gd name="T9" fmla="*/ 0 w 542"/>
              <a:gd name="T10" fmla="*/ 0 h 42"/>
              <a:gd name="T11" fmla="*/ 542 w 542"/>
              <a:gd name="T12" fmla="*/ 42 h 42"/>
            </a:gdLst>
            <a:ahLst/>
            <a:cxnLst>
              <a:cxn ang="T6">
                <a:pos x="T0" y="T1"/>
              </a:cxn>
              <a:cxn ang="T7">
                <a:pos x="T2" y="T3"/>
              </a:cxn>
              <a:cxn ang="T8">
                <a:pos x="T4" y="T5"/>
              </a:cxn>
            </a:cxnLst>
            <a:rect l="T9" t="T10" r="T11" b="T12"/>
            <a:pathLst>
              <a:path w="542" h="42">
                <a:moveTo>
                  <a:pt x="0" y="42"/>
                </a:moveTo>
                <a:lnTo>
                  <a:pt x="476" y="42"/>
                </a:lnTo>
                <a:cubicBezTo>
                  <a:pt x="498" y="28"/>
                  <a:pt x="542" y="0"/>
                  <a:pt x="542" y="0"/>
                </a:cubicBezTo>
              </a:path>
            </a:pathLst>
          </a:custGeom>
          <a:noFill/>
          <a:ln w="19050">
            <a:solidFill>
              <a:schemeClr val="tx1"/>
            </a:solidFill>
            <a:round/>
            <a:headEnd type="none" w="sm" len="lg"/>
            <a:tailEnd type="none" w="sm" len="lg"/>
          </a:ln>
        </p:spPr>
        <p:txBody>
          <a:bodyPr wrap="none" anchor="ctr"/>
          <a:lstStyle/>
          <a:p>
            <a:endParaRPr lang="zh-CN" altLang="en-US"/>
          </a:p>
        </p:txBody>
      </p:sp>
      <p:sp>
        <p:nvSpPr>
          <p:cNvPr id="142360" name="Text Box 24"/>
          <p:cNvSpPr txBox="1">
            <a:spLocks noChangeArrowheads="1"/>
          </p:cNvSpPr>
          <p:nvPr/>
        </p:nvSpPr>
        <p:spPr bwMode="auto">
          <a:xfrm>
            <a:off x="395288" y="1973263"/>
            <a:ext cx="868362" cy="396875"/>
          </a:xfrm>
          <a:prstGeom prst="rect">
            <a:avLst/>
          </a:prstGeom>
          <a:noFill/>
          <a:ln w="12700">
            <a:noFill/>
            <a:miter lim="800000"/>
            <a:headEnd type="none" w="sm" len="lg"/>
            <a:tailEnd type="none" w="sm" len="lg"/>
          </a:ln>
        </p:spPr>
        <p:txBody>
          <a:bodyPr wrap="none">
            <a:spAutoFit/>
          </a:bodyPr>
          <a:lstStyle/>
          <a:p>
            <a:pPr defTabSz="762000" eaLnBrk="0" hangingPunct="0"/>
            <a:r>
              <a:rPr kumimoji="1" lang="zh-CN" altLang="en-US" sz="2000">
                <a:solidFill>
                  <a:srgbClr val="333399"/>
                </a:solidFill>
                <a:ea typeface="黑体" pitchFamily="49" charset="-122"/>
              </a:rPr>
              <a:t>主机</a:t>
            </a:r>
            <a:r>
              <a:rPr kumimoji="1" lang="zh-CN" altLang="en-US" sz="1000">
                <a:solidFill>
                  <a:srgbClr val="333399"/>
                </a:solidFill>
                <a:ea typeface="黑体" pitchFamily="49" charset="-122"/>
              </a:rPr>
              <a:t> </a:t>
            </a:r>
            <a:r>
              <a:rPr kumimoji="1" lang="en-US" altLang="zh-CN" sz="2000">
                <a:solidFill>
                  <a:srgbClr val="333399"/>
                </a:solidFill>
                <a:ea typeface="黑体" pitchFamily="49" charset="-122"/>
              </a:rPr>
              <a:t>1</a:t>
            </a:r>
          </a:p>
        </p:txBody>
      </p:sp>
      <p:sp>
        <p:nvSpPr>
          <p:cNvPr id="142361" name="AutoShape 25"/>
          <p:cNvSpPr>
            <a:spLocks noChangeArrowheads="1"/>
          </p:cNvSpPr>
          <p:nvPr/>
        </p:nvSpPr>
        <p:spPr bwMode="auto">
          <a:xfrm>
            <a:off x="8034338" y="2317750"/>
            <a:ext cx="685800" cy="557213"/>
          </a:xfrm>
          <a:prstGeom prst="cube">
            <a:avLst>
              <a:gd name="adj" fmla="val 17593"/>
            </a:avLst>
          </a:prstGeom>
          <a:solidFill>
            <a:srgbClr val="FFFF99"/>
          </a:solidFill>
          <a:ln w="19050">
            <a:solidFill>
              <a:schemeClr val="tx1"/>
            </a:solidFill>
            <a:miter lim="800000"/>
            <a:headEnd type="none" w="sm" len="lg"/>
            <a:tailEnd type="none" w="sm" len="lg"/>
          </a:ln>
        </p:spPr>
        <p:txBody>
          <a:bodyPr wrap="none" anchor="ctr"/>
          <a:lstStyle/>
          <a:p>
            <a:endParaRPr lang="zh-CN" altLang="en-US"/>
          </a:p>
        </p:txBody>
      </p:sp>
      <p:sp>
        <p:nvSpPr>
          <p:cNvPr id="142362" name="Text Box 26"/>
          <p:cNvSpPr txBox="1">
            <a:spLocks noChangeArrowheads="1"/>
          </p:cNvSpPr>
          <p:nvPr/>
        </p:nvSpPr>
        <p:spPr bwMode="auto">
          <a:xfrm>
            <a:off x="8027988" y="2422525"/>
            <a:ext cx="615950" cy="396875"/>
          </a:xfrm>
          <a:prstGeom prst="rect">
            <a:avLst/>
          </a:prstGeom>
          <a:noFill/>
          <a:ln w="12700">
            <a:noFill/>
            <a:miter lim="800000"/>
            <a:headEnd/>
            <a:tailEnd/>
          </a:ln>
        </p:spPr>
        <p:txBody>
          <a:bodyPr wrap="none">
            <a:spAutoFit/>
          </a:bodyPr>
          <a:lstStyle/>
          <a:p>
            <a:pPr defTabSz="762000" eaLnBrk="0" hangingPunct="0"/>
            <a:r>
              <a:rPr kumimoji="1" lang="en-US" altLang="zh-CN" sz="2000">
                <a:solidFill>
                  <a:srgbClr val="333399"/>
                </a:solidFill>
              </a:rPr>
              <a:t>AP</a:t>
            </a:r>
            <a:r>
              <a:rPr kumimoji="1" lang="en-US" altLang="zh-CN" sz="2000" b="1" baseline="-25000">
                <a:solidFill>
                  <a:srgbClr val="333399"/>
                </a:solidFill>
              </a:rPr>
              <a:t>2</a:t>
            </a:r>
            <a:endParaRPr kumimoji="1" lang="en-US" altLang="zh-CN" sz="2000" b="1">
              <a:solidFill>
                <a:srgbClr val="333399"/>
              </a:solidFill>
            </a:endParaRPr>
          </a:p>
        </p:txBody>
      </p:sp>
      <p:sp>
        <p:nvSpPr>
          <p:cNvPr id="142363" name="AutoShape 27"/>
          <p:cNvSpPr>
            <a:spLocks noChangeArrowheads="1"/>
          </p:cNvSpPr>
          <p:nvPr/>
        </p:nvSpPr>
        <p:spPr bwMode="auto">
          <a:xfrm>
            <a:off x="538163" y="2360613"/>
            <a:ext cx="685800" cy="557212"/>
          </a:xfrm>
          <a:prstGeom prst="cube">
            <a:avLst>
              <a:gd name="adj" fmla="val 17593"/>
            </a:avLst>
          </a:prstGeom>
          <a:solidFill>
            <a:srgbClr val="FFFF99"/>
          </a:solidFill>
          <a:ln w="19050">
            <a:solidFill>
              <a:schemeClr val="tx1"/>
            </a:solidFill>
            <a:miter lim="800000"/>
            <a:headEnd type="none" w="sm" len="lg"/>
            <a:tailEnd type="none" w="sm" len="lg"/>
          </a:ln>
        </p:spPr>
        <p:txBody>
          <a:bodyPr wrap="none" anchor="ctr"/>
          <a:lstStyle/>
          <a:p>
            <a:endParaRPr lang="zh-CN" altLang="en-US"/>
          </a:p>
        </p:txBody>
      </p:sp>
      <p:sp>
        <p:nvSpPr>
          <p:cNvPr id="142364" name="Text Box 28"/>
          <p:cNvSpPr txBox="1">
            <a:spLocks noChangeArrowheads="1"/>
          </p:cNvSpPr>
          <p:nvPr/>
        </p:nvSpPr>
        <p:spPr bwMode="auto">
          <a:xfrm>
            <a:off x="558800" y="2481263"/>
            <a:ext cx="615950" cy="396875"/>
          </a:xfrm>
          <a:prstGeom prst="rect">
            <a:avLst/>
          </a:prstGeom>
          <a:noFill/>
          <a:ln w="12700">
            <a:noFill/>
            <a:miter lim="800000"/>
            <a:headEnd/>
            <a:tailEnd/>
          </a:ln>
        </p:spPr>
        <p:txBody>
          <a:bodyPr wrap="none">
            <a:spAutoFit/>
          </a:bodyPr>
          <a:lstStyle/>
          <a:p>
            <a:pPr defTabSz="762000" eaLnBrk="0" hangingPunct="0"/>
            <a:r>
              <a:rPr kumimoji="1" lang="en-US" altLang="zh-CN" sz="2000">
                <a:solidFill>
                  <a:srgbClr val="333399"/>
                </a:solidFill>
              </a:rPr>
              <a:t>AP</a:t>
            </a:r>
            <a:r>
              <a:rPr kumimoji="1" lang="en-US" altLang="zh-CN" sz="2000" b="1" baseline="-25000">
                <a:solidFill>
                  <a:srgbClr val="333399"/>
                </a:solidFill>
              </a:rPr>
              <a:t>1</a:t>
            </a:r>
            <a:endParaRPr kumimoji="1" lang="en-US" altLang="zh-CN" sz="2000" b="1">
              <a:solidFill>
                <a:srgbClr val="333399"/>
              </a:solidFill>
            </a:endParaRPr>
          </a:p>
        </p:txBody>
      </p:sp>
      <p:sp>
        <p:nvSpPr>
          <p:cNvPr id="115741" name="AutoShape 29"/>
          <p:cNvSpPr>
            <a:spLocks noChangeArrowheads="1"/>
          </p:cNvSpPr>
          <p:nvPr/>
        </p:nvSpPr>
        <p:spPr bwMode="auto">
          <a:xfrm flipV="1">
            <a:off x="654050" y="2835275"/>
            <a:ext cx="196850" cy="361950"/>
          </a:xfrm>
          <a:prstGeom prst="upArrow">
            <a:avLst>
              <a:gd name="adj1" fmla="val 50000"/>
              <a:gd name="adj2" fmla="val 45968"/>
            </a:avLst>
          </a:prstGeom>
          <a:solidFill>
            <a:schemeClr val="hlink"/>
          </a:solidFill>
          <a:ln w="12700">
            <a:solidFill>
              <a:schemeClr val="tx1"/>
            </a:solidFill>
            <a:miter lim="800000"/>
            <a:headEnd/>
            <a:tailEnd/>
          </a:ln>
        </p:spPr>
        <p:txBody>
          <a:bodyPr vert="eaVert" wrap="none" anchor="ctr"/>
          <a:lstStyle/>
          <a:p>
            <a:endParaRPr lang="zh-CN" altLang="en-US"/>
          </a:p>
        </p:txBody>
      </p:sp>
      <p:sp>
        <p:nvSpPr>
          <p:cNvPr id="142366" name="Text Box 30"/>
          <p:cNvSpPr txBox="1">
            <a:spLocks noChangeArrowheads="1"/>
          </p:cNvSpPr>
          <p:nvPr/>
        </p:nvSpPr>
        <p:spPr bwMode="auto">
          <a:xfrm>
            <a:off x="7770813" y="1973263"/>
            <a:ext cx="868362" cy="396875"/>
          </a:xfrm>
          <a:prstGeom prst="rect">
            <a:avLst/>
          </a:prstGeom>
          <a:noFill/>
          <a:ln w="12700">
            <a:noFill/>
            <a:miter lim="800000"/>
            <a:headEnd type="none" w="sm" len="lg"/>
            <a:tailEnd type="none" w="sm" len="lg"/>
          </a:ln>
        </p:spPr>
        <p:txBody>
          <a:bodyPr wrap="none">
            <a:spAutoFit/>
          </a:bodyPr>
          <a:lstStyle/>
          <a:p>
            <a:pPr defTabSz="762000" eaLnBrk="0" hangingPunct="0"/>
            <a:r>
              <a:rPr kumimoji="1" lang="zh-CN" altLang="en-US" sz="2000">
                <a:solidFill>
                  <a:srgbClr val="333399"/>
                </a:solidFill>
                <a:ea typeface="黑体" pitchFamily="49" charset="-122"/>
              </a:rPr>
              <a:t>主机</a:t>
            </a:r>
            <a:r>
              <a:rPr kumimoji="1" lang="zh-CN" altLang="en-US" sz="1000">
                <a:solidFill>
                  <a:srgbClr val="333399"/>
                </a:solidFill>
                <a:ea typeface="黑体" pitchFamily="49" charset="-122"/>
              </a:rPr>
              <a:t> </a:t>
            </a:r>
            <a:r>
              <a:rPr kumimoji="1" lang="en-US" altLang="zh-CN" sz="2000">
                <a:solidFill>
                  <a:srgbClr val="333399"/>
                </a:solidFill>
                <a:ea typeface="黑体" pitchFamily="49" charset="-122"/>
              </a:rPr>
              <a:t>2</a:t>
            </a:r>
          </a:p>
        </p:txBody>
      </p:sp>
      <p:sp>
        <p:nvSpPr>
          <p:cNvPr id="115743" name="Text Box 31"/>
          <p:cNvSpPr txBox="1">
            <a:spLocks noChangeArrowheads="1"/>
          </p:cNvSpPr>
          <p:nvPr/>
        </p:nvSpPr>
        <p:spPr bwMode="auto">
          <a:xfrm>
            <a:off x="1619250" y="2349500"/>
            <a:ext cx="4146550" cy="457200"/>
          </a:xfrm>
          <a:prstGeom prst="rect">
            <a:avLst/>
          </a:prstGeom>
          <a:noFill/>
          <a:ln w="12700">
            <a:noFill/>
            <a:miter lim="800000"/>
            <a:headEnd type="none" w="sm" len="lg"/>
            <a:tailEnd type="none" w="sm" len="lg"/>
          </a:ln>
        </p:spPr>
        <p:txBody>
          <a:bodyPr wrap="none">
            <a:spAutoFit/>
          </a:bodyPr>
          <a:lstStyle/>
          <a:p>
            <a:pPr defTabSz="762000" eaLnBrk="0" hangingPunct="0"/>
            <a:r>
              <a:rPr kumimoji="1" lang="zh-CN" altLang="en-US" sz="2400">
                <a:solidFill>
                  <a:srgbClr val="333399"/>
                </a:solidFill>
                <a:ea typeface="黑体" pitchFamily="49" charset="-122"/>
              </a:rPr>
              <a:t>应用进程数据先传送到应用层</a:t>
            </a:r>
          </a:p>
        </p:txBody>
      </p:sp>
      <p:sp>
        <p:nvSpPr>
          <p:cNvPr id="115744" name="Text Box 32"/>
          <p:cNvSpPr txBox="1">
            <a:spLocks noChangeArrowheads="1"/>
          </p:cNvSpPr>
          <p:nvPr/>
        </p:nvSpPr>
        <p:spPr bwMode="auto">
          <a:xfrm>
            <a:off x="1619250" y="2919413"/>
            <a:ext cx="4848225" cy="457200"/>
          </a:xfrm>
          <a:prstGeom prst="rect">
            <a:avLst/>
          </a:prstGeom>
          <a:noFill/>
          <a:ln w="12700">
            <a:noFill/>
            <a:miter lim="800000"/>
            <a:headEnd type="none" w="sm" len="lg"/>
            <a:tailEnd type="none" w="sm" len="lg"/>
          </a:ln>
        </p:spPr>
        <p:txBody>
          <a:bodyPr wrap="none">
            <a:spAutoFit/>
          </a:bodyPr>
          <a:lstStyle/>
          <a:p>
            <a:pPr defTabSz="762000" eaLnBrk="0" hangingPunct="0"/>
            <a:r>
              <a:rPr kumimoji="1" lang="zh-CN" altLang="en-US" sz="2400">
                <a:solidFill>
                  <a:srgbClr val="333399"/>
                </a:solidFill>
                <a:ea typeface="黑体" pitchFamily="49" charset="-122"/>
              </a:rPr>
              <a:t>加上应用层首部，成为应用层</a:t>
            </a:r>
            <a:r>
              <a:rPr kumimoji="1" lang="zh-CN" altLang="en-US" sz="1600">
                <a:solidFill>
                  <a:srgbClr val="333399"/>
                </a:solidFill>
                <a:ea typeface="黑体" pitchFamily="49" charset="-122"/>
              </a:rPr>
              <a:t> </a:t>
            </a:r>
            <a:r>
              <a:rPr kumimoji="1" lang="en-US" altLang="zh-CN" sz="2400">
                <a:solidFill>
                  <a:srgbClr val="333399"/>
                </a:solidFill>
                <a:ea typeface="黑体" pitchFamily="49" charset="-122"/>
              </a:rPr>
              <a:t>PDU</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15743"/>
                                        </p:tgtEl>
                                        <p:attrNameLst>
                                          <p:attrName>style.visibility</p:attrName>
                                        </p:attrNameLst>
                                      </p:cBhvr>
                                      <p:to>
                                        <p:strVal val="visible"/>
                                      </p:to>
                                    </p:set>
                                  </p:childTnLst>
                                </p:cTn>
                              </p:par>
                            </p:childTnLst>
                          </p:cTn>
                        </p:par>
                        <p:par>
                          <p:cTn id="7" fill="hold">
                            <p:stCondLst>
                              <p:cond delay="0"/>
                            </p:stCondLst>
                            <p:childTnLst>
                              <p:par>
                                <p:cTn id="8" presetID="22" presetClass="entr" presetSubtype="1" fill="hold" grpId="0" nodeType="afterEffect">
                                  <p:stCondLst>
                                    <p:cond delay="0"/>
                                  </p:stCondLst>
                                  <p:childTnLst>
                                    <p:set>
                                      <p:cBhvr>
                                        <p:cTn id="9" dur="1" fill="hold">
                                          <p:stCondLst>
                                            <p:cond delay="0"/>
                                          </p:stCondLst>
                                        </p:cTn>
                                        <p:tgtEl>
                                          <p:spTgt spid="115741"/>
                                        </p:tgtEl>
                                        <p:attrNameLst>
                                          <p:attrName>style.visibility</p:attrName>
                                        </p:attrNameLst>
                                      </p:cBhvr>
                                      <p:to>
                                        <p:strVal val="visible"/>
                                      </p:to>
                                    </p:set>
                                    <p:animEffect transition="in" filter="wipe(up)">
                                      <p:cBhvr>
                                        <p:cTn id="10" dur="1000"/>
                                        <p:tgtEl>
                                          <p:spTgt spid="115741"/>
                                        </p:tgtEl>
                                      </p:cBhvr>
                                    </p:animEffect>
                                  </p:childTnLst>
                                </p:cTn>
                              </p:par>
                            </p:childTnLst>
                          </p:cTn>
                        </p:par>
                        <p:par>
                          <p:cTn id="11" fill="hold">
                            <p:stCondLst>
                              <p:cond delay="1000"/>
                            </p:stCondLst>
                            <p:childTnLst>
                              <p:par>
                                <p:cTn id="12" presetID="1" presetClass="entr" presetSubtype="0" fill="hold" grpId="0" nodeType="afterEffect">
                                  <p:stCondLst>
                                    <p:cond delay="0"/>
                                  </p:stCondLst>
                                  <p:childTnLst>
                                    <p:set>
                                      <p:cBhvr>
                                        <p:cTn id="13" dur="1" fill="hold">
                                          <p:stCondLst>
                                            <p:cond delay="0"/>
                                          </p:stCondLst>
                                        </p:cTn>
                                        <p:tgtEl>
                                          <p:spTgt spid="11574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5741" grpId="0" animBg="1"/>
      <p:bldP spid="115743" grpId="0"/>
      <p:bldP spid="115744" grpId="0"/>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62" name="Rectangle 2"/>
          <p:cNvSpPr>
            <a:spLocks noGrp="1" noChangeArrowheads="1"/>
          </p:cNvSpPr>
          <p:nvPr>
            <p:ph type="title"/>
          </p:nvPr>
        </p:nvSpPr>
        <p:spPr/>
        <p:txBody>
          <a:bodyPr/>
          <a:lstStyle/>
          <a:p>
            <a:pPr algn="ctr" eaLnBrk="1" hangingPunct="1"/>
            <a:r>
              <a:rPr lang="zh-CN" altLang="en-US" smtClean="0">
                <a:latin typeface="微软雅黑" pitchFamily="34" charset="-122"/>
                <a:ea typeface="微软雅黑" pitchFamily="34" charset="-122"/>
              </a:rPr>
              <a:t>主机</a:t>
            </a:r>
            <a:r>
              <a:rPr lang="zh-CN" altLang="en-US" sz="2400" smtClean="0">
                <a:latin typeface="微软雅黑" pitchFamily="34" charset="-122"/>
                <a:ea typeface="微软雅黑" pitchFamily="34" charset="-122"/>
              </a:rPr>
              <a:t> </a:t>
            </a:r>
            <a:r>
              <a:rPr lang="en-US" altLang="zh-CN" smtClean="0">
                <a:latin typeface="微软雅黑" pitchFamily="34" charset="-122"/>
                <a:ea typeface="微软雅黑" pitchFamily="34" charset="-122"/>
              </a:rPr>
              <a:t>1</a:t>
            </a:r>
            <a:r>
              <a:rPr lang="en-US" altLang="zh-CN" sz="2400" smtClean="0">
                <a:latin typeface="微软雅黑" pitchFamily="34" charset="-122"/>
                <a:ea typeface="微软雅黑" pitchFamily="34" charset="-122"/>
              </a:rPr>
              <a:t> </a:t>
            </a:r>
            <a:r>
              <a:rPr lang="zh-CN" altLang="en-US" smtClean="0">
                <a:latin typeface="微软雅黑" pitchFamily="34" charset="-122"/>
                <a:ea typeface="微软雅黑" pitchFamily="34" charset="-122"/>
              </a:rPr>
              <a:t>向主机</a:t>
            </a:r>
            <a:r>
              <a:rPr lang="zh-CN" altLang="en-US" sz="2400" smtClean="0">
                <a:latin typeface="微软雅黑" pitchFamily="34" charset="-122"/>
                <a:ea typeface="微软雅黑" pitchFamily="34" charset="-122"/>
              </a:rPr>
              <a:t> </a:t>
            </a:r>
            <a:r>
              <a:rPr lang="en-US" altLang="zh-CN" smtClean="0">
                <a:latin typeface="微软雅黑" pitchFamily="34" charset="-122"/>
                <a:ea typeface="微软雅黑" pitchFamily="34" charset="-122"/>
              </a:rPr>
              <a:t>2</a:t>
            </a:r>
            <a:r>
              <a:rPr lang="en-US" altLang="zh-CN" sz="2400" smtClean="0">
                <a:latin typeface="微软雅黑" pitchFamily="34" charset="-122"/>
                <a:ea typeface="微软雅黑" pitchFamily="34" charset="-122"/>
              </a:rPr>
              <a:t> </a:t>
            </a:r>
            <a:r>
              <a:rPr lang="zh-CN" altLang="en-US" smtClean="0">
                <a:latin typeface="微软雅黑" pitchFamily="34" charset="-122"/>
                <a:ea typeface="微软雅黑" pitchFamily="34" charset="-122"/>
              </a:rPr>
              <a:t>发送数据 </a:t>
            </a:r>
          </a:p>
        </p:txBody>
      </p:sp>
      <p:sp>
        <p:nvSpPr>
          <p:cNvPr id="143363" name="AutoShape 3"/>
          <p:cNvSpPr>
            <a:spLocks noChangeArrowheads="1"/>
          </p:cNvSpPr>
          <p:nvPr/>
        </p:nvSpPr>
        <p:spPr bwMode="auto">
          <a:xfrm rot="-5400000">
            <a:off x="4374356" y="1532732"/>
            <a:ext cx="417513" cy="8991600"/>
          </a:xfrm>
          <a:prstGeom prst="can">
            <a:avLst>
              <a:gd name="adj" fmla="val 48656"/>
            </a:avLst>
          </a:prstGeom>
          <a:gradFill rotWithShape="0">
            <a:gsLst>
              <a:gs pos="0">
                <a:srgbClr val="ACACAC"/>
              </a:gs>
              <a:gs pos="50000">
                <a:srgbClr val="EAEAEA"/>
              </a:gs>
              <a:gs pos="100000">
                <a:srgbClr val="ACACAC"/>
              </a:gs>
            </a:gsLst>
            <a:lin ang="5400000" scaled="1"/>
          </a:gradFill>
          <a:ln w="19050">
            <a:solidFill>
              <a:schemeClr val="tx1"/>
            </a:solidFill>
            <a:round/>
            <a:headEnd type="none" w="sm" len="lg"/>
            <a:tailEnd type="none" w="sm" len="lg"/>
          </a:ln>
        </p:spPr>
        <p:txBody>
          <a:bodyPr wrap="none" anchor="ctr"/>
          <a:lstStyle/>
          <a:p>
            <a:endParaRPr lang="zh-CN" altLang="en-US"/>
          </a:p>
        </p:txBody>
      </p:sp>
      <p:sp>
        <p:nvSpPr>
          <p:cNvPr id="143364" name="AutoShape 4"/>
          <p:cNvSpPr>
            <a:spLocks noChangeArrowheads="1"/>
          </p:cNvSpPr>
          <p:nvPr/>
        </p:nvSpPr>
        <p:spPr bwMode="auto">
          <a:xfrm>
            <a:off x="533400" y="2847975"/>
            <a:ext cx="838200" cy="2997200"/>
          </a:xfrm>
          <a:prstGeom prst="cube">
            <a:avLst>
              <a:gd name="adj" fmla="val 10764"/>
            </a:avLst>
          </a:prstGeom>
          <a:solidFill>
            <a:srgbClr val="FFFF99"/>
          </a:solidFill>
          <a:ln w="19050">
            <a:solidFill>
              <a:schemeClr val="tx1"/>
            </a:solidFill>
            <a:miter lim="800000"/>
            <a:headEnd type="none" w="sm" len="lg"/>
            <a:tailEnd type="none" w="sm" len="lg"/>
          </a:ln>
        </p:spPr>
        <p:txBody>
          <a:bodyPr wrap="none" anchor="ctr"/>
          <a:lstStyle/>
          <a:p>
            <a:endParaRPr lang="zh-CN" altLang="en-US"/>
          </a:p>
        </p:txBody>
      </p:sp>
      <p:sp>
        <p:nvSpPr>
          <p:cNvPr id="143365" name="Text Box 5"/>
          <p:cNvSpPr txBox="1">
            <a:spLocks noChangeArrowheads="1"/>
          </p:cNvSpPr>
          <p:nvPr/>
        </p:nvSpPr>
        <p:spPr bwMode="auto">
          <a:xfrm>
            <a:off x="781050" y="3027363"/>
            <a:ext cx="325438" cy="396875"/>
          </a:xfrm>
          <a:prstGeom prst="rect">
            <a:avLst/>
          </a:prstGeom>
          <a:noFill/>
          <a:ln w="12700">
            <a:noFill/>
            <a:miter lim="800000"/>
            <a:headEnd/>
            <a:tailEnd/>
          </a:ln>
        </p:spPr>
        <p:txBody>
          <a:bodyPr wrap="none">
            <a:spAutoFit/>
          </a:bodyPr>
          <a:lstStyle/>
          <a:p>
            <a:pPr defTabSz="762000" eaLnBrk="0" hangingPunct="0"/>
            <a:r>
              <a:rPr kumimoji="1" lang="en-US" altLang="zh-CN" sz="2000">
                <a:solidFill>
                  <a:srgbClr val="333399"/>
                </a:solidFill>
              </a:rPr>
              <a:t>5</a:t>
            </a:r>
          </a:p>
        </p:txBody>
      </p:sp>
      <p:sp>
        <p:nvSpPr>
          <p:cNvPr id="143366" name="Text Box 6"/>
          <p:cNvSpPr txBox="1">
            <a:spLocks noChangeArrowheads="1"/>
          </p:cNvSpPr>
          <p:nvPr/>
        </p:nvSpPr>
        <p:spPr bwMode="auto">
          <a:xfrm>
            <a:off x="781050" y="3654425"/>
            <a:ext cx="325438" cy="396875"/>
          </a:xfrm>
          <a:prstGeom prst="rect">
            <a:avLst/>
          </a:prstGeom>
          <a:noFill/>
          <a:ln w="12700">
            <a:noFill/>
            <a:miter lim="800000"/>
            <a:headEnd/>
            <a:tailEnd/>
          </a:ln>
        </p:spPr>
        <p:txBody>
          <a:bodyPr wrap="none">
            <a:spAutoFit/>
          </a:bodyPr>
          <a:lstStyle/>
          <a:p>
            <a:pPr defTabSz="762000" eaLnBrk="0" hangingPunct="0"/>
            <a:r>
              <a:rPr kumimoji="1" lang="en-US" altLang="zh-CN" sz="2000">
                <a:solidFill>
                  <a:srgbClr val="333399"/>
                </a:solidFill>
              </a:rPr>
              <a:t>4</a:t>
            </a:r>
          </a:p>
        </p:txBody>
      </p:sp>
      <p:sp>
        <p:nvSpPr>
          <p:cNvPr id="143367" name="Text Box 7"/>
          <p:cNvSpPr txBox="1">
            <a:spLocks noChangeArrowheads="1"/>
          </p:cNvSpPr>
          <p:nvPr/>
        </p:nvSpPr>
        <p:spPr bwMode="auto">
          <a:xfrm>
            <a:off x="781050" y="4211638"/>
            <a:ext cx="325438" cy="396875"/>
          </a:xfrm>
          <a:prstGeom prst="rect">
            <a:avLst/>
          </a:prstGeom>
          <a:noFill/>
          <a:ln w="12700">
            <a:noFill/>
            <a:miter lim="800000"/>
            <a:headEnd/>
            <a:tailEnd/>
          </a:ln>
        </p:spPr>
        <p:txBody>
          <a:bodyPr wrap="none">
            <a:spAutoFit/>
          </a:bodyPr>
          <a:lstStyle/>
          <a:p>
            <a:pPr defTabSz="762000" eaLnBrk="0" hangingPunct="0"/>
            <a:r>
              <a:rPr kumimoji="1" lang="en-US" altLang="zh-CN" sz="2000">
                <a:solidFill>
                  <a:srgbClr val="333399"/>
                </a:solidFill>
              </a:rPr>
              <a:t>3</a:t>
            </a:r>
          </a:p>
        </p:txBody>
      </p:sp>
      <p:sp>
        <p:nvSpPr>
          <p:cNvPr id="143368" name="Text Box 8"/>
          <p:cNvSpPr txBox="1">
            <a:spLocks noChangeArrowheads="1"/>
          </p:cNvSpPr>
          <p:nvPr/>
        </p:nvSpPr>
        <p:spPr bwMode="auto">
          <a:xfrm>
            <a:off x="781050" y="4770438"/>
            <a:ext cx="325438" cy="396875"/>
          </a:xfrm>
          <a:prstGeom prst="rect">
            <a:avLst/>
          </a:prstGeom>
          <a:noFill/>
          <a:ln w="12700">
            <a:noFill/>
            <a:miter lim="800000"/>
            <a:headEnd/>
            <a:tailEnd/>
          </a:ln>
        </p:spPr>
        <p:txBody>
          <a:bodyPr wrap="none">
            <a:spAutoFit/>
          </a:bodyPr>
          <a:lstStyle/>
          <a:p>
            <a:pPr defTabSz="762000" eaLnBrk="0" hangingPunct="0"/>
            <a:r>
              <a:rPr kumimoji="1" lang="en-US" altLang="zh-CN" sz="2000">
                <a:solidFill>
                  <a:srgbClr val="333399"/>
                </a:solidFill>
              </a:rPr>
              <a:t>2</a:t>
            </a:r>
          </a:p>
        </p:txBody>
      </p:sp>
      <p:sp>
        <p:nvSpPr>
          <p:cNvPr id="143369" name="Text Box 9"/>
          <p:cNvSpPr txBox="1">
            <a:spLocks noChangeArrowheads="1"/>
          </p:cNvSpPr>
          <p:nvPr/>
        </p:nvSpPr>
        <p:spPr bwMode="auto">
          <a:xfrm>
            <a:off x="781050" y="5337175"/>
            <a:ext cx="325438" cy="396875"/>
          </a:xfrm>
          <a:prstGeom prst="rect">
            <a:avLst/>
          </a:prstGeom>
          <a:noFill/>
          <a:ln w="12700">
            <a:noFill/>
            <a:miter lim="800000"/>
            <a:headEnd/>
            <a:tailEnd/>
          </a:ln>
        </p:spPr>
        <p:txBody>
          <a:bodyPr wrap="none">
            <a:spAutoFit/>
          </a:bodyPr>
          <a:lstStyle/>
          <a:p>
            <a:pPr defTabSz="762000" eaLnBrk="0" hangingPunct="0"/>
            <a:r>
              <a:rPr kumimoji="1" lang="en-US" altLang="zh-CN" sz="2000">
                <a:solidFill>
                  <a:srgbClr val="333399"/>
                </a:solidFill>
              </a:rPr>
              <a:t>1</a:t>
            </a:r>
          </a:p>
        </p:txBody>
      </p:sp>
      <p:sp>
        <p:nvSpPr>
          <p:cNvPr id="143370" name="Freeform 10"/>
          <p:cNvSpPr>
            <a:spLocks/>
          </p:cNvSpPr>
          <p:nvPr/>
        </p:nvSpPr>
        <p:spPr bwMode="auto">
          <a:xfrm>
            <a:off x="533400" y="3449638"/>
            <a:ext cx="847725" cy="61912"/>
          </a:xfrm>
          <a:custGeom>
            <a:avLst/>
            <a:gdLst>
              <a:gd name="T0" fmla="*/ 0 w 534"/>
              <a:gd name="T1" fmla="*/ 2147483647 h 42"/>
              <a:gd name="T2" fmla="*/ 2147483647 w 534"/>
              <a:gd name="T3" fmla="*/ 2147483647 h 42"/>
              <a:gd name="T4" fmla="*/ 2147483647 w 534"/>
              <a:gd name="T5" fmla="*/ 0 h 42"/>
              <a:gd name="T6" fmla="*/ 0 60000 65536"/>
              <a:gd name="T7" fmla="*/ 0 60000 65536"/>
              <a:gd name="T8" fmla="*/ 0 60000 65536"/>
              <a:gd name="T9" fmla="*/ 0 w 534"/>
              <a:gd name="T10" fmla="*/ 0 h 42"/>
              <a:gd name="T11" fmla="*/ 534 w 534"/>
              <a:gd name="T12" fmla="*/ 42 h 42"/>
            </a:gdLst>
            <a:ahLst/>
            <a:cxnLst>
              <a:cxn ang="T6">
                <a:pos x="T0" y="T1"/>
              </a:cxn>
              <a:cxn ang="T7">
                <a:pos x="T2" y="T3"/>
              </a:cxn>
              <a:cxn ang="T8">
                <a:pos x="T4" y="T5"/>
              </a:cxn>
            </a:cxnLst>
            <a:rect l="T9" t="T10" r="T11" b="T12"/>
            <a:pathLst>
              <a:path w="534" h="42">
                <a:moveTo>
                  <a:pt x="0" y="42"/>
                </a:moveTo>
                <a:lnTo>
                  <a:pt x="468" y="42"/>
                </a:lnTo>
                <a:cubicBezTo>
                  <a:pt x="490" y="28"/>
                  <a:pt x="534" y="0"/>
                  <a:pt x="534" y="0"/>
                </a:cubicBezTo>
              </a:path>
            </a:pathLst>
          </a:custGeom>
          <a:noFill/>
          <a:ln w="19050">
            <a:solidFill>
              <a:schemeClr val="tx1"/>
            </a:solidFill>
            <a:round/>
            <a:headEnd type="none" w="sm" len="lg"/>
            <a:tailEnd type="none" w="sm" len="lg"/>
          </a:ln>
        </p:spPr>
        <p:txBody>
          <a:bodyPr wrap="none" anchor="ctr"/>
          <a:lstStyle/>
          <a:p>
            <a:endParaRPr lang="zh-CN" altLang="en-US"/>
          </a:p>
        </p:txBody>
      </p:sp>
      <p:sp>
        <p:nvSpPr>
          <p:cNvPr id="143371" name="Freeform 11"/>
          <p:cNvSpPr>
            <a:spLocks/>
          </p:cNvSpPr>
          <p:nvPr/>
        </p:nvSpPr>
        <p:spPr bwMode="auto">
          <a:xfrm>
            <a:off x="542925" y="4024313"/>
            <a:ext cx="847725" cy="61912"/>
          </a:xfrm>
          <a:custGeom>
            <a:avLst/>
            <a:gdLst>
              <a:gd name="T0" fmla="*/ 0 w 534"/>
              <a:gd name="T1" fmla="*/ 2147483647 h 42"/>
              <a:gd name="T2" fmla="*/ 2147483647 w 534"/>
              <a:gd name="T3" fmla="*/ 2147483647 h 42"/>
              <a:gd name="T4" fmla="*/ 2147483647 w 534"/>
              <a:gd name="T5" fmla="*/ 0 h 42"/>
              <a:gd name="T6" fmla="*/ 0 60000 65536"/>
              <a:gd name="T7" fmla="*/ 0 60000 65536"/>
              <a:gd name="T8" fmla="*/ 0 60000 65536"/>
              <a:gd name="T9" fmla="*/ 0 w 534"/>
              <a:gd name="T10" fmla="*/ 0 h 42"/>
              <a:gd name="T11" fmla="*/ 534 w 534"/>
              <a:gd name="T12" fmla="*/ 42 h 42"/>
            </a:gdLst>
            <a:ahLst/>
            <a:cxnLst>
              <a:cxn ang="T6">
                <a:pos x="T0" y="T1"/>
              </a:cxn>
              <a:cxn ang="T7">
                <a:pos x="T2" y="T3"/>
              </a:cxn>
              <a:cxn ang="T8">
                <a:pos x="T4" y="T5"/>
              </a:cxn>
            </a:cxnLst>
            <a:rect l="T9" t="T10" r="T11" b="T12"/>
            <a:pathLst>
              <a:path w="534" h="42">
                <a:moveTo>
                  <a:pt x="0" y="36"/>
                </a:moveTo>
                <a:lnTo>
                  <a:pt x="468" y="42"/>
                </a:lnTo>
                <a:cubicBezTo>
                  <a:pt x="490" y="28"/>
                  <a:pt x="534" y="0"/>
                  <a:pt x="534" y="0"/>
                </a:cubicBezTo>
              </a:path>
            </a:pathLst>
          </a:custGeom>
          <a:noFill/>
          <a:ln w="19050">
            <a:solidFill>
              <a:schemeClr val="tx1"/>
            </a:solidFill>
            <a:round/>
            <a:headEnd type="none" w="sm" len="lg"/>
            <a:tailEnd type="none" w="sm" len="lg"/>
          </a:ln>
        </p:spPr>
        <p:txBody>
          <a:bodyPr wrap="none" anchor="ctr"/>
          <a:lstStyle/>
          <a:p>
            <a:endParaRPr lang="zh-CN" altLang="en-US"/>
          </a:p>
        </p:txBody>
      </p:sp>
      <p:sp>
        <p:nvSpPr>
          <p:cNvPr id="143372" name="Freeform 12"/>
          <p:cNvSpPr>
            <a:spLocks/>
          </p:cNvSpPr>
          <p:nvPr/>
        </p:nvSpPr>
        <p:spPr bwMode="auto">
          <a:xfrm>
            <a:off x="520700" y="4600575"/>
            <a:ext cx="869950" cy="60325"/>
          </a:xfrm>
          <a:custGeom>
            <a:avLst/>
            <a:gdLst>
              <a:gd name="T0" fmla="*/ 0 w 548"/>
              <a:gd name="T1" fmla="*/ 2147483647 h 42"/>
              <a:gd name="T2" fmla="*/ 2147483647 w 548"/>
              <a:gd name="T3" fmla="*/ 2147483647 h 42"/>
              <a:gd name="T4" fmla="*/ 2147483647 w 548"/>
              <a:gd name="T5" fmla="*/ 0 h 42"/>
              <a:gd name="T6" fmla="*/ 0 60000 65536"/>
              <a:gd name="T7" fmla="*/ 0 60000 65536"/>
              <a:gd name="T8" fmla="*/ 0 60000 65536"/>
              <a:gd name="T9" fmla="*/ 0 w 548"/>
              <a:gd name="T10" fmla="*/ 0 h 42"/>
              <a:gd name="T11" fmla="*/ 548 w 548"/>
              <a:gd name="T12" fmla="*/ 42 h 42"/>
            </a:gdLst>
            <a:ahLst/>
            <a:cxnLst>
              <a:cxn ang="T6">
                <a:pos x="T0" y="T1"/>
              </a:cxn>
              <a:cxn ang="T7">
                <a:pos x="T2" y="T3"/>
              </a:cxn>
              <a:cxn ang="T8">
                <a:pos x="T4" y="T5"/>
              </a:cxn>
            </a:cxnLst>
            <a:rect l="T9" t="T10" r="T11" b="T12"/>
            <a:pathLst>
              <a:path w="548" h="42">
                <a:moveTo>
                  <a:pt x="0" y="42"/>
                </a:moveTo>
                <a:lnTo>
                  <a:pt x="482" y="42"/>
                </a:lnTo>
                <a:cubicBezTo>
                  <a:pt x="504" y="28"/>
                  <a:pt x="548" y="0"/>
                  <a:pt x="548" y="0"/>
                </a:cubicBezTo>
              </a:path>
            </a:pathLst>
          </a:custGeom>
          <a:noFill/>
          <a:ln w="19050">
            <a:solidFill>
              <a:schemeClr val="tx1"/>
            </a:solidFill>
            <a:round/>
            <a:headEnd type="none" w="sm" len="lg"/>
            <a:tailEnd type="none" w="sm" len="lg"/>
          </a:ln>
        </p:spPr>
        <p:txBody>
          <a:bodyPr wrap="none" anchor="ctr"/>
          <a:lstStyle/>
          <a:p>
            <a:endParaRPr lang="zh-CN" altLang="en-US"/>
          </a:p>
        </p:txBody>
      </p:sp>
      <p:sp>
        <p:nvSpPr>
          <p:cNvPr id="143373" name="Freeform 13"/>
          <p:cNvSpPr>
            <a:spLocks/>
          </p:cNvSpPr>
          <p:nvPr/>
        </p:nvSpPr>
        <p:spPr bwMode="auto">
          <a:xfrm>
            <a:off x="520700" y="5192713"/>
            <a:ext cx="860425" cy="60325"/>
          </a:xfrm>
          <a:custGeom>
            <a:avLst/>
            <a:gdLst>
              <a:gd name="T0" fmla="*/ 0 w 542"/>
              <a:gd name="T1" fmla="*/ 2147483647 h 42"/>
              <a:gd name="T2" fmla="*/ 2147483647 w 542"/>
              <a:gd name="T3" fmla="*/ 2147483647 h 42"/>
              <a:gd name="T4" fmla="*/ 2147483647 w 542"/>
              <a:gd name="T5" fmla="*/ 0 h 42"/>
              <a:gd name="T6" fmla="*/ 0 60000 65536"/>
              <a:gd name="T7" fmla="*/ 0 60000 65536"/>
              <a:gd name="T8" fmla="*/ 0 60000 65536"/>
              <a:gd name="T9" fmla="*/ 0 w 542"/>
              <a:gd name="T10" fmla="*/ 0 h 42"/>
              <a:gd name="T11" fmla="*/ 542 w 542"/>
              <a:gd name="T12" fmla="*/ 42 h 42"/>
            </a:gdLst>
            <a:ahLst/>
            <a:cxnLst>
              <a:cxn ang="T6">
                <a:pos x="T0" y="T1"/>
              </a:cxn>
              <a:cxn ang="T7">
                <a:pos x="T2" y="T3"/>
              </a:cxn>
              <a:cxn ang="T8">
                <a:pos x="T4" y="T5"/>
              </a:cxn>
            </a:cxnLst>
            <a:rect l="T9" t="T10" r="T11" b="T12"/>
            <a:pathLst>
              <a:path w="542" h="42">
                <a:moveTo>
                  <a:pt x="0" y="42"/>
                </a:moveTo>
                <a:lnTo>
                  <a:pt x="476" y="42"/>
                </a:lnTo>
                <a:cubicBezTo>
                  <a:pt x="498" y="28"/>
                  <a:pt x="542" y="0"/>
                  <a:pt x="542" y="0"/>
                </a:cubicBezTo>
              </a:path>
            </a:pathLst>
          </a:custGeom>
          <a:noFill/>
          <a:ln w="19050">
            <a:solidFill>
              <a:schemeClr val="tx1"/>
            </a:solidFill>
            <a:round/>
            <a:headEnd type="none" w="sm" len="lg"/>
            <a:tailEnd type="none" w="sm" len="lg"/>
          </a:ln>
        </p:spPr>
        <p:txBody>
          <a:bodyPr wrap="none" anchor="ctr"/>
          <a:lstStyle/>
          <a:p>
            <a:endParaRPr lang="zh-CN" altLang="en-US"/>
          </a:p>
        </p:txBody>
      </p:sp>
      <p:sp>
        <p:nvSpPr>
          <p:cNvPr id="143374" name="AutoShape 14"/>
          <p:cNvSpPr>
            <a:spLocks noChangeArrowheads="1"/>
          </p:cNvSpPr>
          <p:nvPr/>
        </p:nvSpPr>
        <p:spPr bwMode="auto">
          <a:xfrm>
            <a:off x="7886700" y="2814638"/>
            <a:ext cx="838200" cy="3030537"/>
          </a:xfrm>
          <a:prstGeom prst="cube">
            <a:avLst>
              <a:gd name="adj" fmla="val 10764"/>
            </a:avLst>
          </a:prstGeom>
          <a:solidFill>
            <a:srgbClr val="FFFF99"/>
          </a:solidFill>
          <a:ln w="19050">
            <a:solidFill>
              <a:schemeClr val="tx1"/>
            </a:solidFill>
            <a:miter lim="800000"/>
            <a:headEnd type="none" w="sm" len="lg"/>
            <a:tailEnd type="none" w="sm" len="lg"/>
          </a:ln>
        </p:spPr>
        <p:txBody>
          <a:bodyPr wrap="none" anchor="ctr"/>
          <a:lstStyle/>
          <a:p>
            <a:endParaRPr lang="zh-CN" altLang="en-US"/>
          </a:p>
        </p:txBody>
      </p:sp>
      <p:sp>
        <p:nvSpPr>
          <p:cNvPr id="143375" name="Text Box 15"/>
          <p:cNvSpPr txBox="1">
            <a:spLocks noChangeArrowheads="1"/>
          </p:cNvSpPr>
          <p:nvPr/>
        </p:nvSpPr>
        <p:spPr bwMode="auto">
          <a:xfrm>
            <a:off x="7924800" y="2992438"/>
            <a:ext cx="325438" cy="396875"/>
          </a:xfrm>
          <a:prstGeom prst="rect">
            <a:avLst/>
          </a:prstGeom>
          <a:noFill/>
          <a:ln w="12700">
            <a:noFill/>
            <a:miter lim="800000"/>
            <a:headEnd/>
            <a:tailEnd/>
          </a:ln>
        </p:spPr>
        <p:txBody>
          <a:bodyPr wrap="none">
            <a:spAutoFit/>
          </a:bodyPr>
          <a:lstStyle/>
          <a:p>
            <a:pPr defTabSz="762000" eaLnBrk="0" hangingPunct="0"/>
            <a:r>
              <a:rPr kumimoji="1" lang="en-US" altLang="zh-CN" sz="2000">
                <a:solidFill>
                  <a:srgbClr val="333399"/>
                </a:solidFill>
              </a:rPr>
              <a:t>5</a:t>
            </a:r>
          </a:p>
        </p:txBody>
      </p:sp>
      <p:sp>
        <p:nvSpPr>
          <p:cNvPr id="143376" name="Text Box 16"/>
          <p:cNvSpPr txBox="1">
            <a:spLocks noChangeArrowheads="1"/>
          </p:cNvSpPr>
          <p:nvPr/>
        </p:nvSpPr>
        <p:spPr bwMode="auto">
          <a:xfrm>
            <a:off x="7924800" y="3619500"/>
            <a:ext cx="325438" cy="396875"/>
          </a:xfrm>
          <a:prstGeom prst="rect">
            <a:avLst/>
          </a:prstGeom>
          <a:noFill/>
          <a:ln w="12700">
            <a:noFill/>
            <a:miter lim="800000"/>
            <a:headEnd/>
            <a:tailEnd/>
          </a:ln>
        </p:spPr>
        <p:txBody>
          <a:bodyPr wrap="none">
            <a:spAutoFit/>
          </a:bodyPr>
          <a:lstStyle/>
          <a:p>
            <a:pPr defTabSz="762000" eaLnBrk="0" hangingPunct="0"/>
            <a:r>
              <a:rPr kumimoji="1" lang="en-US" altLang="zh-CN" sz="2000">
                <a:solidFill>
                  <a:srgbClr val="333399"/>
                </a:solidFill>
              </a:rPr>
              <a:t>4</a:t>
            </a:r>
          </a:p>
        </p:txBody>
      </p:sp>
      <p:sp>
        <p:nvSpPr>
          <p:cNvPr id="143377" name="Text Box 17"/>
          <p:cNvSpPr txBox="1">
            <a:spLocks noChangeArrowheads="1"/>
          </p:cNvSpPr>
          <p:nvPr/>
        </p:nvSpPr>
        <p:spPr bwMode="auto">
          <a:xfrm>
            <a:off x="7924800" y="4176713"/>
            <a:ext cx="325438" cy="396875"/>
          </a:xfrm>
          <a:prstGeom prst="rect">
            <a:avLst/>
          </a:prstGeom>
          <a:noFill/>
          <a:ln w="12700">
            <a:noFill/>
            <a:miter lim="800000"/>
            <a:headEnd/>
            <a:tailEnd/>
          </a:ln>
        </p:spPr>
        <p:txBody>
          <a:bodyPr wrap="none">
            <a:spAutoFit/>
          </a:bodyPr>
          <a:lstStyle/>
          <a:p>
            <a:pPr defTabSz="762000" eaLnBrk="0" hangingPunct="0"/>
            <a:r>
              <a:rPr kumimoji="1" lang="en-US" altLang="zh-CN" sz="2000">
                <a:solidFill>
                  <a:srgbClr val="333399"/>
                </a:solidFill>
              </a:rPr>
              <a:t>3</a:t>
            </a:r>
          </a:p>
        </p:txBody>
      </p:sp>
      <p:sp>
        <p:nvSpPr>
          <p:cNvPr id="143378" name="Text Box 18"/>
          <p:cNvSpPr txBox="1">
            <a:spLocks noChangeArrowheads="1"/>
          </p:cNvSpPr>
          <p:nvPr/>
        </p:nvSpPr>
        <p:spPr bwMode="auto">
          <a:xfrm>
            <a:off x="7924800" y="4737100"/>
            <a:ext cx="325438" cy="396875"/>
          </a:xfrm>
          <a:prstGeom prst="rect">
            <a:avLst/>
          </a:prstGeom>
          <a:noFill/>
          <a:ln w="12700">
            <a:noFill/>
            <a:miter lim="800000"/>
            <a:headEnd/>
            <a:tailEnd/>
          </a:ln>
        </p:spPr>
        <p:txBody>
          <a:bodyPr wrap="none">
            <a:spAutoFit/>
          </a:bodyPr>
          <a:lstStyle/>
          <a:p>
            <a:pPr defTabSz="762000" eaLnBrk="0" hangingPunct="0"/>
            <a:r>
              <a:rPr kumimoji="1" lang="en-US" altLang="zh-CN" sz="2000">
                <a:solidFill>
                  <a:srgbClr val="333399"/>
                </a:solidFill>
              </a:rPr>
              <a:t>2</a:t>
            </a:r>
          </a:p>
        </p:txBody>
      </p:sp>
      <p:sp>
        <p:nvSpPr>
          <p:cNvPr id="143379" name="Text Box 19"/>
          <p:cNvSpPr txBox="1">
            <a:spLocks noChangeArrowheads="1"/>
          </p:cNvSpPr>
          <p:nvPr/>
        </p:nvSpPr>
        <p:spPr bwMode="auto">
          <a:xfrm>
            <a:off x="7924800" y="5302250"/>
            <a:ext cx="325438" cy="396875"/>
          </a:xfrm>
          <a:prstGeom prst="rect">
            <a:avLst/>
          </a:prstGeom>
          <a:noFill/>
          <a:ln w="12700">
            <a:noFill/>
            <a:miter lim="800000"/>
            <a:headEnd/>
            <a:tailEnd/>
          </a:ln>
        </p:spPr>
        <p:txBody>
          <a:bodyPr wrap="none">
            <a:spAutoFit/>
          </a:bodyPr>
          <a:lstStyle/>
          <a:p>
            <a:pPr defTabSz="762000" eaLnBrk="0" hangingPunct="0"/>
            <a:r>
              <a:rPr kumimoji="1" lang="en-US" altLang="zh-CN" sz="2000">
                <a:solidFill>
                  <a:srgbClr val="333399"/>
                </a:solidFill>
              </a:rPr>
              <a:t>1</a:t>
            </a:r>
          </a:p>
        </p:txBody>
      </p:sp>
      <p:sp>
        <p:nvSpPr>
          <p:cNvPr id="143380" name="Freeform 20"/>
          <p:cNvSpPr>
            <a:spLocks/>
          </p:cNvSpPr>
          <p:nvPr/>
        </p:nvSpPr>
        <p:spPr bwMode="auto">
          <a:xfrm>
            <a:off x="7886700" y="3414713"/>
            <a:ext cx="847725" cy="61912"/>
          </a:xfrm>
          <a:custGeom>
            <a:avLst/>
            <a:gdLst>
              <a:gd name="T0" fmla="*/ 0 w 534"/>
              <a:gd name="T1" fmla="*/ 2147483647 h 42"/>
              <a:gd name="T2" fmla="*/ 2147483647 w 534"/>
              <a:gd name="T3" fmla="*/ 2147483647 h 42"/>
              <a:gd name="T4" fmla="*/ 2147483647 w 534"/>
              <a:gd name="T5" fmla="*/ 0 h 42"/>
              <a:gd name="T6" fmla="*/ 0 60000 65536"/>
              <a:gd name="T7" fmla="*/ 0 60000 65536"/>
              <a:gd name="T8" fmla="*/ 0 60000 65536"/>
              <a:gd name="T9" fmla="*/ 0 w 534"/>
              <a:gd name="T10" fmla="*/ 0 h 42"/>
              <a:gd name="T11" fmla="*/ 534 w 534"/>
              <a:gd name="T12" fmla="*/ 42 h 42"/>
            </a:gdLst>
            <a:ahLst/>
            <a:cxnLst>
              <a:cxn ang="T6">
                <a:pos x="T0" y="T1"/>
              </a:cxn>
              <a:cxn ang="T7">
                <a:pos x="T2" y="T3"/>
              </a:cxn>
              <a:cxn ang="T8">
                <a:pos x="T4" y="T5"/>
              </a:cxn>
            </a:cxnLst>
            <a:rect l="T9" t="T10" r="T11" b="T12"/>
            <a:pathLst>
              <a:path w="534" h="42">
                <a:moveTo>
                  <a:pt x="0" y="42"/>
                </a:moveTo>
                <a:lnTo>
                  <a:pt x="468" y="42"/>
                </a:lnTo>
                <a:cubicBezTo>
                  <a:pt x="490" y="28"/>
                  <a:pt x="534" y="0"/>
                  <a:pt x="534" y="0"/>
                </a:cubicBezTo>
              </a:path>
            </a:pathLst>
          </a:custGeom>
          <a:noFill/>
          <a:ln w="19050">
            <a:solidFill>
              <a:schemeClr val="tx1"/>
            </a:solidFill>
            <a:round/>
            <a:headEnd type="none" w="sm" len="lg"/>
            <a:tailEnd type="none" w="sm" len="lg"/>
          </a:ln>
        </p:spPr>
        <p:txBody>
          <a:bodyPr wrap="none" anchor="ctr"/>
          <a:lstStyle/>
          <a:p>
            <a:endParaRPr lang="zh-CN" altLang="en-US"/>
          </a:p>
        </p:txBody>
      </p:sp>
      <p:sp>
        <p:nvSpPr>
          <p:cNvPr id="143381" name="Freeform 21"/>
          <p:cNvSpPr>
            <a:spLocks/>
          </p:cNvSpPr>
          <p:nvPr/>
        </p:nvSpPr>
        <p:spPr bwMode="auto">
          <a:xfrm>
            <a:off x="7896225" y="3989388"/>
            <a:ext cx="847725" cy="61912"/>
          </a:xfrm>
          <a:custGeom>
            <a:avLst/>
            <a:gdLst>
              <a:gd name="T0" fmla="*/ 0 w 534"/>
              <a:gd name="T1" fmla="*/ 2147483647 h 42"/>
              <a:gd name="T2" fmla="*/ 2147483647 w 534"/>
              <a:gd name="T3" fmla="*/ 2147483647 h 42"/>
              <a:gd name="T4" fmla="*/ 2147483647 w 534"/>
              <a:gd name="T5" fmla="*/ 0 h 42"/>
              <a:gd name="T6" fmla="*/ 0 60000 65536"/>
              <a:gd name="T7" fmla="*/ 0 60000 65536"/>
              <a:gd name="T8" fmla="*/ 0 60000 65536"/>
              <a:gd name="T9" fmla="*/ 0 w 534"/>
              <a:gd name="T10" fmla="*/ 0 h 42"/>
              <a:gd name="T11" fmla="*/ 534 w 534"/>
              <a:gd name="T12" fmla="*/ 42 h 42"/>
            </a:gdLst>
            <a:ahLst/>
            <a:cxnLst>
              <a:cxn ang="T6">
                <a:pos x="T0" y="T1"/>
              </a:cxn>
              <a:cxn ang="T7">
                <a:pos x="T2" y="T3"/>
              </a:cxn>
              <a:cxn ang="T8">
                <a:pos x="T4" y="T5"/>
              </a:cxn>
            </a:cxnLst>
            <a:rect l="T9" t="T10" r="T11" b="T12"/>
            <a:pathLst>
              <a:path w="534" h="42">
                <a:moveTo>
                  <a:pt x="0" y="36"/>
                </a:moveTo>
                <a:lnTo>
                  <a:pt x="468" y="42"/>
                </a:lnTo>
                <a:cubicBezTo>
                  <a:pt x="490" y="28"/>
                  <a:pt x="534" y="0"/>
                  <a:pt x="534" y="0"/>
                </a:cubicBezTo>
              </a:path>
            </a:pathLst>
          </a:custGeom>
          <a:noFill/>
          <a:ln w="19050">
            <a:solidFill>
              <a:schemeClr val="tx1"/>
            </a:solidFill>
            <a:round/>
            <a:headEnd type="none" w="sm" len="lg"/>
            <a:tailEnd type="none" w="sm" len="lg"/>
          </a:ln>
        </p:spPr>
        <p:txBody>
          <a:bodyPr wrap="none" anchor="ctr"/>
          <a:lstStyle/>
          <a:p>
            <a:endParaRPr lang="zh-CN" altLang="en-US"/>
          </a:p>
        </p:txBody>
      </p:sp>
      <p:sp>
        <p:nvSpPr>
          <p:cNvPr id="143382" name="Freeform 22"/>
          <p:cNvSpPr>
            <a:spLocks/>
          </p:cNvSpPr>
          <p:nvPr/>
        </p:nvSpPr>
        <p:spPr bwMode="auto">
          <a:xfrm>
            <a:off x="7874000" y="4565650"/>
            <a:ext cx="869950" cy="60325"/>
          </a:xfrm>
          <a:custGeom>
            <a:avLst/>
            <a:gdLst>
              <a:gd name="T0" fmla="*/ 0 w 548"/>
              <a:gd name="T1" fmla="*/ 2147483647 h 42"/>
              <a:gd name="T2" fmla="*/ 2147483647 w 548"/>
              <a:gd name="T3" fmla="*/ 2147483647 h 42"/>
              <a:gd name="T4" fmla="*/ 2147483647 w 548"/>
              <a:gd name="T5" fmla="*/ 0 h 42"/>
              <a:gd name="T6" fmla="*/ 0 60000 65536"/>
              <a:gd name="T7" fmla="*/ 0 60000 65536"/>
              <a:gd name="T8" fmla="*/ 0 60000 65536"/>
              <a:gd name="T9" fmla="*/ 0 w 548"/>
              <a:gd name="T10" fmla="*/ 0 h 42"/>
              <a:gd name="T11" fmla="*/ 548 w 548"/>
              <a:gd name="T12" fmla="*/ 42 h 42"/>
            </a:gdLst>
            <a:ahLst/>
            <a:cxnLst>
              <a:cxn ang="T6">
                <a:pos x="T0" y="T1"/>
              </a:cxn>
              <a:cxn ang="T7">
                <a:pos x="T2" y="T3"/>
              </a:cxn>
              <a:cxn ang="T8">
                <a:pos x="T4" y="T5"/>
              </a:cxn>
            </a:cxnLst>
            <a:rect l="T9" t="T10" r="T11" b="T12"/>
            <a:pathLst>
              <a:path w="548" h="42">
                <a:moveTo>
                  <a:pt x="0" y="42"/>
                </a:moveTo>
                <a:lnTo>
                  <a:pt x="482" y="42"/>
                </a:lnTo>
                <a:cubicBezTo>
                  <a:pt x="504" y="28"/>
                  <a:pt x="548" y="0"/>
                  <a:pt x="548" y="0"/>
                </a:cubicBezTo>
              </a:path>
            </a:pathLst>
          </a:custGeom>
          <a:noFill/>
          <a:ln w="19050">
            <a:solidFill>
              <a:schemeClr val="tx1"/>
            </a:solidFill>
            <a:round/>
            <a:headEnd type="none" w="sm" len="lg"/>
            <a:tailEnd type="none" w="sm" len="lg"/>
          </a:ln>
        </p:spPr>
        <p:txBody>
          <a:bodyPr wrap="none" anchor="ctr"/>
          <a:lstStyle/>
          <a:p>
            <a:endParaRPr lang="zh-CN" altLang="en-US"/>
          </a:p>
        </p:txBody>
      </p:sp>
      <p:sp>
        <p:nvSpPr>
          <p:cNvPr id="143383" name="Freeform 23"/>
          <p:cNvSpPr>
            <a:spLocks/>
          </p:cNvSpPr>
          <p:nvPr/>
        </p:nvSpPr>
        <p:spPr bwMode="auto">
          <a:xfrm>
            <a:off x="7874000" y="5157788"/>
            <a:ext cx="860425" cy="60325"/>
          </a:xfrm>
          <a:custGeom>
            <a:avLst/>
            <a:gdLst>
              <a:gd name="T0" fmla="*/ 0 w 542"/>
              <a:gd name="T1" fmla="*/ 2147483647 h 42"/>
              <a:gd name="T2" fmla="*/ 2147483647 w 542"/>
              <a:gd name="T3" fmla="*/ 2147483647 h 42"/>
              <a:gd name="T4" fmla="*/ 2147483647 w 542"/>
              <a:gd name="T5" fmla="*/ 0 h 42"/>
              <a:gd name="T6" fmla="*/ 0 60000 65536"/>
              <a:gd name="T7" fmla="*/ 0 60000 65536"/>
              <a:gd name="T8" fmla="*/ 0 60000 65536"/>
              <a:gd name="T9" fmla="*/ 0 w 542"/>
              <a:gd name="T10" fmla="*/ 0 h 42"/>
              <a:gd name="T11" fmla="*/ 542 w 542"/>
              <a:gd name="T12" fmla="*/ 42 h 42"/>
            </a:gdLst>
            <a:ahLst/>
            <a:cxnLst>
              <a:cxn ang="T6">
                <a:pos x="T0" y="T1"/>
              </a:cxn>
              <a:cxn ang="T7">
                <a:pos x="T2" y="T3"/>
              </a:cxn>
              <a:cxn ang="T8">
                <a:pos x="T4" y="T5"/>
              </a:cxn>
            </a:cxnLst>
            <a:rect l="T9" t="T10" r="T11" b="T12"/>
            <a:pathLst>
              <a:path w="542" h="42">
                <a:moveTo>
                  <a:pt x="0" y="42"/>
                </a:moveTo>
                <a:lnTo>
                  <a:pt x="476" y="42"/>
                </a:lnTo>
                <a:cubicBezTo>
                  <a:pt x="498" y="28"/>
                  <a:pt x="542" y="0"/>
                  <a:pt x="542" y="0"/>
                </a:cubicBezTo>
              </a:path>
            </a:pathLst>
          </a:custGeom>
          <a:noFill/>
          <a:ln w="19050">
            <a:solidFill>
              <a:schemeClr val="tx1"/>
            </a:solidFill>
            <a:round/>
            <a:headEnd type="none" w="sm" len="lg"/>
            <a:tailEnd type="none" w="sm" len="lg"/>
          </a:ln>
        </p:spPr>
        <p:txBody>
          <a:bodyPr wrap="none" anchor="ctr"/>
          <a:lstStyle/>
          <a:p>
            <a:endParaRPr lang="zh-CN" altLang="en-US"/>
          </a:p>
        </p:txBody>
      </p:sp>
      <p:sp>
        <p:nvSpPr>
          <p:cNvPr id="143384" name="Text Box 24"/>
          <p:cNvSpPr txBox="1">
            <a:spLocks noChangeArrowheads="1"/>
          </p:cNvSpPr>
          <p:nvPr/>
        </p:nvSpPr>
        <p:spPr bwMode="auto">
          <a:xfrm>
            <a:off x="395288" y="1973263"/>
            <a:ext cx="868362" cy="396875"/>
          </a:xfrm>
          <a:prstGeom prst="rect">
            <a:avLst/>
          </a:prstGeom>
          <a:noFill/>
          <a:ln w="12700">
            <a:noFill/>
            <a:miter lim="800000"/>
            <a:headEnd type="none" w="sm" len="lg"/>
            <a:tailEnd type="none" w="sm" len="lg"/>
          </a:ln>
        </p:spPr>
        <p:txBody>
          <a:bodyPr wrap="none">
            <a:spAutoFit/>
          </a:bodyPr>
          <a:lstStyle/>
          <a:p>
            <a:pPr defTabSz="762000" eaLnBrk="0" hangingPunct="0"/>
            <a:r>
              <a:rPr kumimoji="1" lang="zh-CN" altLang="en-US" sz="2000">
                <a:solidFill>
                  <a:srgbClr val="333399"/>
                </a:solidFill>
                <a:ea typeface="黑体" pitchFamily="49" charset="-122"/>
              </a:rPr>
              <a:t>主机</a:t>
            </a:r>
            <a:r>
              <a:rPr kumimoji="1" lang="zh-CN" altLang="en-US" sz="1000">
                <a:solidFill>
                  <a:srgbClr val="333399"/>
                </a:solidFill>
                <a:ea typeface="黑体" pitchFamily="49" charset="-122"/>
              </a:rPr>
              <a:t> </a:t>
            </a:r>
            <a:r>
              <a:rPr kumimoji="1" lang="en-US" altLang="zh-CN" sz="2000">
                <a:solidFill>
                  <a:srgbClr val="333399"/>
                </a:solidFill>
                <a:ea typeface="黑体" pitchFamily="49" charset="-122"/>
              </a:rPr>
              <a:t>1</a:t>
            </a:r>
          </a:p>
        </p:txBody>
      </p:sp>
      <p:sp>
        <p:nvSpPr>
          <p:cNvPr id="143385" name="AutoShape 25"/>
          <p:cNvSpPr>
            <a:spLocks noChangeArrowheads="1"/>
          </p:cNvSpPr>
          <p:nvPr/>
        </p:nvSpPr>
        <p:spPr bwMode="auto">
          <a:xfrm>
            <a:off x="8034338" y="2317750"/>
            <a:ext cx="685800" cy="557213"/>
          </a:xfrm>
          <a:prstGeom prst="cube">
            <a:avLst>
              <a:gd name="adj" fmla="val 17593"/>
            </a:avLst>
          </a:prstGeom>
          <a:solidFill>
            <a:srgbClr val="FFFF99"/>
          </a:solidFill>
          <a:ln w="19050">
            <a:solidFill>
              <a:schemeClr val="tx1"/>
            </a:solidFill>
            <a:miter lim="800000"/>
            <a:headEnd type="none" w="sm" len="lg"/>
            <a:tailEnd type="none" w="sm" len="lg"/>
          </a:ln>
        </p:spPr>
        <p:txBody>
          <a:bodyPr wrap="none" anchor="ctr"/>
          <a:lstStyle/>
          <a:p>
            <a:endParaRPr lang="zh-CN" altLang="en-US"/>
          </a:p>
        </p:txBody>
      </p:sp>
      <p:sp>
        <p:nvSpPr>
          <p:cNvPr id="143386" name="Text Box 26"/>
          <p:cNvSpPr txBox="1">
            <a:spLocks noChangeArrowheads="1"/>
          </p:cNvSpPr>
          <p:nvPr/>
        </p:nvSpPr>
        <p:spPr bwMode="auto">
          <a:xfrm>
            <a:off x="8027988" y="2422525"/>
            <a:ext cx="615950" cy="396875"/>
          </a:xfrm>
          <a:prstGeom prst="rect">
            <a:avLst/>
          </a:prstGeom>
          <a:noFill/>
          <a:ln w="12700">
            <a:noFill/>
            <a:miter lim="800000"/>
            <a:headEnd/>
            <a:tailEnd/>
          </a:ln>
        </p:spPr>
        <p:txBody>
          <a:bodyPr wrap="none">
            <a:spAutoFit/>
          </a:bodyPr>
          <a:lstStyle/>
          <a:p>
            <a:pPr defTabSz="762000" eaLnBrk="0" hangingPunct="0"/>
            <a:r>
              <a:rPr kumimoji="1" lang="en-US" altLang="zh-CN" sz="2000">
                <a:solidFill>
                  <a:srgbClr val="333399"/>
                </a:solidFill>
              </a:rPr>
              <a:t>AP</a:t>
            </a:r>
            <a:r>
              <a:rPr kumimoji="1" lang="en-US" altLang="zh-CN" sz="2000" b="1" baseline="-25000">
                <a:solidFill>
                  <a:srgbClr val="333399"/>
                </a:solidFill>
              </a:rPr>
              <a:t>2</a:t>
            </a:r>
            <a:endParaRPr kumimoji="1" lang="en-US" altLang="zh-CN" sz="2000" b="1">
              <a:solidFill>
                <a:srgbClr val="333399"/>
              </a:solidFill>
            </a:endParaRPr>
          </a:p>
        </p:txBody>
      </p:sp>
      <p:sp>
        <p:nvSpPr>
          <p:cNvPr id="143387" name="AutoShape 27"/>
          <p:cNvSpPr>
            <a:spLocks noChangeArrowheads="1"/>
          </p:cNvSpPr>
          <p:nvPr/>
        </p:nvSpPr>
        <p:spPr bwMode="auto">
          <a:xfrm>
            <a:off x="538163" y="2360613"/>
            <a:ext cx="685800" cy="557212"/>
          </a:xfrm>
          <a:prstGeom prst="cube">
            <a:avLst>
              <a:gd name="adj" fmla="val 17593"/>
            </a:avLst>
          </a:prstGeom>
          <a:solidFill>
            <a:srgbClr val="FFFF99"/>
          </a:solidFill>
          <a:ln w="19050">
            <a:solidFill>
              <a:schemeClr val="tx1"/>
            </a:solidFill>
            <a:miter lim="800000"/>
            <a:headEnd type="none" w="sm" len="lg"/>
            <a:tailEnd type="none" w="sm" len="lg"/>
          </a:ln>
        </p:spPr>
        <p:txBody>
          <a:bodyPr wrap="none" anchor="ctr"/>
          <a:lstStyle/>
          <a:p>
            <a:endParaRPr lang="zh-CN" altLang="en-US"/>
          </a:p>
        </p:txBody>
      </p:sp>
      <p:sp>
        <p:nvSpPr>
          <p:cNvPr id="143388" name="Text Box 28"/>
          <p:cNvSpPr txBox="1">
            <a:spLocks noChangeArrowheads="1"/>
          </p:cNvSpPr>
          <p:nvPr/>
        </p:nvSpPr>
        <p:spPr bwMode="auto">
          <a:xfrm>
            <a:off x="558800" y="2481263"/>
            <a:ext cx="615950" cy="396875"/>
          </a:xfrm>
          <a:prstGeom prst="rect">
            <a:avLst/>
          </a:prstGeom>
          <a:noFill/>
          <a:ln w="12700">
            <a:noFill/>
            <a:miter lim="800000"/>
            <a:headEnd/>
            <a:tailEnd/>
          </a:ln>
        </p:spPr>
        <p:txBody>
          <a:bodyPr wrap="none">
            <a:spAutoFit/>
          </a:bodyPr>
          <a:lstStyle/>
          <a:p>
            <a:pPr defTabSz="762000" eaLnBrk="0" hangingPunct="0"/>
            <a:r>
              <a:rPr kumimoji="1" lang="en-US" altLang="zh-CN" sz="2000">
                <a:solidFill>
                  <a:srgbClr val="333399"/>
                </a:solidFill>
              </a:rPr>
              <a:t>AP</a:t>
            </a:r>
            <a:r>
              <a:rPr kumimoji="1" lang="en-US" altLang="zh-CN" sz="2000" b="1" baseline="-25000">
                <a:solidFill>
                  <a:srgbClr val="333399"/>
                </a:solidFill>
              </a:rPr>
              <a:t>1</a:t>
            </a:r>
            <a:endParaRPr kumimoji="1" lang="en-US" altLang="zh-CN" sz="2000" b="1">
              <a:solidFill>
                <a:srgbClr val="333399"/>
              </a:solidFill>
            </a:endParaRPr>
          </a:p>
        </p:txBody>
      </p:sp>
      <p:sp>
        <p:nvSpPr>
          <p:cNvPr id="116765" name="AutoShape 29"/>
          <p:cNvSpPr>
            <a:spLocks noChangeArrowheads="1"/>
          </p:cNvSpPr>
          <p:nvPr/>
        </p:nvSpPr>
        <p:spPr bwMode="auto">
          <a:xfrm flipV="1">
            <a:off x="654050" y="3354388"/>
            <a:ext cx="196850" cy="361950"/>
          </a:xfrm>
          <a:prstGeom prst="upArrow">
            <a:avLst>
              <a:gd name="adj1" fmla="val 50000"/>
              <a:gd name="adj2" fmla="val 45968"/>
            </a:avLst>
          </a:prstGeom>
          <a:solidFill>
            <a:schemeClr val="hlink"/>
          </a:solidFill>
          <a:ln w="12700">
            <a:solidFill>
              <a:schemeClr val="tx1"/>
            </a:solidFill>
            <a:miter lim="800000"/>
            <a:headEnd/>
            <a:tailEnd/>
          </a:ln>
        </p:spPr>
        <p:txBody>
          <a:bodyPr vert="eaVert" wrap="none" anchor="ctr"/>
          <a:lstStyle/>
          <a:p>
            <a:endParaRPr lang="zh-CN" altLang="en-US"/>
          </a:p>
        </p:txBody>
      </p:sp>
      <p:sp>
        <p:nvSpPr>
          <p:cNvPr id="143390" name="Text Box 30"/>
          <p:cNvSpPr txBox="1">
            <a:spLocks noChangeArrowheads="1"/>
          </p:cNvSpPr>
          <p:nvPr/>
        </p:nvSpPr>
        <p:spPr bwMode="auto">
          <a:xfrm>
            <a:off x="7770813" y="1973263"/>
            <a:ext cx="868362" cy="396875"/>
          </a:xfrm>
          <a:prstGeom prst="rect">
            <a:avLst/>
          </a:prstGeom>
          <a:noFill/>
          <a:ln w="12700">
            <a:noFill/>
            <a:miter lim="800000"/>
            <a:headEnd type="none" w="sm" len="lg"/>
            <a:tailEnd type="none" w="sm" len="lg"/>
          </a:ln>
        </p:spPr>
        <p:txBody>
          <a:bodyPr wrap="none">
            <a:spAutoFit/>
          </a:bodyPr>
          <a:lstStyle/>
          <a:p>
            <a:pPr defTabSz="762000" eaLnBrk="0" hangingPunct="0"/>
            <a:r>
              <a:rPr kumimoji="1" lang="zh-CN" altLang="en-US" sz="2000">
                <a:solidFill>
                  <a:srgbClr val="333399"/>
                </a:solidFill>
                <a:ea typeface="黑体" pitchFamily="49" charset="-122"/>
              </a:rPr>
              <a:t>主机</a:t>
            </a:r>
            <a:r>
              <a:rPr kumimoji="1" lang="zh-CN" altLang="en-US" sz="1000">
                <a:solidFill>
                  <a:srgbClr val="333399"/>
                </a:solidFill>
                <a:ea typeface="黑体" pitchFamily="49" charset="-122"/>
              </a:rPr>
              <a:t> </a:t>
            </a:r>
            <a:r>
              <a:rPr kumimoji="1" lang="en-US" altLang="zh-CN" sz="2000">
                <a:solidFill>
                  <a:srgbClr val="333399"/>
                </a:solidFill>
                <a:ea typeface="黑体" pitchFamily="49" charset="-122"/>
              </a:rPr>
              <a:t>2</a:t>
            </a:r>
          </a:p>
        </p:txBody>
      </p:sp>
      <p:sp>
        <p:nvSpPr>
          <p:cNvPr id="143391" name="Text Box 31"/>
          <p:cNvSpPr txBox="1">
            <a:spLocks noChangeArrowheads="1"/>
          </p:cNvSpPr>
          <p:nvPr/>
        </p:nvSpPr>
        <p:spPr bwMode="auto">
          <a:xfrm>
            <a:off x="1619250" y="3068638"/>
            <a:ext cx="4044950" cy="457200"/>
          </a:xfrm>
          <a:prstGeom prst="rect">
            <a:avLst/>
          </a:prstGeom>
          <a:noFill/>
          <a:ln w="12700">
            <a:noFill/>
            <a:miter lim="800000"/>
            <a:headEnd type="none" w="sm" len="lg"/>
            <a:tailEnd type="none" w="sm" len="lg"/>
          </a:ln>
        </p:spPr>
        <p:txBody>
          <a:bodyPr wrap="none">
            <a:spAutoFit/>
          </a:bodyPr>
          <a:lstStyle/>
          <a:p>
            <a:pPr defTabSz="762000" eaLnBrk="0" hangingPunct="0"/>
            <a:r>
              <a:rPr kumimoji="1" lang="zh-CN" altLang="en-US" sz="2400">
                <a:solidFill>
                  <a:srgbClr val="333399"/>
                </a:solidFill>
                <a:ea typeface="黑体" pitchFamily="49" charset="-122"/>
              </a:rPr>
              <a:t>应用层 </a:t>
            </a:r>
            <a:r>
              <a:rPr kumimoji="1" lang="en-US" altLang="zh-CN" sz="2400">
                <a:solidFill>
                  <a:srgbClr val="333399"/>
                </a:solidFill>
                <a:ea typeface="黑体" pitchFamily="49" charset="-122"/>
              </a:rPr>
              <a:t>PDU </a:t>
            </a:r>
            <a:r>
              <a:rPr kumimoji="1" lang="zh-CN" altLang="en-US" sz="2400">
                <a:solidFill>
                  <a:srgbClr val="333399"/>
                </a:solidFill>
                <a:ea typeface="黑体" pitchFamily="49" charset="-122"/>
              </a:rPr>
              <a:t>再传送到运输层</a:t>
            </a:r>
          </a:p>
        </p:txBody>
      </p:sp>
      <p:sp>
        <p:nvSpPr>
          <p:cNvPr id="116768" name="Text Box 32"/>
          <p:cNvSpPr txBox="1">
            <a:spLocks noChangeArrowheads="1"/>
          </p:cNvSpPr>
          <p:nvPr/>
        </p:nvSpPr>
        <p:spPr bwMode="auto">
          <a:xfrm>
            <a:off x="1619250" y="3600450"/>
            <a:ext cx="4756150" cy="457200"/>
          </a:xfrm>
          <a:prstGeom prst="rect">
            <a:avLst/>
          </a:prstGeom>
          <a:noFill/>
          <a:ln w="12700">
            <a:noFill/>
            <a:miter lim="800000"/>
            <a:headEnd type="none" w="sm" len="lg"/>
            <a:tailEnd type="none" w="sm" len="lg"/>
          </a:ln>
        </p:spPr>
        <p:txBody>
          <a:bodyPr wrap="none">
            <a:spAutoFit/>
          </a:bodyPr>
          <a:lstStyle/>
          <a:p>
            <a:pPr defTabSz="762000" eaLnBrk="0" hangingPunct="0"/>
            <a:r>
              <a:rPr kumimoji="1" lang="zh-CN" altLang="en-US" sz="2400">
                <a:solidFill>
                  <a:srgbClr val="333399"/>
                </a:solidFill>
                <a:ea typeface="黑体" pitchFamily="49" charset="-122"/>
              </a:rPr>
              <a:t>加上运输层首部，成为运输层报文</a:t>
            </a:r>
            <a:endParaRPr kumimoji="1" lang="zh-CN" altLang="en-US" sz="3600">
              <a:solidFill>
                <a:srgbClr val="333399"/>
              </a:solidFill>
              <a:ea typeface="黑体" pitchFamily="49"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grpId="0" nodeType="afterEffect">
                                  <p:stCondLst>
                                    <p:cond delay="500"/>
                                  </p:stCondLst>
                                  <p:childTnLst>
                                    <p:set>
                                      <p:cBhvr>
                                        <p:cTn id="6" dur="1" fill="hold">
                                          <p:stCondLst>
                                            <p:cond delay="0"/>
                                          </p:stCondLst>
                                        </p:cTn>
                                        <p:tgtEl>
                                          <p:spTgt spid="116765"/>
                                        </p:tgtEl>
                                        <p:attrNameLst>
                                          <p:attrName>style.visibility</p:attrName>
                                        </p:attrNameLst>
                                      </p:cBhvr>
                                      <p:to>
                                        <p:strVal val="visible"/>
                                      </p:to>
                                    </p:set>
                                    <p:animEffect transition="in" filter="wipe(up)">
                                      <p:cBhvr>
                                        <p:cTn id="7" dur="1000"/>
                                        <p:tgtEl>
                                          <p:spTgt spid="116765"/>
                                        </p:tgtEl>
                                      </p:cBhvr>
                                    </p:animEffect>
                                  </p:childTnLst>
                                </p:cTn>
                              </p:par>
                            </p:childTnLst>
                          </p:cTn>
                        </p:par>
                        <p:par>
                          <p:cTn id="8" fill="hold">
                            <p:stCondLst>
                              <p:cond delay="1500"/>
                            </p:stCondLst>
                            <p:childTnLst>
                              <p:par>
                                <p:cTn id="9" presetID="1" presetClass="entr" presetSubtype="0" fill="hold" grpId="0" nodeType="afterEffect">
                                  <p:stCondLst>
                                    <p:cond delay="0"/>
                                  </p:stCondLst>
                                  <p:childTnLst>
                                    <p:set>
                                      <p:cBhvr>
                                        <p:cTn id="10" dur="1" fill="hold">
                                          <p:stCondLst>
                                            <p:cond delay="0"/>
                                          </p:stCondLst>
                                        </p:cTn>
                                        <p:tgtEl>
                                          <p:spTgt spid="11676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6765" grpId="0" animBg="1"/>
      <p:bldP spid="116768" grpId="0"/>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4386" name="Rectangle 2"/>
          <p:cNvSpPr>
            <a:spLocks noGrp="1" noChangeArrowheads="1"/>
          </p:cNvSpPr>
          <p:nvPr>
            <p:ph type="title"/>
          </p:nvPr>
        </p:nvSpPr>
        <p:spPr/>
        <p:txBody>
          <a:bodyPr/>
          <a:lstStyle/>
          <a:p>
            <a:pPr algn="ctr" eaLnBrk="1" hangingPunct="1"/>
            <a:r>
              <a:rPr lang="zh-CN" altLang="en-US" smtClean="0">
                <a:latin typeface="微软雅黑" pitchFamily="34" charset="-122"/>
                <a:ea typeface="微软雅黑" pitchFamily="34" charset="-122"/>
              </a:rPr>
              <a:t>主机</a:t>
            </a:r>
            <a:r>
              <a:rPr lang="zh-CN" altLang="en-US" sz="2400" smtClean="0">
                <a:latin typeface="微软雅黑" pitchFamily="34" charset="-122"/>
                <a:ea typeface="微软雅黑" pitchFamily="34" charset="-122"/>
              </a:rPr>
              <a:t> </a:t>
            </a:r>
            <a:r>
              <a:rPr lang="en-US" altLang="zh-CN" smtClean="0">
                <a:latin typeface="微软雅黑" pitchFamily="34" charset="-122"/>
                <a:ea typeface="微软雅黑" pitchFamily="34" charset="-122"/>
              </a:rPr>
              <a:t>1</a:t>
            </a:r>
            <a:r>
              <a:rPr lang="en-US" altLang="zh-CN" sz="2400" smtClean="0">
                <a:latin typeface="微软雅黑" pitchFamily="34" charset="-122"/>
                <a:ea typeface="微软雅黑" pitchFamily="34" charset="-122"/>
              </a:rPr>
              <a:t> </a:t>
            </a:r>
            <a:r>
              <a:rPr lang="zh-CN" altLang="en-US" smtClean="0">
                <a:latin typeface="微软雅黑" pitchFamily="34" charset="-122"/>
                <a:ea typeface="微软雅黑" pitchFamily="34" charset="-122"/>
              </a:rPr>
              <a:t>向主机</a:t>
            </a:r>
            <a:r>
              <a:rPr lang="zh-CN" altLang="en-US" sz="2400" smtClean="0">
                <a:latin typeface="微软雅黑" pitchFamily="34" charset="-122"/>
                <a:ea typeface="微软雅黑" pitchFamily="34" charset="-122"/>
              </a:rPr>
              <a:t> </a:t>
            </a:r>
            <a:r>
              <a:rPr lang="en-US" altLang="zh-CN" smtClean="0">
                <a:latin typeface="微软雅黑" pitchFamily="34" charset="-122"/>
                <a:ea typeface="微软雅黑" pitchFamily="34" charset="-122"/>
              </a:rPr>
              <a:t>2</a:t>
            </a:r>
            <a:r>
              <a:rPr lang="en-US" altLang="zh-CN" sz="2400" smtClean="0">
                <a:latin typeface="微软雅黑" pitchFamily="34" charset="-122"/>
                <a:ea typeface="微软雅黑" pitchFamily="34" charset="-122"/>
              </a:rPr>
              <a:t> </a:t>
            </a:r>
            <a:r>
              <a:rPr lang="zh-CN" altLang="en-US" smtClean="0">
                <a:latin typeface="微软雅黑" pitchFamily="34" charset="-122"/>
                <a:ea typeface="微软雅黑" pitchFamily="34" charset="-122"/>
              </a:rPr>
              <a:t>发送数据 </a:t>
            </a:r>
          </a:p>
        </p:txBody>
      </p:sp>
      <p:sp>
        <p:nvSpPr>
          <p:cNvPr id="144387" name="AutoShape 3"/>
          <p:cNvSpPr>
            <a:spLocks noChangeArrowheads="1"/>
          </p:cNvSpPr>
          <p:nvPr/>
        </p:nvSpPr>
        <p:spPr bwMode="auto">
          <a:xfrm rot="-5400000">
            <a:off x="4374356" y="1532732"/>
            <a:ext cx="417513" cy="8991600"/>
          </a:xfrm>
          <a:prstGeom prst="can">
            <a:avLst>
              <a:gd name="adj" fmla="val 48656"/>
            </a:avLst>
          </a:prstGeom>
          <a:gradFill rotWithShape="0">
            <a:gsLst>
              <a:gs pos="0">
                <a:srgbClr val="ACACAC"/>
              </a:gs>
              <a:gs pos="50000">
                <a:srgbClr val="EAEAEA"/>
              </a:gs>
              <a:gs pos="100000">
                <a:srgbClr val="ACACAC"/>
              </a:gs>
            </a:gsLst>
            <a:lin ang="5400000" scaled="1"/>
          </a:gradFill>
          <a:ln w="19050">
            <a:solidFill>
              <a:schemeClr val="tx1"/>
            </a:solidFill>
            <a:round/>
            <a:headEnd type="none" w="sm" len="lg"/>
            <a:tailEnd type="none" w="sm" len="lg"/>
          </a:ln>
        </p:spPr>
        <p:txBody>
          <a:bodyPr wrap="none" anchor="ctr"/>
          <a:lstStyle/>
          <a:p>
            <a:endParaRPr lang="zh-CN" altLang="en-US"/>
          </a:p>
        </p:txBody>
      </p:sp>
      <p:sp>
        <p:nvSpPr>
          <p:cNvPr id="144388" name="AutoShape 4"/>
          <p:cNvSpPr>
            <a:spLocks noChangeArrowheads="1"/>
          </p:cNvSpPr>
          <p:nvPr/>
        </p:nvSpPr>
        <p:spPr bwMode="auto">
          <a:xfrm>
            <a:off x="533400" y="2847975"/>
            <a:ext cx="838200" cy="2997200"/>
          </a:xfrm>
          <a:prstGeom prst="cube">
            <a:avLst>
              <a:gd name="adj" fmla="val 10764"/>
            </a:avLst>
          </a:prstGeom>
          <a:solidFill>
            <a:srgbClr val="FFFF99"/>
          </a:solidFill>
          <a:ln w="19050">
            <a:solidFill>
              <a:schemeClr val="tx1"/>
            </a:solidFill>
            <a:miter lim="800000"/>
            <a:headEnd type="none" w="sm" len="lg"/>
            <a:tailEnd type="none" w="sm" len="lg"/>
          </a:ln>
        </p:spPr>
        <p:txBody>
          <a:bodyPr wrap="none" anchor="ctr"/>
          <a:lstStyle/>
          <a:p>
            <a:endParaRPr lang="zh-CN" altLang="en-US"/>
          </a:p>
        </p:txBody>
      </p:sp>
      <p:sp>
        <p:nvSpPr>
          <p:cNvPr id="144389" name="Text Box 5"/>
          <p:cNvSpPr txBox="1">
            <a:spLocks noChangeArrowheads="1"/>
          </p:cNvSpPr>
          <p:nvPr/>
        </p:nvSpPr>
        <p:spPr bwMode="auto">
          <a:xfrm>
            <a:off x="781050" y="3027363"/>
            <a:ext cx="325438" cy="396875"/>
          </a:xfrm>
          <a:prstGeom prst="rect">
            <a:avLst/>
          </a:prstGeom>
          <a:noFill/>
          <a:ln w="12700">
            <a:noFill/>
            <a:miter lim="800000"/>
            <a:headEnd/>
            <a:tailEnd/>
          </a:ln>
        </p:spPr>
        <p:txBody>
          <a:bodyPr wrap="none">
            <a:spAutoFit/>
          </a:bodyPr>
          <a:lstStyle/>
          <a:p>
            <a:pPr defTabSz="762000" eaLnBrk="0" hangingPunct="0"/>
            <a:r>
              <a:rPr kumimoji="1" lang="en-US" altLang="zh-CN" sz="2000">
                <a:solidFill>
                  <a:srgbClr val="333399"/>
                </a:solidFill>
              </a:rPr>
              <a:t>5</a:t>
            </a:r>
          </a:p>
        </p:txBody>
      </p:sp>
      <p:sp>
        <p:nvSpPr>
          <p:cNvPr id="144390" name="Text Box 6"/>
          <p:cNvSpPr txBox="1">
            <a:spLocks noChangeArrowheads="1"/>
          </p:cNvSpPr>
          <p:nvPr/>
        </p:nvSpPr>
        <p:spPr bwMode="auto">
          <a:xfrm>
            <a:off x="781050" y="3654425"/>
            <a:ext cx="325438" cy="396875"/>
          </a:xfrm>
          <a:prstGeom prst="rect">
            <a:avLst/>
          </a:prstGeom>
          <a:noFill/>
          <a:ln w="12700">
            <a:noFill/>
            <a:miter lim="800000"/>
            <a:headEnd/>
            <a:tailEnd/>
          </a:ln>
        </p:spPr>
        <p:txBody>
          <a:bodyPr wrap="none">
            <a:spAutoFit/>
          </a:bodyPr>
          <a:lstStyle/>
          <a:p>
            <a:pPr defTabSz="762000" eaLnBrk="0" hangingPunct="0"/>
            <a:r>
              <a:rPr kumimoji="1" lang="en-US" altLang="zh-CN" sz="2000">
                <a:solidFill>
                  <a:srgbClr val="333399"/>
                </a:solidFill>
              </a:rPr>
              <a:t>4</a:t>
            </a:r>
          </a:p>
        </p:txBody>
      </p:sp>
      <p:sp>
        <p:nvSpPr>
          <p:cNvPr id="144391" name="Text Box 7"/>
          <p:cNvSpPr txBox="1">
            <a:spLocks noChangeArrowheads="1"/>
          </p:cNvSpPr>
          <p:nvPr/>
        </p:nvSpPr>
        <p:spPr bwMode="auto">
          <a:xfrm>
            <a:off x="781050" y="4211638"/>
            <a:ext cx="325438" cy="396875"/>
          </a:xfrm>
          <a:prstGeom prst="rect">
            <a:avLst/>
          </a:prstGeom>
          <a:noFill/>
          <a:ln w="12700">
            <a:noFill/>
            <a:miter lim="800000"/>
            <a:headEnd/>
            <a:tailEnd/>
          </a:ln>
        </p:spPr>
        <p:txBody>
          <a:bodyPr wrap="none">
            <a:spAutoFit/>
          </a:bodyPr>
          <a:lstStyle/>
          <a:p>
            <a:pPr defTabSz="762000" eaLnBrk="0" hangingPunct="0"/>
            <a:r>
              <a:rPr kumimoji="1" lang="en-US" altLang="zh-CN" sz="2000">
                <a:solidFill>
                  <a:srgbClr val="333399"/>
                </a:solidFill>
              </a:rPr>
              <a:t>3</a:t>
            </a:r>
          </a:p>
        </p:txBody>
      </p:sp>
      <p:sp>
        <p:nvSpPr>
          <p:cNvPr id="144392" name="Text Box 8"/>
          <p:cNvSpPr txBox="1">
            <a:spLocks noChangeArrowheads="1"/>
          </p:cNvSpPr>
          <p:nvPr/>
        </p:nvSpPr>
        <p:spPr bwMode="auto">
          <a:xfrm>
            <a:off x="781050" y="4770438"/>
            <a:ext cx="325438" cy="396875"/>
          </a:xfrm>
          <a:prstGeom prst="rect">
            <a:avLst/>
          </a:prstGeom>
          <a:noFill/>
          <a:ln w="12700">
            <a:noFill/>
            <a:miter lim="800000"/>
            <a:headEnd/>
            <a:tailEnd/>
          </a:ln>
        </p:spPr>
        <p:txBody>
          <a:bodyPr wrap="none">
            <a:spAutoFit/>
          </a:bodyPr>
          <a:lstStyle/>
          <a:p>
            <a:pPr defTabSz="762000" eaLnBrk="0" hangingPunct="0"/>
            <a:r>
              <a:rPr kumimoji="1" lang="en-US" altLang="zh-CN" sz="2000">
                <a:solidFill>
                  <a:srgbClr val="333399"/>
                </a:solidFill>
              </a:rPr>
              <a:t>2</a:t>
            </a:r>
          </a:p>
        </p:txBody>
      </p:sp>
      <p:sp>
        <p:nvSpPr>
          <p:cNvPr id="144393" name="Text Box 9"/>
          <p:cNvSpPr txBox="1">
            <a:spLocks noChangeArrowheads="1"/>
          </p:cNvSpPr>
          <p:nvPr/>
        </p:nvSpPr>
        <p:spPr bwMode="auto">
          <a:xfrm>
            <a:off x="781050" y="5337175"/>
            <a:ext cx="325438" cy="396875"/>
          </a:xfrm>
          <a:prstGeom prst="rect">
            <a:avLst/>
          </a:prstGeom>
          <a:noFill/>
          <a:ln w="12700">
            <a:noFill/>
            <a:miter lim="800000"/>
            <a:headEnd/>
            <a:tailEnd/>
          </a:ln>
        </p:spPr>
        <p:txBody>
          <a:bodyPr wrap="none">
            <a:spAutoFit/>
          </a:bodyPr>
          <a:lstStyle/>
          <a:p>
            <a:pPr defTabSz="762000" eaLnBrk="0" hangingPunct="0"/>
            <a:r>
              <a:rPr kumimoji="1" lang="en-US" altLang="zh-CN" sz="2000">
                <a:solidFill>
                  <a:srgbClr val="333399"/>
                </a:solidFill>
              </a:rPr>
              <a:t>1</a:t>
            </a:r>
          </a:p>
        </p:txBody>
      </p:sp>
      <p:sp>
        <p:nvSpPr>
          <p:cNvPr id="144394" name="Freeform 10"/>
          <p:cNvSpPr>
            <a:spLocks/>
          </p:cNvSpPr>
          <p:nvPr/>
        </p:nvSpPr>
        <p:spPr bwMode="auto">
          <a:xfrm>
            <a:off x="533400" y="3449638"/>
            <a:ext cx="847725" cy="61912"/>
          </a:xfrm>
          <a:custGeom>
            <a:avLst/>
            <a:gdLst>
              <a:gd name="T0" fmla="*/ 0 w 534"/>
              <a:gd name="T1" fmla="*/ 2147483647 h 42"/>
              <a:gd name="T2" fmla="*/ 2147483647 w 534"/>
              <a:gd name="T3" fmla="*/ 2147483647 h 42"/>
              <a:gd name="T4" fmla="*/ 2147483647 w 534"/>
              <a:gd name="T5" fmla="*/ 0 h 42"/>
              <a:gd name="T6" fmla="*/ 0 60000 65536"/>
              <a:gd name="T7" fmla="*/ 0 60000 65536"/>
              <a:gd name="T8" fmla="*/ 0 60000 65536"/>
              <a:gd name="T9" fmla="*/ 0 w 534"/>
              <a:gd name="T10" fmla="*/ 0 h 42"/>
              <a:gd name="T11" fmla="*/ 534 w 534"/>
              <a:gd name="T12" fmla="*/ 42 h 42"/>
            </a:gdLst>
            <a:ahLst/>
            <a:cxnLst>
              <a:cxn ang="T6">
                <a:pos x="T0" y="T1"/>
              </a:cxn>
              <a:cxn ang="T7">
                <a:pos x="T2" y="T3"/>
              </a:cxn>
              <a:cxn ang="T8">
                <a:pos x="T4" y="T5"/>
              </a:cxn>
            </a:cxnLst>
            <a:rect l="T9" t="T10" r="T11" b="T12"/>
            <a:pathLst>
              <a:path w="534" h="42">
                <a:moveTo>
                  <a:pt x="0" y="42"/>
                </a:moveTo>
                <a:lnTo>
                  <a:pt x="468" y="42"/>
                </a:lnTo>
                <a:cubicBezTo>
                  <a:pt x="490" y="28"/>
                  <a:pt x="534" y="0"/>
                  <a:pt x="534" y="0"/>
                </a:cubicBezTo>
              </a:path>
            </a:pathLst>
          </a:custGeom>
          <a:noFill/>
          <a:ln w="19050">
            <a:solidFill>
              <a:schemeClr val="tx1"/>
            </a:solidFill>
            <a:round/>
            <a:headEnd type="none" w="sm" len="lg"/>
            <a:tailEnd type="none" w="sm" len="lg"/>
          </a:ln>
        </p:spPr>
        <p:txBody>
          <a:bodyPr wrap="none" anchor="ctr"/>
          <a:lstStyle/>
          <a:p>
            <a:endParaRPr lang="zh-CN" altLang="en-US"/>
          </a:p>
        </p:txBody>
      </p:sp>
      <p:sp>
        <p:nvSpPr>
          <p:cNvPr id="144395" name="Freeform 11"/>
          <p:cNvSpPr>
            <a:spLocks/>
          </p:cNvSpPr>
          <p:nvPr/>
        </p:nvSpPr>
        <p:spPr bwMode="auto">
          <a:xfrm>
            <a:off x="542925" y="4024313"/>
            <a:ext cx="847725" cy="61912"/>
          </a:xfrm>
          <a:custGeom>
            <a:avLst/>
            <a:gdLst>
              <a:gd name="T0" fmla="*/ 0 w 534"/>
              <a:gd name="T1" fmla="*/ 2147483647 h 42"/>
              <a:gd name="T2" fmla="*/ 2147483647 w 534"/>
              <a:gd name="T3" fmla="*/ 2147483647 h 42"/>
              <a:gd name="T4" fmla="*/ 2147483647 w 534"/>
              <a:gd name="T5" fmla="*/ 0 h 42"/>
              <a:gd name="T6" fmla="*/ 0 60000 65536"/>
              <a:gd name="T7" fmla="*/ 0 60000 65536"/>
              <a:gd name="T8" fmla="*/ 0 60000 65536"/>
              <a:gd name="T9" fmla="*/ 0 w 534"/>
              <a:gd name="T10" fmla="*/ 0 h 42"/>
              <a:gd name="T11" fmla="*/ 534 w 534"/>
              <a:gd name="T12" fmla="*/ 42 h 42"/>
            </a:gdLst>
            <a:ahLst/>
            <a:cxnLst>
              <a:cxn ang="T6">
                <a:pos x="T0" y="T1"/>
              </a:cxn>
              <a:cxn ang="T7">
                <a:pos x="T2" y="T3"/>
              </a:cxn>
              <a:cxn ang="T8">
                <a:pos x="T4" y="T5"/>
              </a:cxn>
            </a:cxnLst>
            <a:rect l="T9" t="T10" r="T11" b="T12"/>
            <a:pathLst>
              <a:path w="534" h="42">
                <a:moveTo>
                  <a:pt x="0" y="36"/>
                </a:moveTo>
                <a:lnTo>
                  <a:pt x="468" y="42"/>
                </a:lnTo>
                <a:cubicBezTo>
                  <a:pt x="490" y="28"/>
                  <a:pt x="534" y="0"/>
                  <a:pt x="534" y="0"/>
                </a:cubicBezTo>
              </a:path>
            </a:pathLst>
          </a:custGeom>
          <a:noFill/>
          <a:ln w="19050">
            <a:solidFill>
              <a:schemeClr val="tx1"/>
            </a:solidFill>
            <a:round/>
            <a:headEnd type="none" w="sm" len="lg"/>
            <a:tailEnd type="none" w="sm" len="lg"/>
          </a:ln>
        </p:spPr>
        <p:txBody>
          <a:bodyPr wrap="none" anchor="ctr"/>
          <a:lstStyle/>
          <a:p>
            <a:endParaRPr lang="zh-CN" altLang="en-US"/>
          </a:p>
        </p:txBody>
      </p:sp>
      <p:sp>
        <p:nvSpPr>
          <p:cNvPr id="144396" name="Freeform 12"/>
          <p:cNvSpPr>
            <a:spLocks/>
          </p:cNvSpPr>
          <p:nvPr/>
        </p:nvSpPr>
        <p:spPr bwMode="auto">
          <a:xfrm>
            <a:off x="520700" y="4600575"/>
            <a:ext cx="869950" cy="60325"/>
          </a:xfrm>
          <a:custGeom>
            <a:avLst/>
            <a:gdLst>
              <a:gd name="T0" fmla="*/ 0 w 548"/>
              <a:gd name="T1" fmla="*/ 2147483647 h 42"/>
              <a:gd name="T2" fmla="*/ 2147483647 w 548"/>
              <a:gd name="T3" fmla="*/ 2147483647 h 42"/>
              <a:gd name="T4" fmla="*/ 2147483647 w 548"/>
              <a:gd name="T5" fmla="*/ 0 h 42"/>
              <a:gd name="T6" fmla="*/ 0 60000 65536"/>
              <a:gd name="T7" fmla="*/ 0 60000 65536"/>
              <a:gd name="T8" fmla="*/ 0 60000 65536"/>
              <a:gd name="T9" fmla="*/ 0 w 548"/>
              <a:gd name="T10" fmla="*/ 0 h 42"/>
              <a:gd name="T11" fmla="*/ 548 w 548"/>
              <a:gd name="T12" fmla="*/ 42 h 42"/>
            </a:gdLst>
            <a:ahLst/>
            <a:cxnLst>
              <a:cxn ang="T6">
                <a:pos x="T0" y="T1"/>
              </a:cxn>
              <a:cxn ang="T7">
                <a:pos x="T2" y="T3"/>
              </a:cxn>
              <a:cxn ang="T8">
                <a:pos x="T4" y="T5"/>
              </a:cxn>
            </a:cxnLst>
            <a:rect l="T9" t="T10" r="T11" b="T12"/>
            <a:pathLst>
              <a:path w="548" h="42">
                <a:moveTo>
                  <a:pt x="0" y="42"/>
                </a:moveTo>
                <a:lnTo>
                  <a:pt x="482" y="42"/>
                </a:lnTo>
                <a:cubicBezTo>
                  <a:pt x="504" y="28"/>
                  <a:pt x="548" y="0"/>
                  <a:pt x="548" y="0"/>
                </a:cubicBezTo>
              </a:path>
            </a:pathLst>
          </a:custGeom>
          <a:noFill/>
          <a:ln w="19050">
            <a:solidFill>
              <a:schemeClr val="tx1"/>
            </a:solidFill>
            <a:round/>
            <a:headEnd type="none" w="sm" len="lg"/>
            <a:tailEnd type="none" w="sm" len="lg"/>
          </a:ln>
        </p:spPr>
        <p:txBody>
          <a:bodyPr wrap="none" anchor="ctr"/>
          <a:lstStyle/>
          <a:p>
            <a:endParaRPr lang="zh-CN" altLang="en-US"/>
          </a:p>
        </p:txBody>
      </p:sp>
      <p:sp>
        <p:nvSpPr>
          <p:cNvPr id="144397" name="Freeform 13"/>
          <p:cNvSpPr>
            <a:spLocks/>
          </p:cNvSpPr>
          <p:nvPr/>
        </p:nvSpPr>
        <p:spPr bwMode="auto">
          <a:xfrm>
            <a:off x="520700" y="5192713"/>
            <a:ext cx="860425" cy="60325"/>
          </a:xfrm>
          <a:custGeom>
            <a:avLst/>
            <a:gdLst>
              <a:gd name="T0" fmla="*/ 0 w 542"/>
              <a:gd name="T1" fmla="*/ 2147483647 h 42"/>
              <a:gd name="T2" fmla="*/ 2147483647 w 542"/>
              <a:gd name="T3" fmla="*/ 2147483647 h 42"/>
              <a:gd name="T4" fmla="*/ 2147483647 w 542"/>
              <a:gd name="T5" fmla="*/ 0 h 42"/>
              <a:gd name="T6" fmla="*/ 0 60000 65536"/>
              <a:gd name="T7" fmla="*/ 0 60000 65536"/>
              <a:gd name="T8" fmla="*/ 0 60000 65536"/>
              <a:gd name="T9" fmla="*/ 0 w 542"/>
              <a:gd name="T10" fmla="*/ 0 h 42"/>
              <a:gd name="T11" fmla="*/ 542 w 542"/>
              <a:gd name="T12" fmla="*/ 42 h 42"/>
            </a:gdLst>
            <a:ahLst/>
            <a:cxnLst>
              <a:cxn ang="T6">
                <a:pos x="T0" y="T1"/>
              </a:cxn>
              <a:cxn ang="T7">
                <a:pos x="T2" y="T3"/>
              </a:cxn>
              <a:cxn ang="T8">
                <a:pos x="T4" y="T5"/>
              </a:cxn>
            </a:cxnLst>
            <a:rect l="T9" t="T10" r="T11" b="T12"/>
            <a:pathLst>
              <a:path w="542" h="42">
                <a:moveTo>
                  <a:pt x="0" y="42"/>
                </a:moveTo>
                <a:lnTo>
                  <a:pt x="476" y="42"/>
                </a:lnTo>
                <a:cubicBezTo>
                  <a:pt x="498" y="28"/>
                  <a:pt x="542" y="0"/>
                  <a:pt x="542" y="0"/>
                </a:cubicBezTo>
              </a:path>
            </a:pathLst>
          </a:custGeom>
          <a:noFill/>
          <a:ln w="19050">
            <a:solidFill>
              <a:schemeClr val="tx1"/>
            </a:solidFill>
            <a:round/>
            <a:headEnd type="none" w="sm" len="lg"/>
            <a:tailEnd type="none" w="sm" len="lg"/>
          </a:ln>
        </p:spPr>
        <p:txBody>
          <a:bodyPr wrap="none" anchor="ctr"/>
          <a:lstStyle/>
          <a:p>
            <a:endParaRPr lang="zh-CN" altLang="en-US"/>
          </a:p>
        </p:txBody>
      </p:sp>
      <p:sp>
        <p:nvSpPr>
          <p:cNvPr id="144398" name="AutoShape 14"/>
          <p:cNvSpPr>
            <a:spLocks noChangeArrowheads="1"/>
          </p:cNvSpPr>
          <p:nvPr/>
        </p:nvSpPr>
        <p:spPr bwMode="auto">
          <a:xfrm>
            <a:off x="7886700" y="2814638"/>
            <a:ext cx="838200" cy="3030537"/>
          </a:xfrm>
          <a:prstGeom prst="cube">
            <a:avLst>
              <a:gd name="adj" fmla="val 10764"/>
            </a:avLst>
          </a:prstGeom>
          <a:solidFill>
            <a:srgbClr val="FFFF99"/>
          </a:solidFill>
          <a:ln w="19050">
            <a:solidFill>
              <a:schemeClr val="tx1"/>
            </a:solidFill>
            <a:miter lim="800000"/>
            <a:headEnd type="none" w="sm" len="lg"/>
            <a:tailEnd type="none" w="sm" len="lg"/>
          </a:ln>
        </p:spPr>
        <p:txBody>
          <a:bodyPr wrap="none" anchor="ctr"/>
          <a:lstStyle/>
          <a:p>
            <a:endParaRPr lang="zh-CN" altLang="en-US"/>
          </a:p>
        </p:txBody>
      </p:sp>
      <p:sp>
        <p:nvSpPr>
          <p:cNvPr id="144399" name="Text Box 15"/>
          <p:cNvSpPr txBox="1">
            <a:spLocks noChangeArrowheads="1"/>
          </p:cNvSpPr>
          <p:nvPr/>
        </p:nvSpPr>
        <p:spPr bwMode="auto">
          <a:xfrm>
            <a:off x="7924800" y="2992438"/>
            <a:ext cx="325438" cy="396875"/>
          </a:xfrm>
          <a:prstGeom prst="rect">
            <a:avLst/>
          </a:prstGeom>
          <a:noFill/>
          <a:ln w="12700">
            <a:noFill/>
            <a:miter lim="800000"/>
            <a:headEnd/>
            <a:tailEnd/>
          </a:ln>
        </p:spPr>
        <p:txBody>
          <a:bodyPr wrap="none">
            <a:spAutoFit/>
          </a:bodyPr>
          <a:lstStyle/>
          <a:p>
            <a:pPr defTabSz="762000" eaLnBrk="0" hangingPunct="0"/>
            <a:r>
              <a:rPr kumimoji="1" lang="en-US" altLang="zh-CN" sz="2000">
                <a:solidFill>
                  <a:srgbClr val="333399"/>
                </a:solidFill>
              </a:rPr>
              <a:t>5</a:t>
            </a:r>
          </a:p>
        </p:txBody>
      </p:sp>
      <p:sp>
        <p:nvSpPr>
          <p:cNvPr id="144400" name="Text Box 16"/>
          <p:cNvSpPr txBox="1">
            <a:spLocks noChangeArrowheads="1"/>
          </p:cNvSpPr>
          <p:nvPr/>
        </p:nvSpPr>
        <p:spPr bwMode="auto">
          <a:xfrm>
            <a:off x="7924800" y="3619500"/>
            <a:ext cx="325438" cy="396875"/>
          </a:xfrm>
          <a:prstGeom prst="rect">
            <a:avLst/>
          </a:prstGeom>
          <a:noFill/>
          <a:ln w="12700">
            <a:noFill/>
            <a:miter lim="800000"/>
            <a:headEnd/>
            <a:tailEnd/>
          </a:ln>
        </p:spPr>
        <p:txBody>
          <a:bodyPr wrap="none">
            <a:spAutoFit/>
          </a:bodyPr>
          <a:lstStyle/>
          <a:p>
            <a:pPr defTabSz="762000" eaLnBrk="0" hangingPunct="0"/>
            <a:r>
              <a:rPr kumimoji="1" lang="en-US" altLang="zh-CN" sz="2000">
                <a:solidFill>
                  <a:srgbClr val="333399"/>
                </a:solidFill>
              </a:rPr>
              <a:t>4</a:t>
            </a:r>
          </a:p>
        </p:txBody>
      </p:sp>
      <p:sp>
        <p:nvSpPr>
          <p:cNvPr id="144401" name="Text Box 17"/>
          <p:cNvSpPr txBox="1">
            <a:spLocks noChangeArrowheads="1"/>
          </p:cNvSpPr>
          <p:nvPr/>
        </p:nvSpPr>
        <p:spPr bwMode="auto">
          <a:xfrm>
            <a:off x="7924800" y="4176713"/>
            <a:ext cx="325438" cy="396875"/>
          </a:xfrm>
          <a:prstGeom prst="rect">
            <a:avLst/>
          </a:prstGeom>
          <a:noFill/>
          <a:ln w="12700">
            <a:noFill/>
            <a:miter lim="800000"/>
            <a:headEnd/>
            <a:tailEnd/>
          </a:ln>
        </p:spPr>
        <p:txBody>
          <a:bodyPr wrap="none">
            <a:spAutoFit/>
          </a:bodyPr>
          <a:lstStyle/>
          <a:p>
            <a:pPr defTabSz="762000" eaLnBrk="0" hangingPunct="0"/>
            <a:r>
              <a:rPr kumimoji="1" lang="en-US" altLang="zh-CN" sz="2000">
                <a:solidFill>
                  <a:srgbClr val="333399"/>
                </a:solidFill>
              </a:rPr>
              <a:t>3</a:t>
            </a:r>
          </a:p>
        </p:txBody>
      </p:sp>
      <p:sp>
        <p:nvSpPr>
          <p:cNvPr id="144402" name="Text Box 18"/>
          <p:cNvSpPr txBox="1">
            <a:spLocks noChangeArrowheads="1"/>
          </p:cNvSpPr>
          <p:nvPr/>
        </p:nvSpPr>
        <p:spPr bwMode="auto">
          <a:xfrm>
            <a:off x="7924800" y="4737100"/>
            <a:ext cx="325438" cy="396875"/>
          </a:xfrm>
          <a:prstGeom prst="rect">
            <a:avLst/>
          </a:prstGeom>
          <a:noFill/>
          <a:ln w="12700">
            <a:noFill/>
            <a:miter lim="800000"/>
            <a:headEnd/>
            <a:tailEnd/>
          </a:ln>
        </p:spPr>
        <p:txBody>
          <a:bodyPr wrap="none">
            <a:spAutoFit/>
          </a:bodyPr>
          <a:lstStyle/>
          <a:p>
            <a:pPr defTabSz="762000" eaLnBrk="0" hangingPunct="0"/>
            <a:r>
              <a:rPr kumimoji="1" lang="en-US" altLang="zh-CN" sz="2000">
                <a:solidFill>
                  <a:srgbClr val="333399"/>
                </a:solidFill>
              </a:rPr>
              <a:t>2</a:t>
            </a:r>
          </a:p>
        </p:txBody>
      </p:sp>
      <p:sp>
        <p:nvSpPr>
          <p:cNvPr id="144403" name="Text Box 19"/>
          <p:cNvSpPr txBox="1">
            <a:spLocks noChangeArrowheads="1"/>
          </p:cNvSpPr>
          <p:nvPr/>
        </p:nvSpPr>
        <p:spPr bwMode="auto">
          <a:xfrm>
            <a:off x="7924800" y="5302250"/>
            <a:ext cx="325438" cy="396875"/>
          </a:xfrm>
          <a:prstGeom prst="rect">
            <a:avLst/>
          </a:prstGeom>
          <a:noFill/>
          <a:ln w="12700">
            <a:noFill/>
            <a:miter lim="800000"/>
            <a:headEnd/>
            <a:tailEnd/>
          </a:ln>
        </p:spPr>
        <p:txBody>
          <a:bodyPr wrap="none">
            <a:spAutoFit/>
          </a:bodyPr>
          <a:lstStyle/>
          <a:p>
            <a:pPr defTabSz="762000" eaLnBrk="0" hangingPunct="0"/>
            <a:r>
              <a:rPr kumimoji="1" lang="en-US" altLang="zh-CN" sz="2000">
                <a:solidFill>
                  <a:srgbClr val="333399"/>
                </a:solidFill>
              </a:rPr>
              <a:t>1</a:t>
            </a:r>
          </a:p>
        </p:txBody>
      </p:sp>
      <p:sp>
        <p:nvSpPr>
          <p:cNvPr id="144404" name="Freeform 20"/>
          <p:cNvSpPr>
            <a:spLocks/>
          </p:cNvSpPr>
          <p:nvPr/>
        </p:nvSpPr>
        <p:spPr bwMode="auto">
          <a:xfrm>
            <a:off x="7886700" y="3414713"/>
            <a:ext cx="847725" cy="61912"/>
          </a:xfrm>
          <a:custGeom>
            <a:avLst/>
            <a:gdLst>
              <a:gd name="T0" fmla="*/ 0 w 534"/>
              <a:gd name="T1" fmla="*/ 2147483647 h 42"/>
              <a:gd name="T2" fmla="*/ 2147483647 w 534"/>
              <a:gd name="T3" fmla="*/ 2147483647 h 42"/>
              <a:gd name="T4" fmla="*/ 2147483647 w 534"/>
              <a:gd name="T5" fmla="*/ 0 h 42"/>
              <a:gd name="T6" fmla="*/ 0 60000 65536"/>
              <a:gd name="T7" fmla="*/ 0 60000 65536"/>
              <a:gd name="T8" fmla="*/ 0 60000 65536"/>
              <a:gd name="T9" fmla="*/ 0 w 534"/>
              <a:gd name="T10" fmla="*/ 0 h 42"/>
              <a:gd name="T11" fmla="*/ 534 w 534"/>
              <a:gd name="T12" fmla="*/ 42 h 42"/>
            </a:gdLst>
            <a:ahLst/>
            <a:cxnLst>
              <a:cxn ang="T6">
                <a:pos x="T0" y="T1"/>
              </a:cxn>
              <a:cxn ang="T7">
                <a:pos x="T2" y="T3"/>
              </a:cxn>
              <a:cxn ang="T8">
                <a:pos x="T4" y="T5"/>
              </a:cxn>
            </a:cxnLst>
            <a:rect l="T9" t="T10" r="T11" b="T12"/>
            <a:pathLst>
              <a:path w="534" h="42">
                <a:moveTo>
                  <a:pt x="0" y="42"/>
                </a:moveTo>
                <a:lnTo>
                  <a:pt x="468" y="42"/>
                </a:lnTo>
                <a:cubicBezTo>
                  <a:pt x="490" y="28"/>
                  <a:pt x="534" y="0"/>
                  <a:pt x="534" y="0"/>
                </a:cubicBezTo>
              </a:path>
            </a:pathLst>
          </a:custGeom>
          <a:noFill/>
          <a:ln w="19050">
            <a:solidFill>
              <a:schemeClr val="tx1"/>
            </a:solidFill>
            <a:round/>
            <a:headEnd type="none" w="sm" len="lg"/>
            <a:tailEnd type="none" w="sm" len="lg"/>
          </a:ln>
        </p:spPr>
        <p:txBody>
          <a:bodyPr wrap="none" anchor="ctr"/>
          <a:lstStyle/>
          <a:p>
            <a:endParaRPr lang="zh-CN" altLang="en-US"/>
          </a:p>
        </p:txBody>
      </p:sp>
      <p:sp>
        <p:nvSpPr>
          <p:cNvPr id="144405" name="Freeform 21"/>
          <p:cNvSpPr>
            <a:spLocks/>
          </p:cNvSpPr>
          <p:nvPr/>
        </p:nvSpPr>
        <p:spPr bwMode="auto">
          <a:xfrm>
            <a:off x="7896225" y="3989388"/>
            <a:ext cx="847725" cy="61912"/>
          </a:xfrm>
          <a:custGeom>
            <a:avLst/>
            <a:gdLst>
              <a:gd name="T0" fmla="*/ 0 w 534"/>
              <a:gd name="T1" fmla="*/ 2147483647 h 42"/>
              <a:gd name="T2" fmla="*/ 2147483647 w 534"/>
              <a:gd name="T3" fmla="*/ 2147483647 h 42"/>
              <a:gd name="T4" fmla="*/ 2147483647 w 534"/>
              <a:gd name="T5" fmla="*/ 0 h 42"/>
              <a:gd name="T6" fmla="*/ 0 60000 65536"/>
              <a:gd name="T7" fmla="*/ 0 60000 65536"/>
              <a:gd name="T8" fmla="*/ 0 60000 65536"/>
              <a:gd name="T9" fmla="*/ 0 w 534"/>
              <a:gd name="T10" fmla="*/ 0 h 42"/>
              <a:gd name="T11" fmla="*/ 534 w 534"/>
              <a:gd name="T12" fmla="*/ 42 h 42"/>
            </a:gdLst>
            <a:ahLst/>
            <a:cxnLst>
              <a:cxn ang="T6">
                <a:pos x="T0" y="T1"/>
              </a:cxn>
              <a:cxn ang="T7">
                <a:pos x="T2" y="T3"/>
              </a:cxn>
              <a:cxn ang="T8">
                <a:pos x="T4" y="T5"/>
              </a:cxn>
            </a:cxnLst>
            <a:rect l="T9" t="T10" r="T11" b="T12"/>
            <a:pathLst>
              <a:path w="534" h="42">
                <a:moveTo>
                  <a:pt x="0" y="36"/>
                </a:moveTo>
                <a:lnTo>
                  <a:pt x="468" y="42"/>
                </a:lnTo>
                <a:cubicBezTo>
                  <a:pt x="490" y="28"/>
                  <a:pt x="534" y="0"/>
                  <a:pt x="534" y="0"/>
                </a:cubicBezTo>
              </a:path>
            </a:pathLst>
          </a:custGeom>
          <a:noFill/>
          <a:ln w="19050">
            <a:solidFill>
              <a:schemeClr val="tx1"/>
            </a:solidFill>
            <a:round/>
            <a:headEnd type="none" w="sm" len="lg"/>
            <a:tailEnd type="none" w="sm" len="lg"/>
          </a:ln>
        </p:spPr>
        <p:txBody>
          <a:bodyPr wrap="none" anchor="ctr"/>
          <a:lstStyle/>
          <a:p>
            <a:endParaRPr lang="zh-CN" altLang="en-US"/>
          </a:p>
        </p:txBody>
      </p:sp>
      <p:sp>
        <p:nvSpPr>
          <p:cNvPr id="144406" name="Freeform 22"/>
          <p:cNvSpPr>
            <a:spLocks/>
          </p:cNvSpPr>
          <p:nvPr/>
        </p:nvSpPr>
        <p:spPr bwMode="auto">
          <a:xfrm>
            <a:off x="7874000" y="4565650"/>
            <a:ext cx="869950" cy="60325"/>
          </a:xfrm>
          <a:custGeom>
            <a:avLst/>
            <a:gdLst>
              <a:gd name="T0" fmla="*/ 0 w 548"/>
              <a:gd name="T1" fmla="*/ 2147483647 h 42"/>
              <a:gd name="T2" fmla="*/ 2147483647 w 548"/>
              <a:gd name="T3" fmla="*/ 2147483647 h 42"/>
              <a:gd name="T4" fmla="*/ 2147483647 w 548"/>
              <a:gd name="T5" fmla="*/ 0 h 42"/>
              <a:gd name="T6" fmla="*/ 0 60000 65536"/>
              <a:gd name="T7" fmla="*/ 0 60000 65536"/>
              <a:gd name="T8" fmla="*/ 0 60000 65536"/>
              <a:gd name="T9" fmla="*/ 0 w 548"/>
              <a:gd name="T10" fmla="*/ 0 h 42"/>
              <a:gd name="T11" fmla="*/ 548 w 548"/>
              <a:gd name="T12" fmla="*/ 42 h 42"/>
            </a:gdLst>
            <a:ahLst/>
            <a:cxnLst>
              <a:cxn ang="T6">
                <a:pos x="T0" y="T1"/>
              </a:cxn>
              <a:cxn ang="T7">
                <a:pos x="T2" y="T3"/>
              </a:cxn>
              <a:cxn ang="T8">
                <a:pos x="T4" y="T5"/>
              </a:cxn>
            </a:cxnLst>
            <a:rect l="T9" t="T10" r="T11" b="T12"/>
            <a:pathLst>
              <a:path w="548" h="42">
                <a:moveTo>
                  <a:pt x="0" y="42"/>
                </a:moveTo>
                <a:lnTo>
                  <a:pt x="482" y="42"/>
                </a:lnTo>
                <a:cubicBezTo>
                  <a:pt x="504" y="28"/>
                  <a:pt x="548" y="0"/>
                  <a:pt x="548" y="0"/>
                </a:cubicBezTo>
              </a:path>
            </a:pathLst>
          </a:custGeom>
          <a:noFill/>
          <a:ln w="19050">
            <a:solidFill>
              <a:schemeClr val="tx1"/>
            </a:solidFill>
            <a:round/>
            <a:headEnd type="none" w="sm" len="lg"/>
            <a:tailEnd type="none" w="sm" len="lg"/>
          </a:ln>
        </p:spPr>
        <p:txBody>
          <a:bodyPr wrap="none" anchor="ctr"/>
          <a:lstStyle/>
          <a:p>
            <a:endParaRPr lang="zh-CN" altLang="en-US"/>
          </a:p>
        </p:txBody>
      </p:sp>
      <p:sp>
        <p:nvSpPr>
          <p:cNvPr id="144407" name="Freeform 23"/>
          <p:cNvSpPr>
            <a:spLocks/>
          </p:cNvSpPr>
          <p:nvPr/>
        </p:nvSpPr>
        <p:spPr bwMode="auto">
          <a:xfrm>
            <a:off x="7874000" y="5157788"/>
            <a:ext cx="860425" cy="60325"/>
          </a:xfrm>
          <a:custGeom>
            <a:avLst/>
            <a:gdLst>
              <a:gd name="T0" fmla="*/ 0 w 542"/>
              <a:gd name="T1" fmla="*/ 2147483647 h 42"/>
              <a:gd name="T2" fmla="*/ 2147483647 w 542"/>
              <a:gd name="T3" fmla="*/ 2147483647 h 42"/>
              <a:gd name="T4" fmla="*/ 2147483647 w 542"/>
              <a:gd name="T5" fmla="*/ 0 h 42"/>
              <a:gd name="T6" fmla="*/ 0 60000 65536"/>
              <a:gd name="T7" fmla="*/ 0 60000 65536"/>
              <a:gd name="T8" fmla="*/ 0 60000 65536"/>
              <a:gd name="T9" fmla="*/ 0 w 542"/>
              <a:gd name="T10" fmla="*/ 0 h 42"/>
              <a:gd name="T11" fmla="*/ 542 w 542"/>
              <a:gd name="T12" fmla="*/ 42 h 42"/>
            </a:gdLst>
            <a:ahLst/>
            <a:cxnLst>
              <a:cxn ang="T6">
                <a:pos x="T0" y="T1"/>
              </a:cxn>
              <a:cxn ang="T7">
                <a:pos x="T2" y="T3"/>
              </a:cxn>
              <a:cxn ang="T8">
                <a:pos x="T4" y="T5"/>
              </a:cxn>
            </a:cxnLst>
            <a:rect l="T9" t="T10" r="T11" b="T12"/>
            <a:pathLst>
              <a:path w="542" h="42">
                <a:moveTo>
                  <a:pt x="0" y="42"/>
                </a:moveTo>
                <a:lnTo>
                  <a:pt x="476" y="42"/>
                </a:lnTo>
                <a:cubicBezTo>
                  <a:pt x="498" y="28"/>
                  <a:pt x="542" y="0"/>
                  <a:pt x="542" y="0"/>
                </a:cubicBezTo>
              </a:path>
            </a:pathLst>
          </a:custGeom>
          <a:noFill/>
          <a:ln w="19050">
            <a:solidFill>
              <a:schemeClr val="tx1"/>
            </a:solidFill>
            <a:round/>
            <a:headEnd type="none" w="sm" len="lg"/>
            <a:tailEnd type="none" w="sm" len="lg"/>
          </a:ln>
        </p:spPr>
        <p:txBody>
          <a:bodyPr wrap="none" anchor="ctr"/>
          <a:lstStyle/>
          <a:p>
            <a:endParaRPr lang="zh-CN" altLang="en-US"/>
          </a:p>
        </p:txBody>
      </p:sp>
      <p:sp>
        <p:nvSpPr>
          <p:cNvPr id="144408" name="Text Box 24"/>
          <p:cNvSpPr txBox="1">
            <a:spLocks noChangeArrowheads="1"/>
          </p:cNvSpPr>
          <p:nvPr/>
        </p:nvSpPr>
        <p:spPr bwMode="auto">
          <a:xfrm>
            <a:off x="395288" y="1973263"/>
            <a:ext cx="868362" cy="396875"/>
          </a:xfrm>
          <a:prstGeom prst="rect">
            <a:avLst/>
          </a:prstGeom>
          <a:noFill/>
          <a:ln w="12700">
            <a:noFill/>
            <a:miter lim="800000"/>
            <a:headEnd type="none" w="sm" len="lg"/>
            <a:tailEnd type="none" w="sm" len="lg"/>
          </a:ln>
        </p:spPr>
        <p:txBody>
          <a:bodyPr wrap="none">
            <a:spAutoFit/>
          </a:bodyPr>
          <a:lstStyle/>
          <a:p>
            <a:pPr defTabSz="762000" eaLnBrk="0" hangingPunct="0"/>
            <a:r>
              <a:rPr kumimoji="1" lang="zh-CN" altLang="en-US" sz="2000">
                <a:solidFill>
                  <a:srgbClr val="333399"/>
                </a:solidFill>
                <a:ea typeface="黑体" pitchFamily="49" charset="-122"/>
              </a:rPr>
              <a:t>主机</a:t>
            </a:r>
            <a:r>
              <a:rPr kumimoji="1" lang="zh-CN" altLang="en-US" sz="1000">
                <a:solidFill>
                  <a:srgbClr val="333399"/>
                </a:solidFill>
                <a:ea typeface="黑体" pitchFamily="49" charset="-122"/>
              </a:rPr>
              <a:t> </a:t>
            </a:r>
            <a:r>
              <a:rPr kumimoji="1" lang="en-US" altLang="zh-CN" sz="2000">
                <a:solidFill>
                  <a:srgbClr val="333399"/>
                </a:solidFill>
                <a:ea typeface="黑体" pitchFamily="49" charset="-122"/>
              </a:rPr>
              <a:t>1</a:t>
            </a:r>
          </a:p>
        </p:txBody>
      </p:sp>
      <p:sp>
        <p:nvSpPr>
          <p:cNvPr id="144409" name="AutoShape 25"/>
          <p:cNvSpPr>
            <a:spLocks noChangeArrowheads="1"/>
          </p:cNvSpPr>
          <p:nvPr/>
        </p:nvSpPr>
        <p:spPr bwMode="auto">
          <a:xfrm>
            <a:off x="8034338" y="2317750"/>
            <a:ext cx="685800" cy="557213"/>
          </a:xfrm>
          <a:prstGeom prst="cube">
            <a:avLst>
              <a:gd name="adj" fmla="val 17593"/>
            </a:avLst>
          </a:prstGeom>
          <a:solidFill>
            <a:srgbClr val="FFFF99"/>
          </a:solidFill>
          <a:ln w="19050">
            <a:solidFill>
              <a:schemeClr val="tx1"/>
            </a:solidFill>
            <a:miter lim="800000"/>
            <a:headEnd type="none" w="sm" len="lg"/>
            <a:tailEnd type="none" w="sm" len="lg"/>
          </a:ln>
        </p:spPr>
        <p:txBody>
          <a:bodyPr wrap="none" anchor="ctr"/>
          <a:lstStyle/>
          <a:p>
            <a:endParaRPr lang="zh-CN" altLang="en-US"/>
          </a:p>
        </p:txBody>
      </p:sp>
      <p:sp>
        <p:nvSpPr>
          <p:cNvPr id="144410" name="Text Box 26"/>
          <p:cNvSpPr txBox="1">
            <a:spLocks noChangeArrowheads="1"/>
          </p:cNvSpPr>
          <p:nvPr/>
        </p:nvSpPr>
        <p:spPr bwMode="auto">
          <a:xfrm>
            <a:off x="8027988" y="2422525"/>
            <a:ext cx="615950" cy="396875"/>
          </a:xfrm>
          <a:prstGeom prst="rect">
            <a:avLst/>
          </a:prstGeom>
          <a:noFill/>
          <a:ln w="12700">
            <a:noFill/>
            <a:miter lim="800000"/>
            <a:headEnd/>
            <a:tailEnd/>
          </a:ln>
        </p:spPr>
        <p:txBody>
          <a:bodyPr wrap="none">
            <a:spAutoFit/>
          </a:bodyPr>
          <a:lstStyle/>
          <a:p>
            <a:pPr defTabSz="762000" eaLnBrk="0" hangingPunct="0"/>
            <a:r>
              <a:rPr kumimoji="1" lang="en-US" altLang="zh-CN" sz="2000">
                <a:solidFill>
                  <a:srgbClr val="333399"/>
                </a:solidFill>
              </a:rPr>
              <a:t>AP</a:t>
            </a:r>
            <a:r>
              <a:rPr kumimoji="1" lang="en-US" altLang="zh-CN" sz="2000" b="1" baseline="-25000">
                <a:solidFill>
                  <a:srgbClr val="333399"/>
                </a:solidFill>
              </a:rPr>
              <a:t>2</a:t>
            </a:r>
            <a:endParaRPr kumimoji="1" lang="en-US" altLang="zh-CN" sz="2000" b="1">
              <a:solidFill>
                <a:srgbClr val="333399"/>
              </a:solidFill>
            </a:endParaRPr>
          </a:p>
        </p:txBody>
      </p:sp>
      <p:sp>
        <p:nvSpPr>
          <p:cNvPr id="144411" name="AutoShape 27"/>
          <p:cNvSpPr>
            <a:spLocks noChangeArrowheads="1"/>
          </p:cNvSpPr>
          <p:nvPr/>
        </p:nvSpPr>
        <p:spPr bwMode="auto">
          <a:xfrm>
            <a:off x="538163" y="2360613"/>
            <a:ext cx="685800" cy="557212"/>
          </a:xfrm>
          <a:prstGeom prst="cube">
            <a:avLst>
              <a:gd name="adj" fmla="val 17593"/>
            </a:avLst>
          </a:prstGeom>
          <a:solidFill>
            <a:srgbClr val="FFFF99"/>
          </a:solidFill>
          <a:ln w="19050">
            <a:solidFill>
              <a:schemeClr val="tx1"/>
            </a:solidFill>
            <a:miter lim="800000"/>
            <a:headEnd type="none" w="sm" len="lg"/>
            <a:tailEnd type="none" w="sm" len="lg"/>
          </a:ln>
        </p:spPr>
        <p:txBody>
          <a:bodyPr wrap="none" anchor="ctr"/>
          <a:lstStyle/>
          <a:p>
            <a:endParaRPr lang="zh-CN" altLang="en-US"/>
          </a:p>
        </p:txBody>
      </p:sp>
      <p:sp>
        <p:nvSpPr>
          <p:cNvPr id="144412" name="Text Box 28"/>
          <p:cNvSpPr txBox="1">
            <a:spLocks noChangeArrowheads="1"/>
          </p:cNvSpPr>
          <p:nvPr/>
        </p:nvSpPr>
        <p:spPr bwMode="auto">
          <a:xfrm>
            <a:off x="558800" y="2481263"/>
            <a:ext cx="615950" cy="396875"/>
          </a:xfrm>
          <a:prstGeom prst="rect">
            <a:avLst/>
          </a:prstGeom>
          <a:noFill/>
          <a:ln w="12700">
            <a:noFill/>
            <a:miter lim="800000"/>
            <a:headEnd/>
            <a:tailEnd/>
          </a:ln>
        </p:spPr>
        <p:txBody>
          <a:bodyPr wrap="none">
            <a:spAutoFit/>
          </a:bodyPr>
          <a:lstStyle/>
          <a:p>
            <a:pPr defTabSz="762000" eaLnBrk="0" hangingPunct="0"/>
            <a:r>
              <a:rPr kumimoji="1" lang="en-US" altLang="zh-CN" sz="2000">
                <a:solidFill>
                  <a:srgbClr val="333399"/>
                </a:solidFill>
              </a:rPr>
              <a:t>AP</a:t>
            </a:r>
            <a:r>
              <a:rPr kumimoji="1" lang="en-US" altLang="zh-CN" sz="2000" b="1" baseline="-25000">
                <a:solidFill>
                  <a:srgbClr val="333399"/>
                </a:solidFill>
              </a:rPr>
              <a:t>1</a:t>
            </a:r>
            <a:endParaRPr kumimoji="1" lang="en-US" altLang="zh-CN" sz="2000" b="1">
              <a:solidFill>
                <a:srgbClr val="333399"/>
              </a:solidFill>
            </a:endParaRPr>
          </a:p>
        </p:txBody>
      </p:sp>
      <p:sp>
        <p:nvSpPr>
          <p:cNvPr id="117789" name="AutoShape 29"/>
          <p:cNvSpPr>
            <a:spLocks noChangeArrowheads="1"/>
          </p:cNvSpPr>
          <p:nvPr/>
        </p:nvSpPr>
        <p:spPr bwMode="auto">
          <a:xfrm flipV="1">
            <a:off x="654050" y="3930650"/>
            <a:ext cx="196850" cy="361950"/>
          </a:xfrm>
          <a:prstGeom prst="upArrow">
            <a:avLst>
              <a:gd name="adj1" fmla="val 50000"/>
              <a:gd name="adj2" fmla="val 45968"/>
            </a:avLst>
          </a:prstGeom>
          <a:solidFill>
            <a:schemeClr val="hlink"/>
          </a:solidFill>
          <a:ln w="12700">
            <a:solidFill>
              <a:schemeClr val="tx1"/>
            </a:solidFill>
            <a:miter lim="800000"/>
            <a:headEnd/>
            <a:tailEnd/>
          </a:ln>
        </p:spPr>
        <p:txBody>
          <a:bodyPr vert="eaVert" wrap="none" anchor="ctr"/>
          <a:lstStyle/>
          <a:p>
            <a:endParaRPr lang="zh-CN" altLang="en-US"/>
          </a:p>
        </p:txBody>
      </p:sp>
      <p:sp>
        <p:nvSpPr>
          <p:cNvPr id="144414" name="Text Box 30"/>
          <p:cNvSpPr txBox="1">
            <a:spLocks noChangeArrowheads="1"/>
          </p:cNvSpPr>
          <p:nvPr/>
        </p:nvSpPr>
        <p:spPr bwMode="auto">
          <a:xfrm>
            <a:off x="7770813" y="1973263"/>
            <a:ext cx="868362" cy="396875"/>
          </a:xfrm>
          <a:prstGeom prst="rect">
            <a:avLst/>
          </a:prstGeom>
          <a:noFill/>
          <a:ln w="12700">
            <a:noFill/>
            <a:miter lim="800000"/>
            <a:headEnd type="none" w="sm" len="lg"/>
            <a:tailEnd type="none" w="sm" len="lg"/>
          </a:ln>
        </p:spPr>
        <p:txBody>
          <a:bodyPr wrap="none">
            <a:spAutoFit/>
          </a:bodyPr>
          <a:lstStyle/>
          <a:p>
            <a:pPr defTabSz="762000" eaLnBrk="0" hangingPunct="0"/>
            <a:r>
              <a:rPr kumimoji="1" lang="zh-CN" altLang="en-US" sz="2000">
                <a:solidFill>
                  <a:srgbClr val="333399"/>
                </a:solidFill>
                <a:ea typeface="黑体" pitchFamily="49" charset="-122"/>
              </a:rPr>
              <a:t>主机</a:t>
            </a:r>
            <a:r>
              <a:rPr kumimoji="1" lang="zh-CN" altLang="en-US" sz="1000">
                <a:solidFill>
                  <a:srgbClr val="333399"/>
                </a:solidFill>
                <a:ea typeface="黑体" pitchFamily="49" charset="-122"/>
              </a:rPr>
              <a:t> </a:t>
            </a:r>
            <a:r>
              <a:rPr kumimoji="1" lang="en-US" altLang="zh-CN" sz="2000">
                <a:solidFill>
                  <a:srgbClr val="333399"/>
                </a:solidFill>
                <a:ea typeface="黑体" pitchFamily="49" charset="-122"/>
              </a:rPr>
              <a:t>2</a:t>
            </a:r>
          </a:p>
        </p:txBody>
      </p:sp>
      <p:sp>
        <p:nvSpPr>
          <p:cNvPr id="144415" name="Text Box 31"/>
          <p:cNvSpPr txBox="1">
            <a:spLocks noChangeArrowheads="1"/>
          </p:cNvSpPr>
          <p:nvPr/>
        </p:nvSpPr>
        <p:spPr bwMode="auto">
          <a:xfrm>
            <a:off x="1547813" y="3625850"/>
            <a:ext cx="3841750" cy="457200"/>
          </a:xfrm>
          <a:prstGeom prst="rect">
            <a:avLst/>
          </a:prstGeom>
          <a:noFill/>
          <a:ln w="12700">
            <a:noFill/>
            <a:miter lim="800000"/>
            <a:headEnd type="none" w="sm" len="lg"/>
            <a:tailEnd type="none" w="sm" len="lg"/>
          </a:ln>
        </p:spPr>
        <p:txBody>
          <a:bodyPr wrap="none">
            <a:spAutoFit/>
          </a:bodyPr>
          <a:lstStyle/>
          <a:p>
            <a:pPr defTabSz="762000" eaLnBrk="0" hangingPunct="0"/>
            <a:r>
              <a:rPr kumimoji="1" lang="zh-CN" altLang="en-US" sz="2400">
                <a:solidFill>
                  <a:srgbClr val="333399"/>
                </a:solidFill>
                <a:ea typeface="黑体" pitchFamily="49" charset="-122"/>
              </a:rPr>
              <a:t>运输层报文再传送到网络层</a:t>
            </a:r>
          </a:p>
        </p:txBody>
      </p:sp>
      <p:sp>
        <p:nvSpPr>
          <p:cNvPr id="117792" name="Text Box 32"/>
          <p:cNvSpPr txBox="1">
            <a:spLocks noChangeArrowheads="1"/>
          </p:cNvSpPr>
          <p:nvPr/>
        </p:nvSpPr>
        <p:spPr bwMode="auto">
          <a:xfrm>
            <a:off x="1547813" y="4221163"/>
            <a:ext cx="6126162" cy="457200"/>
          </a:xfrm>
          <a:prstGeom prst="rect">
            <a:avLst/>
          </a:prstGeom>
          <a:noFill/>
          <a:ln w="12700">
            <a:noFill/>
            <a:miter lim="800000"/>
            <a:headEnd type="none" w="sm" len="lg"/>
            <a:tailEnd type="none" w="sm" len="lg"/>
          </a:ln>
        </p:spPr>
        <p:txBody>
          <a:bodyPr wrap="none">
            <a:spAutoFit/>
          </a:bodyPr>
          <a:lstStyle/>
          <a:p>
            <a:pPr defTabSz="762000" eaLnBrk="0" hangingPunct="0"/>
            <a:r>
              <a:rPr kumimoji="1" lang="zh-CN" altLang="en-US" sz="2400">
                <a:solidFill>
                  <a:srgbClr val="333399"/>
                </a:solidFill>
                <a:ea typeface="黑体" pitchFamily="49" charset="-122"/>
              </a:rPr>
              <a:t>加上网络层首部，成为 </a:t>
            </a:r>
            <a:r>
              <a:rPr kumimoji="1" lang="en-US" altLang="zh-CN" sz="2400">
                <a:solidFill>
                  <a:srgbClr val="333399"/>
                </a:solidFill>
                <a:ea typeface="黑体" pitchFamily="49" charset="-122"/>
              </a:rPr>
              <a:t>IP </a:t>
            </a:r>
            <a:r>
              <a:rPr kumimoji="1" lang="zh-CN" altLang="en-US" sz="2400">
                <a:solidFill>
                  <a:srgbClr val="333399"/>
                </a:solidFill>
                <a:ea typeface="黑体" pitchFamily="49" charset="-122"/>
              </a:rPr>
              <a:t>数据报（或分组）</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grpId="0" nodeType="afterEffect">
                                  <p:stCondLst>
                                    <p:cond delay="500"/>
                                  </p:stCondLst>
                                  <p:childTnLst>
                                    <p:set>
                                      <p:cBhvr>
                                        <p:cTn id="6" dur="1" fill="hold">
                                          <p:stCondLst>
                                            <p:cond delay="0"/>
                                          </p:stCondLst>
                                        </p:cTn>
                                        <p:tgtEl>
                                          <p:spTgt spid="117789"/>
                                        </p:tgtEl>
                                        <p:attrNameLst>
                                          <p:attrName>style.visibility</p:attrName>
                                        </p:attrNameLst>
                                      </p:cBhvr>
                                      <p:to>
                                        <p:strVal val="visible"/>
                                      </p:to>
                                    </p:set>
                                    <p:animEffect transition="in" filter="wipe(up)">
                                      <p:cBhvr>
                                        <p:cTn id="7" dur="1000"/>
                                        <p:tgtEl>
                                          <p:spTgt spid="117789"/>
                                        </p:tgtEl>
                                      </p:cBhvr>
                                    </p:animEffect>
                                  </p:childTnLst>
                                </p:cTn>
                              </p:par>
                            </p:childTnLst>
                          </p:cTn>
                        </p:par>
                        <p:par>
                          <p:cTn id="8" fill="hold">
                            <p:stCondLst>
                              <p:cond delay="1500"/>
                            </p:stCondLst>
                            <p:childTnLst>
                              <p:par>
                                <p:cTn id="9" presetID="1" presetClass="entr" presetSubtype="0" fill="hold" grpId="0" nodeType="afterEffect">
                                  <p:stCondLst>
                                    <p:cond delay="0"/>
                                  </p:stCondLst>
                                  <p:childTnLst>
                                    <p:set>
                                      <p:cBhvr>
                                        <p:cTn id="10" dur="1" fill="hold">
                                          <p:stCondLst>
                                            <p:cond delay="0"/>
                                          </p:stCondLst>
                                        </p:cTn>
                                        <p:tgtEl>
                                          <p:spTgt spid="11779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7789" grpId="0" animBg="1"/>
      <p:bldP spid="117792" grpId="0"/>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5410" name="Rectangle 2"/>
          <p:cNvSpPr>
            <a:spLocks noGrp="1" noChangeArrowheads="1"/>
          </p:cNvSpPr>
          <p:nvPr>
            <p:ph type="title"/>
          </p:nvPr>
        </p:nvSpPr>
        <p:spPr/>
        <p:txBody>
          <a:bodyPr/>
          <a:lstStyle/>
          <a:p>
            <a:pPr algn="ctr" eaLnBrk="1" hangingPunct="1"/>
            <a:r>
              <a:rPr lang="zh-CN" altLang="en-US" smtClean="0">
                <a:latin typeface="微软雅黑" pitchFamily="34" charset="-122"/>
                <a:ea typeface="微软雅黑" pitchFamily="34" charset="-122"/>
              </a:rPr>
              <a:t>主机</a:t>
            </a:r>
            <a:r>
              <a:rPr lang="zh-CN" altLang="en-US" sz="2400" smtClean="0">
                <a:latin typeface="微软雅黑" pitchFamily="34" charset="-122"/>
                <a:ea typeface="微软雅黑" pitchFamily="34" charset="-122"/>
              </a:rPr>
              <a:t> </a:t>
            </a:r>
            <a:r>
              <a:rPr lang="en-US" altLang="zh-CN" smtClean="0">
                <a:latin typeface="微软雅黑" pitchFamily="34" charset="-122"/>
                <a:ea typeface="微软雅黑" pitchFamily="34" charset="-122"/>
              </a:rPr>
              <a:t>1</a:t>
            </a:r>
            <a:r>
              <a:rPr lang="en-US" altLang="zh-CN" sz="2400" smtClean="0">
                <a:latin typeface="微软雅黑" pitchFamily="34" charset="-122"/>
                <a:ea typeface="微软雅黑" pitchFamily="34" charset="-122"/>
              </a:rPr>
              <a:t> </a:t>
            </a:r>
            <a:r>
              <a:rPr lang="zh-CN" altLang="en-US" smtClean="0">
                <a:latin typeface="微软雅黑" pitchFamily="34" charset="-122"/>
                <a:ea typeface="微软雅黑" pitchFamily="34" charset="-122"/>
              </a:rPr>
              <a:t>向主机</a:t>
            </a:r>
            <a:r>
              <a:rPr lang="zh-CN" altLang="en-US" sz="2400" smtClean="0">
                <a:latin typeface="微软雅黑" pitchFamily="34" charset="-122"/>
                <a:ea typeface="微软雅黑" pitchFamily="34" charset="-122"/>
              </a:rPr>
              <a:t> </a:t>
            </a:r>
            <a:r>
              <a:rPr lang="en-US" altLang="zh-CN" smtClean="0">
                <a:latin typeface="微软雅黑" pitchFamily="34" charset="-122"/>
                <a:ea typeface="微软雅黑" pitchFamily="34" charset="-122"/>
              </a:rPr>
              <a:t>2</a:t>
            </a:r>
            <a:r>
              <a:rPr lang="en-US" altLang="zh-CN" sz="2400" smtClean="0">
                <a:latin typeface="微软雅黑" pitchFamily="34" charset="-122"/>
                <a:ea typeface="微软雅黑" pitchFamily="34" charset="-122"/>
              </a:rPr>
              <a:t> </a:t>
            </a:r>
            <a:r>
              <a:rPr lang="zh-CN" altLang="en-US" smtClean="0">
                <a:latin typeface="微软雅黑" pitchFamily="34" charset="-122"/>
                <a:ea typeface="微软雅黑" pitchFamily="34" charset="-122"/>
              </a:rPr>
              <a:t>发送数据 </a:t>
            </a:r>
          </a:p>
        </p:txBody>
      </p:sp>
      <p:sp>
        <p:nvSpPr>
          <p:cNvPr id="145411" name="AutoShape 3"/>
          <p:cNvSpPr>
            <a:spLocks noChangeArrowheads="1"/>
          </p:cNvSpPr>
          <p:nvPr/>
        </p:nvSpPr>
        <p:spPr bwMode="auto">
          <a:xfrm rot="-5400000">
            <a:off x="4374356" y="1532732"/>
            <a:ext cx="417513" cy="8991600"/>
          </a:xfrm>
          <a:prstGeom prst="can">
            <a:avLst>
              <a:gd name="adj" fmla="val 48656"/>
            </a:avLst>
          </a:prstGeom>
          <a:gradFill rotWithShape="0">
            <a:gsLst>
              <a:gs pos="0">
                <a:srgbClr val="ACACAC"/>
              </a:gs>
              <a:gs pos="50000">
                <a:srgbClr val="EAEAEA"/>
              </a:gs>
              <a:gs pos="100000">
                <a:srgbClr val="ACACAC"/>
              </a:gs>
            </a:gsLst>
            <a:lin ang="5400000" scaled="1"/>
          </a:gradFill>
          <a:ln w="19050">
            <a:solidFill>
              <a:schemeClr val="tx1"/>
            </a:solidFill>
            <a:round/>
            <a:headEnd type="none" w="sm" len="lg"/>
            <a:tailEnd type="none" w="sm" len="lg"/>
          </a:ln>
        </p:spPr>
        <p:txBody>
          <a:bodyPr wrap="none" anchor="ctr"/>
          <a:lstStyle/>
          <a:p>
            <a:endParaRPr lang="zh-CN" altLang="en-US"/>
          </a:p>
        </p:txBody>
      </p:sp>
      <p:sp>
        <p:nvSpPr>
          <p:cNvPr id="145412" name="AutoShape 4"/>
          <p:cNvSpPr>
            <a:spLocks noChangeArrowheads="1"/>
          </p:cNvSpPr>
          <p:nvPr/>
        </p:nvSpPr>
        <p:spPr bwMode="auto">
          <a:xfrm>
            <a:off x="533400" y="2847975"/>
            <a:ext cx="838200" cy="2997200"/>
          </a:xfrm>
          <a:prstGeom prst="cube">
            <a:avLst>
              <a:gd name="adj" fmla="val 10764"/>
            </a:avLst>
          </a:prstGeom>
          <a:solidFill>
            <a:srgbClr val="FFFF99"/>
          </a:solidFill>
          <a:ln w="19050">
            <a:solidFill>
              <a:schemeClr val="tx1"/>
            </a:solidFill>
            <a:miter lim="800000"/>
            <a:headEnd type="none" w="sm" len="lg"/>
            <a:tailEnd type="none" w="sm" len="lg"/>
          </a:ln>
        </p:spPr>
        <p:txBody>
          <a:bodyPr wrap="none" anchor="ctr"/>
          <a:lstStyle/>
          <a:p>
            <a:endParaRPr lang="zh-CN" altLang="en-US"/>
          </a:p>
        </p:txBody>
      </p:sp>
      <p:sp>
        <p:nvSpPr>
          <p:cNvPr id="145413" name="Text Box 5"/>
          <p:cNvSpPr txBox="1">
            <a:spLocks noChangeArrowheads="1"/>
          </p:cNvSpPr>
          <p:nvPr/>
        </p:nvSpPr>
        <p:spPr bwMode="auto">
          <a:xfrm>
            <a:off x="781050" y="3027363"/>
            <a:ext cx="325438" cy="396875"/>
          </a:xfrm>
          <a:prstGeom prst="rect">
            <a:avLst/>
          </a:prstGeom>
          <a:noFill/>
          <a:ln w="12700">
            <a:noFill/>
            <a:miter lim="800000"/>
            <a:headEnd/>
            <a:tailEnd/>
          </a:ln>
        </p:spPr>
        <p:txBody>
          <a:bodyPr wrap="none">
            <a:spAutoFit/>
          </a:bodyPr>
          <a:lstStyle/>
          <a:p>
            <a:pPr defTabSz="762000" eaLnBrk="0" hangingPunct="0"/>
            <a:r>
              <a:rPr kumimoji="1" lang="en-US" altLang="zh-CN" sz="2000">
                <a:solidFill>
                  <a:srgbClr val="333399"/>
                </a:solidFill>
              </a:rPr>
              <a:t>5</a:t>
            </a:r>
          </a:p>
        </p:txBody>
      </p:sp>
      <p:sp>
        <p:nvSpPr>
          <p:cNvPr id="145414" name="Text Box 6"/>
          <p:cNvSpPr txBox="1">
            <a:spLocks noChangeArrowheads="1"/>
          </p:cNvSpPr>
          <p:nvPr/>
        </p:nvSpPr>
        <p:spPr bwMode="auto">
          <a:xfrm>
            <a:off x="781050" y="3654425"/>
            <a:ext cx="325438" cy="396875"/>
          </a:xfrm>
          <a:prstGeom prst="rect">
            <a:avLst/>
          </a:prstGeom>
          <a:noFill/>
          <a:ln w="12700">
            <a:noFill/>
            <a:miter lim="800000"/>
            <a:headEnd/>
            <a:tailEnd/>
          </a:ln>
        </p:spPr>
        <p:txBody>
          <a:bodyPr wrap="none">
            <a:spAutoFit/>
          </a:bodyPr>
          <a:lstStyle/>
          <a:p>
            <a:pPr defTabSz="762000" eaLnBrk="0" hangingPunct="0"/>
            <a:r>
              <a:rPr kumimoji="1" lang="en-US" altLang="zh-CN" sz="2000">
                <a:solidFill>
                  <a:srgbClr val="333399"/>
                </a:solidFill>
              </a:rPr>
              <a:t>4</a:t>
            </a:r>
          </a:p>
        </p:txBody>
      </p:sp>
      <p:sp>
        <p:nvSpPr>
          <p:cNvPr id="145415" name="Text Box 7"/>
          <p:cNvSpPr txBox="1">
            <a:spLocks noChangeArrowheads="1"/>
          </p:cNvSpPr>
          <p:nvPr/>
        </p:nvSpPr>
        <p:spPr bwMode="auto">
          <a:xfrm>
            <a:off x="781050" y="4211638"/>
            <a:ext cx="325438" cy="396875"/>
          </a:xfrm>
          <a:prstGeom prst="rect">
            <a:avLst/>
          </a:prstGeom>
          <a:noFill/>
          <a:ln w="12700">
            <a:noFill/>
            <a:miter lim="800000"/>
            <a:headEnd/>
            <a:tailEnd/>
          </a:ln>
        </p:spPr>
        <p:txBody>
          <a:bodyPr wrap="none">
            <a:spAutoFit/>
          </a:bodyPr>
          <a:lstStyle/>
          <a:p>
            <a:pPr defTabSz="762000" eaLnBrk="0" hangingPunct="0"/>
            <a:r>
              <a:rPr kumimoji="1" lang="en-US" altLang="zh-CN" sz="2000">
                <a:solidFill>
                  <a:srgbClr val="333399"/>
                </a:solidFill>
              </a:rPr>
              <a:t>3</a:t>
            </a:r>
          </a:p>
        </p:txBody>
      </p:sp>
      <p:sp>
        <p:nvSpPr>
          <p:cNvPr id="145416" name="Text Box 8"/>
          <p:cNvSpPr txBox="1">
            <a:spLocks noChangeArrowheads="1"/>
          </p:cNvSpPr>
          <p:nvPr/>
        </p:nvSpPr>
        <p:spPr bwMode="auto">
          <a:xfrm>
            <a:off x="781050" y="4770438"/>
            <a:ext cx="325438" cy="396875"/>
          </a:xfrm>
          <a:prstGeom prst="rect">
            <a:avLst/>
          </a:prstGeom>
          <a:noFill/>
          <a:ln w="12700">
            <a:noFill/>
            <a:miter lim="800000"/>
            <a:headEnd/>
            <a:tailEnd/>
          </a:ln>
        </p:spPr>
        <p:txBody>
          <a:bodyPr wrap="none">
            <a:spAutoFit/>
          </a:bodyPr>
          <a:lstStyle/>
          <a:p>
            <a:pPr defTabSz="762000" eaLnBrk="0" hangingPunct="0"/>
            <a:r>
              <a:rPr kumimoji="1" lang="en-US" altLang="zh-CN" sz="2000">
                <a:solidFill>
                  <a:srgbClr val="333399"/>
                </a:solidFill>
              </a:rPr>
              <a:t>2</a:t>
            </a:r>
          </a:p>
        </p:txBody>
      </p:sp>
      <p:sp>
        <p:nvSpPr>
          <p:cNvPr id="145417" name="Text Box 9"/>
          <p:cNvSpPr txBox="1">
            <a:spLocks noChangeArrowheads="1"/>
          </p:cNvSpPr>
          <p:nvPr/>
        </p:nvSpPr>
        <p:spPr bwMode="auto">
          <a:xfrm>
            <a:off x="781050" y="5337175"/>
            <a:ext cx="325438" cy="396875"/>
          </a:xfrm>
          <a:prstGeom prst="rect">
            <a:avLst/>
          </a:prstGeom>
          <a:noFill/>
          <a:ln w="12700">
            <a:noFill/>
            <a:miter lim="800000"/>
            <a:headEnd/>
            <a:tailEnd/>
          </a:ln>
        </p:spPr>
        <p:txBody>
          <a:bodyPr wrap="none">
            <a:spAutoFit/>
          </a:bodyPr>
          <a:lstStyle/>
          <a:p>
            <a:pPr defTabSz="762000" eaLnBrk="0" hangingPunct="0"/>
            <a:r>
              <a:rPr kumimoji="1" lang="en-US" altLang="zh-CN" sz="2000">
                <a:solidFill>
                  <a:srgbClr val="333399"/>
                </a:solidFill>
              </a:rPr>
              <a:t>1</a:t>
            </a:r>
          </a:p>
        </p:txBody>
      </p:sp>
      <p:sp>
        <p:nvSpPr>
          <p:cNvPr id="145418" name="Freeform 10"/>
          <p:cNvSpPr>
            <a:spLocks/>
          </p:cNvSpPr>
          <p:nvPr/>
        </p:nvSpPr>
        <p:spPr bwMode="auto">
          <a:xfrm>
            <a:off x="533400" y="3449638"/>
            <a:ext cx="847725" cy="61912"/>
          </a:xfrm>
          <a:custGeom>
            <a:avLst/>
            <a:gdLst>
              <a:gd name="T0" fmla="*/ 0 w 534"/>
              <a:gd name="T1" fmla="*/ 2147483647 h 42"/>
              <a:gd name="T2" fmla="*/ 2147483647 w 534"/>
              <a:gd name="T3" fmla="*/ 2147483647 h 42"/>
              <a:gd name="T4" fmla="*/ 2147483647 w 534"/>
              <a:gd name="T5" fmla="*/ 0 h 42"/>
              <a:gd name="T6" fmla="*/ 0 60000 65536"/>
              <a:gd name="T7" fmla="*/ 0 60000 65536"/>
              <a:gd name="T8" fmla="*/ 0 60000 65536"/>
              <a:gd name="T9" fmla="*/ 0 w 534"/>
              <a:gd name="T10" fmla="*/ 0 h 42"/>
              <a:gd name="T11" fmla="*/ 534 w 534"/>
              <a:gd name="T12" fmla="*/ 42 h 42"/>
            </a:gdLst>
            <a:ahLst/>
            <a:cxnLst>
              <a:cxn ang="T6">
                <a:pos x="T0" y="T1"/>
              </a:cxn>
              <a:cxn ang="T7">
                <a:pos x="T2" y="T3"/>
              </a:cxn>
              <a:cxn ang="T8">
                <a:pos x="T4" y="T5"/>
              </a:cxn>
            </a:cxnLst>
            <a:rect l="T9" t="T10" r="T11" b="T12"/>
            <a:pathLst>
              <a:path w="534" h="42">
                <a:moveTo>
                  <a:pt x="0" y="42"/>
                </a:moveTo>
                <a:lnTo>
                  <a:pt x="468" y="42"/>
                </a:lnTo>
                <a:cubicBezTo>
                  <a:pt x="490" y="28"/>
                  <a:pt x="534" y="0"/>
                  <a:pt x="534" y="0"/>
                </a:cubicBezTo>
              </a:path>
            </a:pathLst>
          </a:custGeom>
          <a:noFill/>
          <a:ln w="19050">
            <a:solidFill>
              <a:schemeClr val="tx1"/>
            </a:solidFill>
            <a:round/>
            <a:headEnd type="none" w="sm" len="lg"/>
            <a:tailEnd type="none" w="sm" len="lg"/>
          </a:ln>
        </p:spPr>
        <p:txBody>
          <a:bodyPr wrap="none" anchor="ctr"/>
          <a:lstStyle/>
          <a:p>
            <a:endParaRPr lang="zh-CN" altLang="en-US"/>
          </a:p>
        </p:txBody>
      </p:sp>
      <p:sp>
        <p:nvSpPr>
          <p:cNvPr id="145419" name="Freeform 11"/>
          <p:cNvSpPr>
            <a:spLocks/>
          </p:cNvSpPr>
          <p:nvPr/>
        </p:nvSpPr>
        <p:spPr bwMode="auto">
          <a:xfrm>
            <a:off x="542925" y="4024313"/>
            <a:ext cx="847725" cy="61912"/>
          </a:xfrm>
          <a:custGeom>
            <a:avLst/>
            <a:gdLst>
              <a:gd name="T0" fmla="*/ 0 w 534"/>
              <a:gd name="T1" fmla="*/ 2147483647 h 42"/>
              <a:gd name="T2" fmla="*/ 2147483647 w 534"/>
              <a:gd name="T3" fmla="*/ 2147483647 h 42"/>
              <a:gd name="T4" fmla="*/ 2147483647 w 534"/>
              <a:gd name="T5" fmla="*/ 0 h 42"/>
              <a:gd name="T6" fmla="*/ 0 60000 65536"/>
              <a:gd name="T7" fmla="*/ 0 60000 65536"/>
              <a:gd name="T8" fmla="*/ 0 60000 65536"/>
              <a:gd name="T9" fmla="*/ 0 w 534"/>
              <a:gd name="T10" fmla="*/ 0 h 42"/>
              <a:gd name="T11" fmla="*/ 534 w 534"/>
              <a:gd name="T12" fmla="*/ 42 h 42"/>
            </a:gdLst>
            <a:ahLst/>
            <a:cxnLst>
              <a:cxn ang="T6">
                <a:pos x="T0" y="T1"/>
              </a:cxn>
              <a:cxn ang="T7">
                <a:pos x="T2" y="T3"/>
              </a:cxn>
              <a:cxn ang="T8">
                <a:pos x="T4" y="T5"/>
              </a:cxn>
            </a:cxnLst>
            <a:rect l="T9" t="T10" r="T11" b="T12"/>
            <a:pathLst>
              <a:path w="534" h="42">
                <a:moveTo>
                  <a:pt x="0" y="36"/>
                </a:moveTo>
                <a:lnTo>
                  <a:pt x="468" y="42"/>
                </a:lnTo>
                <a:cubicBezTo>
                  <a:pt x="490" y="28"/>
                  <a:pt x="534" y="0"/>
                  <a:pt x="534" y="0"/>
                </a:cubicBezTo>
              </a:path>
            </a:pathLst>
          </a:custGeom>
          <a:noFill/>
          <a:ln w="19050">
            <a:solidFill>
              <a:schemeClr val="tx1"/>
            </a:solidFill>
            <a:round/>
            <a:headEnd type="none" w="sm" len="lg"/>
            <a:tailEnd type="none" w="sm" len="lg"/>
          </a:ln>
        </p:spPr>
        <p:txBody>
          <a:bodyPr wrap="none" anchor="ctr"/>
          <a:lstStyle/>
          <a:p>
            <a:endParaRPr lang="zh-CN" altLang="en-US"/>
          </a:p>
        </p:txBody>
      </p:sp>
      <p:sp>
        <p:nvSpPr>
          <p:cNvPr id="145420" name="Freeform 12"/>
          <p:cNvSpPr>
            <a:spLocks/>
          </p:cNvSpPr>
          <p:nvPr/>
        </p:nvSpPr>
        <p:spPr bwMode="auto">
          <a:xfrm>
            <a:off x="520700" y="4600575"/>
            <a:ext cx="869950" cy="60325"/>
          </a:xfrm>
          <a:custGeom>
            <a:avLst/>
            <a:gdLst>
              <a:gd name="T0" fmla="*/ 0 w 548"/>
              <a:gd name="T1" fmla="*/ 2147483647 h 42"/>
              <a:gd name="T2" fmla="*/ 2147483647 w 548"/>
              <a:gd name="T3" fmla="*/ 2147483647 h 42"/>
              <a:gd name="T4" fmla="*/ 2147483647 w 548"/>
              <a:gd name="T5" fmla="*/ 0 h 42"/>
              <a:gd name="T6" fmla="*/ 0 60000 65536"/>
              <a:gd name="T7" fmla="*/ 0 60000 65536"/>
              <a:gd name="T8" fmla="*/ 0 60000 65536"/>
              <a:gd name="T9" fmla="*/ 0 w 548"/>
              <a:gd name="T10" fmla="*/ 0 h 42"/>
              <a:gd name="T11" fmla="*/ 548 w 548"/>
              <a:gd name="T12" fmla="*/ 42 h 42"/>
            </a:gdLst>
            <a:ahLst/>
            <a:cxnLst>
              <a:cxn ang="T6">
                <a:pos x="T0" y="T1"/>
              </a:cxn>
              <a:cxn ang="T7">
                <a:pos x="T2" y="T3"/>
              </a:cxn>
              <a:cxn ang="T8">
                <a:pos x="T4" y="T5"/>
              </a:cxn>
            </a:cxnLst>
            <a:rect l="T9" t="T10" r="T11" b="T12"/>
            <a:pathLst>
              <a:path w="548" h="42">
                <a:moveTo>
                  <a:pt x="0" y="42"/>
                </a:moveTo>
                <a:lnTo>
                  <a:pt x="482" y="42"/>
                </a:lnTo>
                <a:cubicBezTo>
                  <a:pt x="504" y="28"/>
                  <a:pt x="548" y="0"/>
                  <a:pt x="548" y="0"/>
                </a:cubicBezTo>
              </a:path>
            </a:pathLst>
          </a:custGeom>
          <a:noFill/>
          <a:ln w="19050">
            <a:solidFill>
              <a:schemeClr val="tx1"/>
            </a:solidFill>
            <a:round/>
            <a:headEnd type="none" w="sm" len="lg"/>
            <a:tailEnd type="none" w="sm" len="lg"/>
          </a:ln>
        </p:spPr>
        <p:txBody>
          <a:bodyPr wrap="none" anchor="ctr"/>
          <a:lstStyle/>
          <a:p>
            <a:endParaRPr lang="zh-CN" altLang="en-US"/>
          </a:p>
        </p:txBody>
      </p:sp>
      <p:sp>
        <p:nvSpPr>
          <p:cNvPr id="145421" name="Freeform 13"/>
          <p:cNvSpPr>
            <a:spLocks/>
          </p:cNvSpPr>
          <p:nvPr/>
        </p:nvSpPr>
        <p:spPr bwMode="auto">
          <a:xfrm>
            <a:off x="520700" y="5192713"/>
            <a:ext cx="860425" cy="60325"/>
          </a:xfrm>
          <a:custGeom>
            <a:avLst/>
            <a:gdLst>
              <a:gd name="T0" fmla="*/ 0 w 542"/>
              <a:gd name="T1" fmla="*/ 2147483647 h 42"/>
              <a:gd name="T2" fmla="*/ 2147483647 w 542"/>
              <a:gd name="T3" fmla="*/ 2147483647 h 42"/>
              <a:gd name="T4" fmla="*/ 2147483647 w 542"/>
              <a:gd name="T5" fmla="*/ 0 h 42"/>
              <a:gd name="T6" fmla="*/ 0 60000 65536"/>
              <a:gd name="T7" fmla="*/ 0 60000 65536"/>
              <a:gd name="T8" fmla="*/ 0 60000 65536"/>
              <a:gd name="T9" fmla="*/ 0 w 542"/>
              <a:gd name="T10" fmla="*/ 0 h 42"/>
              <a:gd name="T11" fmla="*/ 542 w 542"/>
              <a:gd name="T12" fmla="*/ 42 h 42"/>
            </a:gdLst>
            <a:ahLst/>
            <a:cxnLst>
              <a:cxn ang="T6">
                <a:pos x="T0" y="T1"/>
              </a:cxn>
              <a:cxn ang="T7">
                <a:pos x="T2" y="T3"/>
              </a:cxn>
              <a:cxn ang="T8">
                <a:pos x="T4" y="T5"/>
              </a:cxn>
            </a:cxnLst>
            <a:rect l="T9" t="T10" r="T11" b="T12"/>
            <a:pathLst>
              <a:path w="542" h="42">
                <a:moveTo>
                  <a:pt x="0" y="42"/>
                </a:moveTo>
                <a:lnTo>
                  <a:pt x="476" y="42"/>
                </a:lnTo>
                <a:cubicBezTo>
                  <a:pt x="498" y="28"/>
                  <a:pt x="542" y="0"/>
                  <a:pt x="542" y="0"/>
                </a:cubicBezTo>
              </a:path>
            </a:pathLst>
          </a:custGeom>
          <a:noFill/>
          <a:ln w="19050">
            <a:solidFill>
              <a:schemeClr val="tx1"/>
            </a:solidFill>
            <a:round/>
            <a:headEnd type="none" w="sm" len="lg"/>
            <a:tailEnd type="none" w="sm" len="lg"/>
          </a:ln>
        </p:spPr>
        <p:txBody>
          <a:bodyPr wrap="none" anchor="ctr"/>
          <a:lstStyle/>
          <a:p>
            <a:endParaRPr lang="zh-CN" altLang="en-US"/>
          </a:p>
        </p:txBody>
      </p:sp>
      <p:sp>
        <p:nvSpPr>
          <p:cNvPr id="145422" name="AutoShape 14"/>
          <p:cNvSpPr>
            <a:spLocks noChangeArrowheads="1"/>
          </p:cNvSpPr>
          <p:nvPr/>
        </p:nvSpPr>
        <p:spPr bwMode="auto">
          <a:xfrm>
            <a:off x="7886700" y="2814638"/>
            <a:ext cx="838200" cy="3030537"/>
          </a:xfrm>
          <a:prstGeom prst="cube">
            <a:avLst>
              <a:gd name="adj" fmla="val 10764"/>
            </a:avLst>
          </a:prstGeom>
          <a:solidFill>
            <a:srgbClr val="FFFF99"/>
          </a:solidFill>
          <a:ln w="19050">
            <a:solidFill>
              <a:schemeClr val="tx1"/>
            </a:solidFill>
            <a:miter lim="800000"/>
            <a:headEnd type="none" w="sm" len="lg"/>
            <a:tailEnd type="none" w="sm" len="lg"/>
          </a:ln>
        </p:spPr>
        <p:txBody>
          <a:bodyPr wrap="none" anchor="ctr"/>
          <a:lstStyle/>
          <a:p>
            <a:endParaRPr lang="zh-CN" altLang="en-US"/>
          </a:p>
        </p:txBody>
      </p:sp>
      <p:sp>
        <p:nvSpPr>
          <p:cNvPr id="145423" name="Text Box 15"/>
          <p:cNvSpPr txBox="1">
            <a:spLocks noChangeArrowheads="1"/>
          </p:cNvSpPr>
          <p:nvPr/>
        </p:nvSpPr>
        <p:spPr bwMode="auto">
          <a:xfrm>
            <a:off x="7924800" y="2992438"/>
            <a:ext cx="325438" cy="396875"/>
          </a:xfrm>
          <a:prstGeom prst="rect">
            <a:avLst/>
          </a:prstGeom>
          <a:noFill/>
          <a:ln w="12700">
            <a:noFill/>
            <a:miter lim="800000"/>
            <a:headEnd/>
            <a:tailEnd/>
          </a:ln>
        </p:spPr>
        <p:txBody>
          <a:bodyPr wrap="none">
            <a:spAutoFit/>
          </a:bodyPr>
          <a:lstStyle/>
          <a:p>
            <a:pPr defTabSz="762000" eaLnBrk="0" hangingPunct="0"/>
            <a:r>
              <a:rPr kumimoji="1" lang="en-US" altLang="zh-CN" sz="2000">
                <a:solidFill>
                  <a:srgbClr val="333399"/>
                </a:solidFill>
              </a:rPr>
              <a:t>5</a:t>
            </a:r>
          </a:p>
        </p:txBody>
      </p:sp>
      <p:sp>
        <p:nvSpPr>
          <p:cNvPr id="145424" name="Text Box 16"/>
          <p:cNvSpPr txBox="1">
            <a:spLocks noChangeArrowheads="1"/>
          </p:cNvSpPr>
          <p:nvPr/>
        </p:nvSpPr>
        <p:spPr bwMode="auto">
          <a:xfrm>
            <a:off x="7924800" y="3619500"/>
            <a:ext cx="325438" cy="396875"/>
          </a:xfrm>
          <a:prstGeom prst="rect">
            <a:avLst/>
          </a:prstGeom>
          <a:noFill/>
          <a:ln w="12700">
            <a:noFill/>
            <a:miter lim="800000"/>
            <a:headEnd/>
            <a:tailEnd/>
          </a:ln>
        </p:spPr>
        <p:txBody>
          <a:bodyPr wrap="none">
            <a:spAutoFit/>
          </a:bodyPr>
          <a:lstStyle/>
          <a:p>
            <a:pPr defTabSz="762000" eaLnBrk="0" hangingPunct="0"/>
            <a:r>
              <a:rPr kumimoji="1" lang="en-US" altLang="zh-CN" sz="2000">
                <a:solidFill>
                  <a:srgbClr val="333399"/>
                </a:solidFill>
              </a:rPr>
              <a:t>4</a:t>
            </a:r>
          </a:p>
        </p:txBody>
      </p:sp>
      <p:sp>
        <p:nvSpPr>
          <p:cNvPr id="145425" name="Text Box 17"/>
          <p:cNvSpPr txBox="1">
            <a:spLocks noChangeArrowheads="1"/>
          </p:cNvSpPr>
          <p:nvPr/>
        </p:nvSpPr>
        <p:spPr bwMode="auto">
          <a:xfrm>
            <a:off x="7924800" y="4176713"/>
            <a:ext cx="325438" cy="396875"/>
          </a:xfrm>
          <a:prstGeom prst="rect">
            <a:avLst/>
          </a:prstGeom>
          <a:noFill/>
          <a:ln w="12700">
            <a:noFill/>
            <a:miter lim="800000"/>
            <a:headEnd/>
            <a:tailEnd/>
          </a:ln>
        </p:spPr>
        <p:txBody>
          <a:bodyPr wrap="none">
            <a:spAutoFit/>
          </a:bodyPr>
          <a:lstStyle/>
          <a:p>
            <a:pPr defTabSz="762000" eaLnBrk="0" hangingPunct="0"/>
            <a:r>
              <a:rPr kumimoji="1" lang="en-US" altLang="zh-CN" sz="2000">
                <a:solidFill>
                  <a:srgbClr val="333399"/>
                </a:solidFill>
              </a:rPr>
              <a:t>3</a:t>
            </a:r>
          </a:p>
        </p:txBody>
      </p:sp>
      <p:sp>
        <p:nvSpPr>
          <p:cNvPr id="145426" name="Text Box 18"/>
          <p:cNvSpPr txBox="1">
            <a:spLocks noChangeArrowheads="1"/>
          </p:cNvSpPr>
          <p:nvPr/>
        </p:nvSpPr>
        <p:spPr bwMode="auto">
          <a:xfrm>
            <a:off x="7924800" y="4737100"/>
            <a:ext cx="325438" cy="396875"/>
          </a:xfrm>
          <a:prstGeom prst="rect">
            <a:avLst/>
          </a:prstGeom>
          <a:noFill/>
          <a:ln w="12700">
            <a:noFill/>
            <a:miter lim="800000"/>
            <a:headEnd/>
            <a:tailEnd/>
          </a:ln>
        </p:spPr>
        <p:txBody>
          <a:bodyPr wrap="none">
            <a:spAutoFit/>
          </a:bodyPr>
          <a:lstStyle/>
          <a:p>
            <a:pPr defTabSz="762000" eaLnBrk="0" hangingPunct="0"/>
            <a:r>
              <a:rPr kumimoji="1" lang="en-US" altLang="zh-CN" sz="2000">
                <a:solidFill>
                  <a:srgbClr val="333399"/>
                </a:solidFill>
              </a:rPr>
              <a:t>2</a:t>
            </a:r>
          </a:p>
        </p:txBody>
      </p:sp>
      <p:sp>
        <p:nvSpPr>
          <p:cNvPr id="145427" name="Text Box 19"/>
          <p:cNvSpPr txBox="1">
            <a:spLocks noChangeArrowheads="1"/>
          </p:cNvSpPr>
          <p:nvPr/>
        </p:nvSpPr>
        <p:spPr bwMode="auto">
          <a:xfrm>
            <a:off x="7924800" y="5302250"/>
            <a:ext cx="325438" cy="396875"/>
          </a:xfrm>
          <a:prstGeom prst="rect">
            <a:avLst/>
          </a:prstGeom>
          <a:noFill/>
          <a:ln w="12700">
            <a:noFill/>
            <a:miter lim="800000"/>
            <a:headEnd/>
            <a:tailEnd/>
          </a:ln>
        </p:spPr>
        <p:txBody>
          <a:bodyPr wrap="none">
            <a:spAutoFit/>
          </a:bodyPr>
          <a:lstStyle/>
          <a:p>
            <a:pPr defTabSz="762000" eaLnBrk="0" hangingPunct="0"/>
            <a:r>
              <a:rPr kumimoji="1" lang="en-US" altLang="zh-CN" sz="2000">
                <a:solidFill>
                  <a:srgbClr val="333399"/>
                </a:solidFill>
              </a:rPr>
              <a:t>1</a:t>
            </a:r>
          </a:p>
        </p:txBody>
      </p:sp>
      <p:sp>
        <p:nvSpPr>
          <p:cNvPr id="145428" name="Freeform 20"/>
          <p:cNvSpPr>
            <a:spLocks/>
          </p:cNvSpPr>
          <p:nvPr/>
        </p:nvSpPr>
        <p:spPr bwMode="auto">
          <a:xfrm>
            <a:off x="7886700" y="3414713"/>
            <a:ext cx="847725" cy="61912"/>
          </a:xfrm>
          <a:custGeom>
            <a:avLst/>
            <a:gdLst>
              <a:gd name="T0" fmla="*/ 0 w 534"/>
              <a:gd name="T1" fmla="*/ 2147483647 h 42"/>
              <a:gd name="T2" fmla="*/ 2147483647 w 534"/>
              <a:gd name="T3" fmla="*/ 2147483647 h 42"/>
              <a:gd name="T4" fmla="*/ 2147483647 w 534"/>
              <a:gd name="T5" fmla="*/ 0 h 42"/>
              <a:gd name="T6" fmla="*/ 0 60000 65536"/>
              <a:gd name="T7" fmla="*/ 0 60000 65536"/>
              <a:gd name="T8" fmla="*/ 0 60000 65536"/>
              <a:gd name="T9" fmla="*/ 0 w 534"/>
              <a:gd name="T10" fmla="*/ 0 h 42"/>
              <a:gd name="T11" fmla="*/ 534 w 534"/>
              <a:gd name="T12" fmla="*/ 42 h 42"/>
            </a:gdLst>
            <a:ahLst/>
            <a:cxnLst>
              <a:cxn ang="T6">
                <a:pos x="T0" y="T1"/>
              </a:cxn>
              <a:cxn ang="T7">
                <a:pos x="T2" y="T3"/>
              </a:cxn>
              <a:cxn ang="T8">
                <a:pos x="T4" y="T5"/>
              </a:cxn>
            </a:cxnLst>
            <a:rect l="T9" t="T10" r="T11" b="T12"/>
            <a:pathLst>
              <a:path w="534" h="42">
                <a:moveTo>
                  <a:pt x="0" y="42"/>
                </a:moveTo>
                <a:lnTo>
                  <a:pt x="468" y="42"/>
                </a:lnTo>
                <a:cubicBezTo>
                  <a:pt x="490" y="28"/>
                  <a:pt x="534" y="0"/>
                  <a:pt x="534" y="0"/>
                </a:cubicBezTo>
              </a:path>
            </a:pathLst>
          </a:custGeom>
          <a:noFill/>
          <a:ln w="19050">
            <a:solidFill>
              <a:schemeClr val="tx1"/>
            </a:solidFill>
            <a:round/>
            <a:headEnd type="none" w="sm" len="lg"/>
            <a:tailEnd type="none" w="sm" len="lg"/>
          </a:ln>
        </p:spPr>
        <p:txBody>
          <a:bodyPr wrap="none" anchor="ctr"/>
          <a:lstStyle/>
          <a:p>
            <a:endParaRPr lang="zh-CN" altLang="en-US"/>
          </a:p>
        </p:txBody>
      </p:sp>
      <p:sp>
        <p:nvSpPr>
          <p:cNvPr id="145429" name="Freeform 21"/>
          <p:cNvSpPr>
            <a:spLocks/>
          </p:cNvSpPr>
          <p:nvPr/>
        </p:nvSpPr>
        <p:spPr bwMode="auto">
          <a:xfrm>
            <a:off x="7896225" y="3989388"/>
            <a:ext cx="847725" cy="61912"/>
          </a:xfrm>
          <a:custGeom>
            <a:avLst/>
            <a:gdLst>
              <a:gd name="T0" fmla="*/ 0 w 534"/>
              <a:gd name="T1" fmla="*/ 2147483647 h 42"/>
              <a:gd name="T2" fmla="*/ 2147483647 w 534"/>
              <a:gd name="T3" fmla="*/ 2147483647 h 42"/>
              <a:gd name="T4" fmla="*/ 2147483647 w 534"/>
              <a:gd name="T5" fmla="*/ 0 h 42"/>
              <a:gd name="T6" fmla="*/ 0 60000 65536"/>
              <a:gd name="T7" fmla="*/ 0 60000 65536"/>
              <a:gd name="T8" fmla="*/ 0 60000 65536"/>
              <a:gd name="T9" fmla="*/ 0 w 534"/>
              <a:gd name="T10" fmla="*/ 0 h 42"/>
              <a:gd name="T11" fmla="*/ 534 w 534"/>
              <a:gd name="T12" fmla="*/ 42 h 42"/>
            </a:gdLst>
            <a:ahLst/>
            <a:cxnLst>
              <a:cxn ang="T6">
                <a:pos x="T0" y="T1"/>
              </a:cxn>
              <a:cxn ang="T7">
                <a:pos x="T2" y="T3"/>
              </a:cxn>
              <a:cxn ang="T8">
                <a:pos x="T4" y="T5"/>
              </a:cxn>
            </a:cxnLst>
            <a:rect l="T9" t="T10" r="T11" b="T12"/>
            <a:pathLst>
              <a:path w="534" h="42">
                <a:moveTo>
                  <a:pt x="0" y="36"/>
                </a:moveTo>
                <a:lnTo>
                  <a:pt x="468" y="42"/>
                </a:lnTo>
                <a:cubicBezTo>
                  <a:pt x="490" y="28"/>
                  <a:pt x="534" y="0"/>
                  <a:pt x="534" y="0"/>
                </a:cubicBezTo>
              </a:path>
            </a:pathLst>
          </a:custGeom>
          <a:noFill/>
          <a:ln w="19050">
            <a:solidFill>
              <a:schemeClr val="tx1"/>
            </a:solidFill>
            <a:round/>
            <a:headEnd type="none" w="sm" len="lg"/>
            <a:tailEnd type="none" w="sm" len="lg"/>
          </a:ln>
        </p:spPr>
        <p:txBody>
          <a:bodyPr wrap="none" anchor="ctr"/>
          <a:lstStyle/>
          <a:p>
            <a:endParaRPr lang="zh-CN" altLang="en-US"/>
          </a:p>
        </p:txBody>
      </p:sp>
      <p:sp>
        <p:nvSpPr>
          <p:cNvPr id="145430" name="Freeform 22"/>
          <p:cNvSpPr>
            <a:spLocks/>
          </p:cNvSpPr>
          <p:nvPr/>
        </p:nvSpPr>
        <p:spPr bwMode="auto">
          <a:xfrm>
            <a:off x="7874000" y="4565650"/>
            <a:ext cx="869950" cy="60325"/>
          </a:xfrm>
          <a:custGeom>
            <a:avLst/>
            <a:gdLst>
              <a:gd name="T0" fmla="*/ 0 w 548"/>
              <a:gd name="T1" fmla="*/ 2147483647 h 42"/>
              <a:gd name="T2" fmla="*/ 2147483647 w 548"/>
              <a:gd name="T3" fmla="*/ 2147483647 h 42"/>
              <a:gd name="T4" fmla="*/ 2147483647 w 548"/>
              <a:gd name="T5" fmla="*/ 0 h 42"/>
              <a:gd name="T6" fmla="*/ 0 60000 65536"/>
              <a:gd name="T7" fmla="*/ 0 60000 65536"/>
              <a:gd name="T8" fmla="*/ 0 60000 65536"/>
              <a:gd name="T9" fmla="*/ 0 w 548"/>
              <a:gd name="T10" fmla="*/ 0 h 42"/>
              <a:gd name="T11" fmla="*/ 548 w 548"/>
              <a:gd name="T12" fmla="*/ 42 h 42"/>
            </a:gdLst>
            <a:ahLst/>
            <a:cxnLst>
              <a:cxn ang="T6">
                <a:pos x="T0" y="T1"/>
              </a:cxn>
              <a:cxn ang="T7">
                <a:pos x="T2" y="T3"/>
              </a:cxn>
              <a:cxn ang="T8">
                <a:pos x="T4" y="T5"/>
              </a:cxn>
            </a:cxnLst>
            <a:rect l="T9" t="T10" r="T11" b="T12"/>
            <a:pathLst>
              <a:path w="548" h="42">
                <a:moveTo>
                  <a:pt x="0" y="42"/>
                </a:moveTo>
                <a:lnTo>
                  <a:pt x="482" y="42"/>
                </a:lnTo>
                <a:cubicBezTo>
                  <a:pt x="504" y="28"/>
                  <a:pt x="548" y="0"/>
                  <a:pt x="548" y="0"/>
                </a:cubicBezTo>
              </a:path>
            </a:pathLst>
          </a:custGeom>
          <a:noFill/>
          <a:ln w="19050">
            <a:solidFill>
              <a:schemeClr val="tx1"/>
            </a:solidFill>
            <a:round/>
            <a:headEnd type="none" w="sm" len="lg"/>
            <a:tailEnd type="none" w="sm" len="lg"/>
          </a:ln>
        </p:spPr>
        <p:txBody>
          <a:bodyPr wrap="none" anchor="ctr"/>
          <a:lstStyle/>
          <a:p>
            <a:endParaRPr lang="zh-CN" altLang="en-US"/>
          </a:p>
        </p:txBody>
      </p:sp>
      <p:sp>
        <p:nvSpPr>
          <p:cNvPr id="145431" name="Freeform 23"/>
          <p:cNvSpPr>
            <a:spLocks/>
          </p:cNvSpPr>
          <p:nvPr/>
        </p:nvSpPr>
        <p:spPr bwMode="auto">
          <a:xfrm>
            <a:off x="7874000" y="5157788"/>
            <a:ext cx="860425" cy="60325"/>
          </a:xfrm>
          <a:custGeom>
            <a:avLst/>
            <a:gdLst>
              <a:gd name="T0" fmla="*/ 0 w 542"/>
              <a:gd name="T1" fmla="*/ 2147483647 h 42"/>
              <a:gd name="T2" fmla="*/ 2147483647 w 542"/>
              <a:gd name="T3" fmla="*/ 2147483647 h 42"/>
              <a:gd name="T4" fmla="*/ 2147483647 w 542"/>
              <a:gd name="T5" fmla="*/ 0 h 42"/>
              <a:gd name="T6" fmla="*/ 0 60000 65536"/>
              <a:gd name="T7" fmla="*/ 0 60000 65536"/>
              <a:gd name="T8" fmla="*/ 0 60000 65536"/>
              <a:gd name="T9" fmla="*/ 0 w 542"/>
              <a:gd name="T10" fmla="*/ 0 h 42"/>
              <a:gd name="T11" fmla="*/ 542 w 542"/>
              <a:gd name="T12" fmla="*/ 42 h 42"/>
            </a:gdLst>
            <a:ahLst/>
            <a:cxnLst>
              <a:cxn ang="T6">
                <a:pos x="T0" y="T1"/>
              </a:cxn>
              <a:cxn ang="T7">
                <a:pos x="T2" y="T3"/>
              </a:cxn>
              <a:cxn ang="T8">
                <a:pos x="T4" y="T5"/>
              </a:cxn>
            </a:cxnLst>
            <a:rect l="T9" t="T10" r="T11" b="T12"/>
            <a:pathLst>
              <a:path w="542" h="42">
                <a:moveTo>
                  <a:pt x="0" y="42"/>
                </a:moveTo>
                <a:lnTo>
                  <a:pt x="476" y="42"/>
                </a:lnTo>
                <a:cubicBezTo>
                  <a:pt x="498" y="28"/>
                  <a:pt x="542" y="0"/>
                  <a:pt x="542" y="0"/>
                </a:cubicBezTo>
              </a:path>
            </a:pathLst>
          </a:custGeom>
          <a:noFill/>
          <a:ln w="19050">
            <a:solidFill>
              <a:schemeClr val="tx1"/>
            </a:solidFill>
            <a:round/>
            <a:headEnd type="none" w="sm" len="lg"/>
            <a:tailEnd type="none" w="sm" len="lg"/>
          </a:ln>
        </p:spPr>
        <p:txBody>
          <a:bodyPr wrap="none" anchor="ctr"/>
          <a:lstStyle/>
          <a:p>
            <a:endParaRPr lang="zh-CN" altLang="en-US"/>
          </a:p>
        </p:txBody>
      </p:sp>
      <p:sp>
        <p:nvSpPr>
          <p:cNvPr id="145432" name="Text Box 24"/>
          <p:cNvSpPr txBox="1">
            <a:spLocks noChangeArrowheads="1"/>
          </p:cNvSpPr>
          <p:nvPr/>
        </p:nvSpPr>
        <p:spPr bwMode="auto">
          <a:xfrm>
            <a:off x="395288" y="1973263"/>
            <a:ext cx="868362" cy="396875"/>
          </a:xfrm>
          <a:prstGeom prst="rect">
            <a:avLst/>
          </a:prstGeom>
          <a:noFill/>
          <a:ln w="12700">
            <a:noFill/>
            <a:miter lim="800000"/>
            <a:headEnd type="none" w="sm" len="lg"/>
            <a:tailEnd type="none" w="sm" len="lg"/>
          </a:ln>
        </p:spPr>
        <p:txBody>
          <a:bodyPr wrap="none">
            <a:spAutoFit/>
          </a:bodyPr>
          <a:lstStyle/>
          <a:p>
            <a:pPr defTabSz="762000" eaLnBrk="0" hangingPunct="0"/>
            <a:r>
              <a:rPr kumimoji="1" lang="zh-CN" altLang="en-US" sz="2000">
                <a:solidFill>
                  <a:srgbClr val="333399"/>
                </a:solidFill>
                <a:ea typeface="黑体" pitchFamily="49" charset="-122"/>
              </a:rPr>
              <a:t>主机</a:t>
            </a:r>
            <a:r>
              <a:rPr kumimoji="1" lang="zh-CN" altLang="en-US" sz="1000">
                <a:solidFill>
                  <a:srgbClr val="333399"/>
                </a:solidFill>
                <a:ea typeface="黑体" pitchFamily="49" charset="-122"/>
              </a:rPr>
              <a:t> </a:t>
            </a:r>
            <a:r>
              <a:rPr kumimoji="1" lang="en-US" altLang="zh-CN" sz="2000">
                <a:solidFill>
                  <a:srgbClr val="333399"/>
                </a:solidFill>
                <a:ea typeface="黑体" pitchFamily="49" charset="-122"/>
              </a:rPr>
              <a:t>1</a:t>
            </a:r>
          </a:p>
        </p:txBody>
      </p:sp>
      <p:sp>
        <p:nvSpPr>
          <p:cNvPr id="145433" name="AutoShape 25"/>
          <p:cNvSpPr>
            <a:spLocks noChangeArrowheads="1"/>
          </p:cNvSpPr>
          <p:nvPr/>
        </p:nvSpPr>
        <p:spPr bwMode="auto">
          <a:xfrm>
            <a:off x="8034338" y="2317750"/>
            <a:ext cx="685800" cy="557213"/>
          </a:xfrm>
          <a:prstGeom prst="cube">
            <a:avLst>
              <a:gd name="adj" fmla="val 17593"/>
            </a:avLst>
          </a:prstGeom>
          <a:solidFill>
            <a:srgbClr val="FFFF99"/>
          </a:solidFill>
          <a:ln w="19050">
            <a:solidFill>
              <a:schemeClr val="tx1"/>
            </a:solidFill>
            <a:miter lim="800000"/>
            <a:headEnd type="none" w="sm" len="lg"/>
            <a:tailEnd type="none" w="sm" len="lg"/>
          </a:ln>
        </p:spPr>
        <p:txBody>
          <a:bodyPr wrap="none" anchor="ctr"/>
          <a:lstStyle/>
          <a:p>
            <a:endParaRPr lang="zh-CN" altLang="en-US"/>
          </a:p>
        </p:txBody>
      </p:sp>
      <p:sp>
        <p:nvSpPr>
          <p:cNvPr id="145434" name="Text Box 26"/>
          <p:cNvSpPr txBox="1">
            <a:spLocks noChangeArrowheads="1"/>
          </p:cNvSpPr>
          <p:nvPr/>
        </p:nvSpPr>
        <p:spPr bwMode="auto">
          <a:xfrm>
            <a:off x="8027988" y="2422525"/>
            <a:ext cx="615950" cy="396875"/>
          </a:xfrm>
          <a:prstGeom prst="rect">
            <a:avLst/>
          </a:prstGeom>
          <a:noFill/>
          <a:ln w="12700">
            <a:noFill/>
            <a:miter lim="800000"/>
            <a:headEnd/>
            <a:tailEnd/>
          </a:ln>
        </p:spPr>
        <p:txBody>
          <a:bodyPr wrap="none">
            <a:spAutoFit/>
          </a:bodyPr>
          <a:lstStyle/>
          <a:p>
            <a:pPr defTabSz="762000" eaLnBrk="0" hangingPunct="0"/>
            <a:r>
              <a:rPr kumimoji="1" lang="en-US" altLang="zh-CN" sz="2000">
                <a:solidFill>
                  <a:srgbClr val="333399"/>
                </a:solidFill>
              </a:rPr>
              <a:t>AP</a:t>
            </a:r>
            <a:r>
              <a:rPr kumimoji="1" lang="en-US" altLang="zh-CN" sz="2000" b="1" baseline="-25000">
                <a:solidFill>
                  <a:srgbClr val="333399"/>
                </a:solidFill>
              </a:rPr>
              <a:t>2</a:t>
            </a:r>
            <a:endParaRPr kumimoji="1" lang="en-US" altLang="zh-CN" sz="2000" b="1">
              <a:solidFill>
                <a:srgbClr val="333399"/>
              </a:solidFill>
            </a:endParaRPr>
          </a:p>
        </p:txBody>
      </p:sp>
      <p:sp>
        <p:nvSpPr>
          <p:cNvPr id="145435" name="AutoShape 27"/>
          <p:cNvSpPr>
            <a:spLocks noChangeArrowheads="1"/>
          </p:cNvSpPr>
          <p:nvPr/>
        </p:nvSpPr>
        <p:spPr bwMode="auto">
          <a:xfrm>
            <a:off x="538163" y="2360613"/>
            <a:ext cx="685800" cy="557212"/>
          </a:xfrm>
          <a:prstGeom prst="cube">
            <a:avLst>
              <a:gd name="adj" fmla="val 17593"/>
            </a:avLst>
          </a:prstGeom>
          <a:solidFill>
            <a:srgbClr val="FFFF99"/>
          </a:solidFill>
          <a:ln w="19050">
            <a:solidFill>
              <a:schemeClr val="tx1"/>
            </a:solidFill>
            <a:miter lim="800000"/>
            <a:headEnd type="none" w="sm" len="lg"/>
            <a:tailEnd type="none" w="sm" len="lg"/>
          </a:ln>
        </p:spPr>
        <p:txBody>
          <a:bodyPr wrap="none" anchor="ctr"/>
          <a:lstStyle/>
          <a:p>
            <a:endParaRPr lang="zh-CN" altLang="en-US"/>
          </a:p>
        </p:txBody>
      </p:sp>
      <p:sp>
        <p:nvSpPr>
          <p:cNvPr id="145436" name="Text Box 28"/>
          <p:cNvSpPr txBox="1">
            <a:spLocks noChangeArrowheads="1"/>
          </p:cNvSpPr>
          <p:nvPr/>
        </p:nvSpPr>
        <p:spPr bwMode="auto">
          <a:xfrm>
            <a:off x="558800" y="2481263"/>
            <a:ext cx="615950" cy="396875"/>
          </a:xfrm>
          <a:prstGeom prst="rect">
            <a:avLst/>
          </a:prstGeom>
          <a:noFill/>
          <a:ln w="12700">
            <a:noFill/>
            <a:miter lim="800000"/>
            <a:headEnd/>
            <a:tailEnd/>
          </a:ln>
        </p:spPr>
        <p:txBody>
          <a:bodyPr wrap="none">
            <a:spAutoFit/>
          </a:bodyPr>
          <a:lstStyle/>
          <a:p>
            <a:pPr defTabSz="762000" eaLnBrk="0" hangingPunct="0"/>
            <a:r>
              <a:rPr kumimoji="1" lang="en-US" altLang="zh-CN" sz="2000">
                <a:solidFill>
                  <a:srgbClr val="333399"/>
                </a:solidFill>
              </a:rPr>
              <a:t>AP</a:t>
            </a:r>
            <a:r>
              <a:rPr kumimoji="1" lang="en-US" altLang="zh-CN" sz="2000" b="1" baseline="-25000">
                <a:solidFill>
                  <a:srgbClr val="333399"/>
                </a:solidFill>
              </a:rPr>
              <a:t>1</a:t>
            </a:r>
            <a:endParaRPr kumimoji="1" lang="en-US" altLang="zh-CN" sz="2000" b="1">
              <a:solidFill>
                <a:srgbClr val="333399"/>
              </a:solidFill>
            </a:endParaRPr>
          </a:p>
        </p:txBody>
      </p:sp>
      <p:sp>
        <p:nvSpPr>
          <p:cNvPr id="118813" name="AutoShape 29"/>
          <p:cNvSpPr>
            <a:spLocks noChangeArrowheads="1"/>
          </p:cNvSpPr>
          <p:nvPr/>
        </p:nvSpPr>
        <p:spPr bwMode="auto">
          <a:xfrm flipV="1">
            <a:off x="654050" y="4506913"/>
            <a:ext cx="196850" cy="361950"/>
          </a:xfrm>
          <a:prstGeom prst="upArrow">
            <a:avLst>
              <a:gd name="adj1" fmla="val 50000"/>
              <a:gd name="adj2" fmla="val 45968"/>
            </a:avLst>
          </a:prstGeom>
          <a:solidFill>
            <a:schemeClr val="hlink"/>
          </a:solidFill>
          <a:ln w="12700">
            <a:solidFill>
              <a:schemeClr val="tx1"/>
            </a:solidFill>
            <a:miter lim="800000"/>
            <a:headEnd/>
            <a:tailEnd/>
          </a:ln>
        </p:spPr>
        <p:txBody>
          <a:bodyPr vert="eaVert" wrap="none" anchor="ctr"/>
          <a:lstStyle/>
          <a:p>
            <a:endParaRPr lang="zh-CN" altLang="en-US"/>
          </a:p>
        </p:txBody>
      </p:sp>
      <p:sp>
        <p:nvSpPr>
          <p:cNvPr id="145438" name="Text Box 30"/>
          <p:cNvSpPr txBox="1">
            <a:spLocks noChangeArrowheads="1"/>
          </p:cNvSpPr>
          <p:nvPr/>
        </p:nvSpPr>
        <p:spPr bwMode="auto">
          <a:xfrm>
            <a:off x="7770813" y="1973263"/>
            <a:ext cx="868362" cy="396875"/>
          </a:xfrm>
          <a:prstGeom prst="rect">
            <a:avLst/>
          </a:prstGeom>
          <a:noFill/>
          <a:ln w="12700">
            <a:noFill/>
            <a:miter lim="800000"/>
            <a:headEnd type="none" w="sm" len="lg"/>
            <a:tailEnd type="none" w="sm" len="lg"/>
          </a:ln>
        </p:spPr>
        <p:txBody>
          <a:bodyPr wrap="none">
            <a:spAutoFit/>
          </a:bodyPr>
          <a:lstStyle/>
          <a:p>
            <a:pPr defTabSz="762000" eaLnBrk="0" hangingPunct="0"/>
            <a:r>
              <a:rPr kumimoji="1" lang="zh-CN" altLang="en-US" sz="2000">
                <a:solidFill>
                  <a:srgbClr val="333399"/>
                </a:solidFill>
                <a:ea typeface="黑体" pitchFamily="49" charset="-122"/>
              </a:rPr>
              <a:t>主机</a:t>
            </a:r>
            <a:r>
              <a:rPr kumimoji="1" lang="zh-CN" altLang="en-US" sz="1000">
                <a:solidFill>
                  <a:srgbClr val="333399"/>
                </a:solidFill>
                <a:ea typeface="黑体" pitchFamily="49" charset="-122"/>
              </a:rPr>
              <a:t> </a:t>
            </a:r>
            <a:r>
              <a:rPr kumimoji="1" lang="en-US" altLang="zh-CN" sz="2000">
                <a:solidFill>
                  <a:srgbClr val="333399"/>
                </a:solidFill>
                <a:ea typeface="黑体" pitchFamily="49" charset="-122"/>
              </a:rPr>
              <a:t>2</a:t>
            </a:r>
          </a:p>
        </p:txBody>
      </p:sp>
      <p:sp>
        <p:nvSpPr>
          <p:cNvPr id="145439" name="Text Box 31"/>
          <p:cNvSpPr txBox="1">
            <a:spLocks noChangeArrowheads="1"/>
          </p:cNvSpPr>
          <p:nvPr/>
        </p:nvSpPr>
        <p:spPr bwMode="auto">
          <a:xfrm>
            <a:off x="1619250" y="4195763"/>
            <a:ext cx="4213225" cy="457200"/>
          </a:xfrm>
          <a:prstGeom prst="rect">
            <a:avLst/>
          </a:prstGeom>
          <a:noFill/>
          <a:ln w="12700">
            <a:noFill/>
            <a:miter lim="800000"/>
            <a:headEnd type="none" w="sm" len="lg"/>
            <a:tailEnd type="none" w="sm" len="lg"/>
          </a:ln>
        </p:spPr>
        <p:txBody>
          <a:bodyPr wrap="none">
            <a:spAutoFit/>
          </a:bodyPr>
          <a:lstStyle/>
          <a:p>
            <a:pPr defTabSz="762000" eaLnBrk="0" hangingPunct="0"/>
            <a:r>
              <a:rPr kumimoji="1" lang="en-US" altLang="zh-CN" sz="2400">
                <a:solidFill>
                  <a:srgbClr val="333399"/>
                </a:solidFill>
                <a:ea typeface="黑体" pitchFamily="49" charset="-122"/>
              </a:rPr>
              <a:t>IP </a:t>
            </a:r>
            <a:r>
              <a:rPr kumimoji="1" lang="zh-CN" altLang="en-US" sz="2400">
                <a:solidFill>
                  <a:srgbClr val="333399"/>
                </a:solidFill>
                <a:ea typeface="黑体" pitchFamily="49" charset="-122"/>
              </a:rPr>
              <a:t>数据报再传送到数据链路层</a:t>
            </a:r>
          </a:p>
        </p:txBody>
      </p:sp>
      <p:sp>
        <p:nvSpPr>
          <p:cNvPr id="118816" name="Text Box 32"/>
          <p:cNvSpPr txBox="1">
            <a:spLocks noChangeArrowheads="1"/>
          </p:cNvSpPr>
          <p:nvPr/>
        </p:nvSpPr>
        <p:spPr bwMode="auto">
          <a:xfrm>
            <a:off x="1619250" y="4752975"/>
            <a:ext cx="5975350" cy="457200"/>
          </a:xfrm>
          <a:prstGeom prst="rect">
            <a:avLst/>
          </a:prstGeom>
          <a:noFill/>
          <a:ln w="12700">
            <a:noFill/>
            <a:miter lim="800000"/>
            <a:headEnd type="none" w="sm" len="lg"/>
            <a:tailEnd type="none" w="sm" len="lg"/>
          </a:ln>
        </p:spPr>
        <p:txBody>
          <a:bodyPr wrap="none">
            <a:spAutoFit/>
          </a:bodyPr>
          <a:lstStyle/>
          <a:p>
            <a:pPr defTabSz="762000" eaLnBrk="0" hangingPunct="0"/>
            <a:r>
              <a:rPr kumimoji="1" lang="zh-CN" altLang="en-US" sz="2400">
                <a:solidFill>
                  <a:srgbClr val="333399"/>
                </a:solidFill>
                <a:ea typeface="黑体" pitchFamily="49" charset="-122"/>
              </a:rPr>
              <a:t>加上链路层首部和尾部，成为数据链路层帧</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grpId="0" nodeType="afterEffect">
                                  <p:stCondLst>
                                    <p:cond delay="500"/>
                                  </p:stCondLst>
                                  <p:childTnLst>
                                    <p:set>
                                      <p:cBhvr>
                                        <p:cTn id="6" dur="1" fill="hold">
                                          <p:stCondLst>
                                            <p:cond delay="0"/>
                                          </p:stCondLst>
                                        </p:cTn>
                                        <p:tgtEl>
                                          <p:spTgt spid="118813"/>
                                        </p:tgtEl>
                                        <p:attrNameLst>
                                          <p:attrName>style.visibility</p:attrName>
                                        </p:attrNameLst>
                                      </p:cBhvr>
                                      <p:to>
                                        <p:strVal val="visible"/>
                                      </p:to>
                                    </p:set>
                                    <p:animEffect transition="in" filter="wipe(up)">
                                      <p:cBhvr>
                                        <p:cTn id="7" dur="1000"/>
                                        <p:tgtEl>
                                          <p:spTgt spid="118813"/>
                                        </p:tgtEl>
                                      </p:cBhvr>
                                    </p:animEffect>
                                  </p:childTnLst>
                                </p:cTn>
                              </p:par>
                            </p:childTnLst>
                          </p:cTn>
                        </p:par>
                        <p:par>
                          <p:cTn id="8" fill="hold">
                            <p:stCondLst>
                              <p:cond delay="1500"/>
                            </p:stCondLst>
                            <p:childTnLst>
                              <p:par>
                                <p:cTn id="9" presetID="1" presetClass="entr" presetSubtype="0" fill="hold" grpId="0" nodeType="afterEffect">
                                  <p:stCondLst>
                                    <p:cond delay="0"/>
                                  </p:stCondLst>
                                  <p:childTnLst>
                                    <p:set>
                                      <p:cBhvr>
                                        <p:cTn id="10" dur="1" fill="hold">
                                          <p:stCondLst>
                                            <p:cond delay="0"/>
                                          </p:stCondLst>
                                        </p:cTn>
                                        <p:tgtEl>
                                          <p:spTgt spid="11881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8813" grpId="0" animBg="1"/>
      <p:bldP spid="118816" grpId="0"/>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6434" name="Rectangle 2"/>
          <p:cNvSpPr>
            <a:spLocks noGrp="1" noChangeArrowheads="1"/>
          </p:cNvSpPr>
          <p:nvPr>
            <p:ph type="title"/>
          </p:nvPr>
        </p:nvSpPr>
        <p:spPr/>
        <p:txBody>
          <a:bodyPr/>
          <a:lstStyle/>
          <a:p>
            <a:pPr algn="ctr" eaLnBrk="1" hangingPunct="1"/>
            <a:r>
              <a:rPr lang="zh-CN" altLang="en-US" smtClean="0">
                <a:latin typeface="微软雅黑" pitchFamily="34" charset="-122"/>
                <a:ea typeface="微软雅黑" pitchFamily="34" charset="-122"/>
              </a:rPr>
              <a:t>主机</a:t>
            </a:r>
            <a:r>
              <a:rPr lang="zh-CN" altLang="en-US" sz="2400" smtClean="0">
                <a:latin typeface="微软雅黑" pitchFamily="34" charset="-122"/>
                <a:ea typeface="微软雅黑" pitchFamily="34" charset="-122"/>
              </a:rPr>
              <a:t> </a:t>
            </a:r>
            <a:r>
              <a:rPr lang="en-US" altLang="zh-CN" smtClean="0">
                <a:latin typeface="微软雅黑" pitchFamily="34" charset="-122"/>
                <a:ea typeface="微软雅黑" pitchFamily="34" charset="-122"/>
              </a:rPr>
              <a:t>1</a:t>
            </a:r>
            <a:r>
              <a:rPr lang="en-US" altLang="zh-CN" sz="2400" smtClean="0">
                <a:latin typeface="微软雅黑" pitchFamily="34" charset="-122"/>
                <a:ea typeface="微软雅黑" pitchFamily="34" charset="-122"/>
              </a:rPr>
              <a:t> </a:t>
            </a:r>
            <a:r>
              <a:rPr lang="zh-CN" altLang="en-US" smtClean="0">
                <a:latin typeface="微软雅黑" pitchFamily="34" charset="-122"/>
                <a:ea typeface="微软雅黑" pitchFamily="34" charset="-122"/>
              </a:rPr>
              <a:t>向主机</a:t>
            </a:r>
            <a:r>
              <a:rPr lang="zh-CN" altLang="en-US" sz="2400" smtClean="0">
                <a:latin typeface="微软雅黑" pitchFamily="34" charset="-122"/>
                <a:ea typeface="微软雅黑" pitchFamily="34" charset="-122"/>
              </a:rPr>
              <a:t> </a:t>
            </a:r>
            <a:r>
              <a:rPr lang="en-US" altLang="zh-CN" smtClean="0">
                <a:latin typeface="微软雅黑" pitchFamily="34" charset="-122"/>
                <a:ea typeface="微软雅黑" pitchFamily="34" charset="-122"/>
              </a:rPr>
              <a:t>2</a:t>
            </a:r>
            <a:r>
              <a:rPr lang="en-US" altLang="zh-CN" sz="2400" smtClean="0">
                <a:latin typeface="微软雅黑" pitchFamily="34" charset="-122"/>
                <a:ea typeface="微软雅黑" pitchFamily="34" charset="-122"/>
              </a:rPr>
              <a:t> </a:t>
            </a:r>
            <a:r>
              <a:rPr lang="zh-CN" altLang="en-US" smtClean="0">
                <a:latin typeface="微软雅黑" pitchFamily="34" charset="-122"/>
                <a:ea typeface="微软雅黑" pitchFamily="34" charset="-122"/>
              </a:rPr>
              <a:t>发送数据 </a:t>
            </a:r>
          </a:p>
        </p:txBody>
      </p:sp>
      <p:sp>
        <p:nvSpPr>
          <p:cNvPr id="146435" name="AutoShape 3"/>
          <p:cNvSpPr>
            <a:spLocks noChangeArrowheads="1"/>
          </p:cNvSpPr>
          <p:nvPr/>
        </p:nvSpPr>
        <p:spPr bwMode="auto">
          <a:xfrm rot="-5400000">
            <a:off x="4374356" y="1532732"/>
            <a:ext cx="417513" cy="8991600"/>
          </a:xfrm>
          <a:prstGeom prst="can">
            <a:avLst>
              <a:gd name="adj" fmla="val 48656"/>
            </a:avLst>
          </a:prstGeom>
          <a:gradFill rotWithShape="0">
            <a:gsLst>
              <a:gs pos="0">
                <a:srgbClr val="ACACAC"/>
              </a:gs>
              <a:gs pos="50000">
                <a:srgbClr val="EAEAEA"/>
              </a:gs>
              <a:gs pos="100000">
                <a:srgbClr val="ACACAC"/>
              </a:gs>
            </a:gsLst>
            <a:lin ang="5400000" scaled="1"/>
          </a:gradFill>
          <a:ln w="19050">
            <a:solidFill>
              <a:schemeClr val="tx1"/>
            </a:solidFill>
            <a:round/>
            <a:headEnd type="none" w="sm" len="lg"/>
            <a:tailEnd type="none" w="sm" len="lg"/>
          </a:ln>
        </p:spPr>
        <p:txBody>
          <a:bodyPr wrap="none" anchor="ctr"/>
          <a:lstStyle/>
          <a:p>
            <a:endParaRPr lang="zh-CN" altLang="en-US"/>
          </a:p>
        </p:txBody>
      </p:sp>
      <p:sp>
        <p:nvSpPr>
          <p:cNvPr id="146436" name="AutoShape 4"/>
          <p:cNvSpPr>
            <a:spLocks noChangeArrowheads="1"/>
          </p:cNvSpPr>
          <p:nvPr/>
        </p:nvSpPr>
        <p:spPr bwMode="auto">
          <a:xfrm>
            <a:off x="533400" y="2847975"/>
            <a:ext cx="838200" cy="2997200"/>
          </a:xfrm>
          <a:prstGeom prst="cube">
            <a:avLst>
              <a:gd name="adj" fmla="val 10764"/>
            </a:avLst>
          </a:prstGeom>
          <a:solidFill>
            <a:srgbClr val="FFFF99"/>
          </a:solidFill>
          <a:ln w="19050">
            <a:solidFill>
              <a:schemeClr val="tx1"/>
            </a:solidFill>
            <a:miter lim="800000"/>
            <a:headEnd type="none" w="sm" len="lg"/>
            <a:tailEnd type="none" w="sm" len="lg"/>
          </a:ln>
        </p:spPr>
        <p:txBody>
          <a:bodyPr wrap="none" anchor="ctr"/>
          <a:lstStyle/>
          <a:p>
            <a:endParaRPr lang="zh-CN" altLang="en-US"/>
          </a:p>
        </p:txBody>
      </p:sp>
      <p:sp>
        <p:nvSpPr>
          <p:cNvPr id="146437" name="Text Box 5"/>
          <p:cNvSpPr txBox="1">
            <a:spLocks noChangeArrowheads="1"/>
          </p:cNvSpPr>
          <p:nvPr/>
        </p:nvSpPr>
        <p:spPr bwMode="auto">
          <a:xfrm>
            <a:off x="781050" y="3027363"/>
            <a:ext cx="325438" cy="396875"/>
          </a:xfrm>
          <a:prstGeom prst="rect">
            <a:avLst/>
          </a:prstGeom>
          <a:noFill/>
          <a:ln w="12700">
            <a:noFill/>
            <a:miter lim="800000"/>
            <a:headEnd/>
            <a:tailEnd/>
          </a:ln>
        </p:spPr>
        <p:txBody>
          <a:bodyPr wrap="none">
            <a:spAutoFit/>
          </a:bodyPr>
          <a:lstStyle/>
          <a:p>
            <a:pPr defTabSz="762000" eaLnBrk="0" hangingPunct="0"/>
            <a:r>
              <a:rPr kumimoji="1" lang="en-US" altLang="zh-CN" sz="2000">
                <a:solidFill>
                  <a:srgbClr val="333399"/>
                </a:solidFill>
              </a:rPr>
              <a:t>5</a:t>
            </a:r>
          </a:p>
        </p:txBody>
      </p:sp>
      <p:sp>
        <p:nvSpPr>
          <p:cNvPr id="146438" name="Text Box 6"/>
          <p:cNvSpPr txBox="1">
            <a:spLocks noChangeArrowheads="1"/>
          </p:cNvSpPr>
          <p:nvPr/>
        </p:nvSpPr>
        <p:spPr bwMode="auto">
          <a:xfrm>
            <a:off x="781050" y="3654425"/>
            <a:ext cx="325438" cy="396875"/>
          </a:xfrm>
          <a:prstGeom prst="rect">
            <a:avLst/>
          </a:prstGeom>
          <a:noFill/>
          <a:ln w="12700">
            <a:noFill/>
            <a:miter lim="800000"/>
            <a:headEnd/>
            <a:tailEnd/>
          </a:ln>
        </p:spPr>
        <p:txBody>
          <a:bodyPr wrap="none">
            <a:spAutoFit/>
          </a:bodyPr>
          <a:lstStyle/>
          <a:p>
            <a:pPr defTabSz="762000" eaLnBrk="0" hangingPunct="0"/>
            <a:r>
              <a:rPr kumimoji="1" lang="en-US" altLang="zh-CN" sz="2000">
                <a:solidFill>
                  <a:srgbClr val="333399"/>
                </a:solidFill>
              </a:rPr>
              <a:t>4</a:t>
            </a:r>
          </a:p>
        </p:txBody>
      </p:sp>
      <p:sp>
        <p:nvSpPr>
          <p:cNvPr id="146439" name="Text Box 7"/>
          <p:cNvSpPr txBox="1">
            <a:spLocks noChangeArrowheads="1"/>
          </p:cNvSpPr>
          <p:nvPr/>
        </p:nvSpPr>
        <p:spPr bwMode="auto">
          <a:xfrm>
            <a:off x="781050" y="4211638"/>
            <a:ext cx="325438" cy="396875"/>
          </a:xfrm>
          <a:prstGeom prst="rect">
            <a:avLst/>
          </a:prstGeom>
          <a:noFill/>
          <a:ln w="12700">
            <a:noFill/>
            <a:miter lim="800000"/>
            <a:headEnd/>
            <a:tailEnd/>
          </a:ln>
        </p:spPr>
        <p:txBody>
          <a:bodyPr wrap="none">
            <a:spAutoFit/>
          </a:bodyPr>
          <a:lstStyle/>
          <a:p>
            <a:pPr defTabSz="762000" eaLnBrk="0" hangingPunct="0"/>
            <a:r>
              <a:rPr kumimoji="1" lang="en-US" altLang="zh-CN" sz="2000">
                <a:solidFill>
                  <a:srgbClr val="333399"/>
                </a:solidFill>
              </a:rPr>
              <a:t>3</a:t>
            </a:r>
          </a:p>
        </p:txBody>
      </p:sp>
      <p:sp>
        <p:nvSpPr>
          <p:cNvPr id="146440" name="Text Box 8"/>
          <p:cNvSpPr txBox="1">
            <a:spLocks noChangeArrowheads="1"/>
          </p:cNvSpPr>
          <p:nvPr/>
        </p:nvSpPr>
        <p:spPr bwMode="auto">
          <a:xfrm>
            <a:off x="781050" y="4770438"/>
            <a:ext cx="325438" cy="396875"/>
          </a:xfrm>
          <a:prstGeom prst="rect">
            <a:avLst/>
          </a:prstGeom>
          <a:noFill/>
          <a:ln w="12700">
            <a:noFill/>
            <a:miter lim="800000"/>
            <a:headEnd/>
            <a:tailEnd/>
          </a:ln>
        </p:spPr>
        <p:txBody>
          <a:bodyPr wrap="none">
            <a:spAutoFit/>
          </a:bodyPr>
          <a:lstStyle/>
          <a:p>
            <a:pPr defTabSz="762000" eaLnBrk="0" hangingPunct="0"/>
            <a:r>
              <a:rPr kumimoji="1" lang="en-US" altLang="zh-CN" sz="2000">
                <a:solidFill>
                  <a:srgbClr val="333399"/>
                </a:solidFill>
              </a:rPr>
              <a:t>2</a:t>
            </a:r>
          </a:p>
        </p:txBody>
      </p:sp>
      <p:sp>
        <p:nvSpPr>
          <p:cNvPr id="146441" name="Text Box 9"/>
          <p:cNvSpPr txBox="1">
            <a:spLocks noChangeArrowheads="1"/>
          </p:cNvSpPr>
          <p:nvPr/>
        </p:nvSpPr>
        <p:spPr bwMode="auto">
          <a:xfrm>
            <a:off x="781050" y="5337175"/>
            <a:ext cx="325438" cy="396875"/>
          </a:xfrm>
          <a:prstGeom prst="rect">
            <a:avLst/>
          </a:prstGeom>
          <a:noFill/>
          <a:ln w="12700">
            <a:noFill/>
            <a:miter lim="800000"/>
            <a:headEnd/>
            <a:tailEnd/>
          </a:ln>
        </p:spPr>
        <p:txBody>
          <a:bodyPr wrap="none">
            <a:spAutoFit/>
          </a:bodyPr>
          <a:lstStyle/>
          <a:p>
            <a:pPr defTabSz="762000" eaLnBrk="0" hangingPunct="0"/>
            <a:r>
              <a:rPr kumimoji="1" lang="en-US" altLang="zh-CN" sz="2000">
                <a:solidFill>
                  <a:srgbClr val="333399"/>
                </a:solidFill>
              </a:rPr>
              <a:t>1</a:t>
            </a:r>
          </a:p>
        </p:txBody>
      </p:sp>
      <p:sp>
        <p:nvSpPr>
          <p:cNvPr id="146442" name="Freeform 10"/>
          <p:cNvSpPr>
            <a:spLocks/>
          </p:cNvSpPr>
          <p:nvPr/>
        </p:nvSpPr>
        <p:spPr bwMode="auto">
          <a:xfrm>
            <a:off x="533400" y="3449638"/>
            <a:ext cx="847725" cy="61912"/>
          </a:xfrm>
          <a:custGeom>
            <a:avLst/>
            <a:gdLst>
              <a:gd name="T0" fmla="*/ 0 w 534"/>
              <a:gd name="T1" fmla="*/ 2147483647 h 42"/>
              <a:gd name="T2" fmla="*/ 2147483647 w 534"/>
              <a:gd name="T3" fmla="*/ 2147483647 h 42"/>
              <a:gd name="T4" fmla="*/ 2147483647 w 534"/>
              <a:gd name="T5" fmla="*/ 0 h 42"/>
              <a:gd name="T6" fmla="*/ 0 60000 65536"/>
              <a:gd name="T7" fmla="*/ 0 60000 65536"/>
              <a:gd name="T8" fmla="*/ 0 60000 65536"/>
              <a:gd name="T9" fmla="*/ 0 w 534"/>
              <a:gd name="T10" fmla="*/ 0 h 42"/>
              <a:gd name="T11" fmla="*/ 534 w 534"/>
              <a:gd name="T12" fmla="*/ 42 h 42"/>
            </a:gdLst>
            <a:ahLst/>
            <a:cxnLst>
              <a:cxn ang="T6">
                <a:pos x="T0" y="T1"/>
              </a:cxn>
              <a:cxn ang="T7">
                <a:pos x="T2" y="T3"/>
              </a:cxn>
              <a:cxn ang="T8">
                <a:pos x="T4" y="T5"/>
              </a:cxn>
            </a:cxnLst>
            <a:rect l="T9" t="T10" r="T11" b="T12"/>
            <a:pathLst>
              <a:path w="534" h="42">
                <a:moveTo>
                  <a:pt x="0" y="42"/>
                </a:moveTo>
                <a:lnTo>
                  <a:pt x="468" y="42"/>
                </a:lnTo>
                <a:cubicBezTo>
                  <a:pt x="490" y="28"/>
                  <a:pt x="534" y="0"/>
                  <a:pt x="534" y="0"/>
                </a:cubicBezTo>
              </a:path>
            </a:pathLst>
          </a:custGeom>
          <a:noFill/>
          <a:ln w="19050">
            <a:solidFill>
              <a:schemeClr val="tx1"/>
            </a:solidFill>
            <a:round/>
            <a:headEnd type="none" w="sm" len="lg"/>
            <a:tailEnd type="none" w="sm" len="lg"/>
          </a:ln>
        </p:spPr>
        <p:txBody>
          <a:bodyPr wrap="none" anchor="ctr"/>
          <a:lstStyle/>
          <a:p>
            <a:endParaRPr lang="zh-CN" altLang="en-US"/>
          </a:p>
        </p:txBody>
      </p:sp>
      <p:sp>
        <p:nvSpPr>
          <p:cNvPr id="146443" name="Freeform 11"/>
          <p:cNvSpPr>
            <a:spLocks/>
          </p:cNvSpPr>
          <p:nvPr/>
        </p:nvSpPr>
        <p:spPr bwMode="auto">
          <a:xfrm>
            <a:off x="542925" y="4024313"/>
            <a:ext cx="847725" cy="61912"/>
          </a:xfrm>
          <a:custGeom>
            <a:avLst/>
            <a:gdLst>
              <a:gd name="T0" fmla="*/ 0 w 534"/>
              <a:gd name="T1" fmla="*/ 2147483647 h 42"/>
              <a:gd name="T2" fmla="*/ 2147483647 w 534"/>
              <a:gd name="T3" fmla="*/ 2147483647 h 42"/>
              <a:gd name="T4" fmla="*/ 2147483647 w 534"/>
              <a:gd name="T5" fmla="*/ 0 h 42"/>
              <a:gd name="T6" fmla="*/ 0 60000 65536"/>
              <a:gd name="T7" fmla="*/ 0 60000 65536"/>
              <a:gd name="T8" fmla="*/ 0 60000 65536"/>
              <a:gd name="T9" fmla="*/ 0 w 534"/>
              <a:gd name="T10" fmla="*/ 0 h 42"/>
              <a:gd name="T11" fmla="*/ 534 w 534"/>
              <a:gd name="T12" fmla="*/ 42 h 42"/>
            </a:gdLst>
            <a:ahLst/>
            <a:cxnLst>
              <a:cxn ang="T6">
                <a:pos x="T0" y="T1"/>
              </a:cxn>
              <a:cxn ang="T7">
                <a:pos x="T2" y="T3"/>
              </a:cxn>
              <a:cxn ang="T8">
                <a:pos x="T4" y="T5"/>
              </a:cxn>
            </a:cxnLst>
            <a:rect l="T9" t="T10" r="T11" b="T12"/>
            <a:pathLst>
              <a:path w="534" h="42">
                <a:moveTo>
                  <a:pt x="0" y="36"/>
                </a:moveTo>
                <a:lnTo>
                  <a:pt x="468" y="42"/>
                </a:lnTo>
                <a:cubicBezTo>
                  <a:pt x="490" y="28"/>
                  <a:pt x="534" y="0"/>
                  <a:pt x="534" y="0"/>
                </a:cubicBezTo>
              </a:path>
            </a:pathLst>
          </a:custGeom>
          <a:noFill/>
          <a:ln w="19050">
            <a:solidFill>
              <a:schemeClr val="tx1"/>
            </a:solidFill>
            <a:round/>
            <a:headEnd type="none" w="sm" len="lg"/>
            <a:tailEnd type="none" w="sm" len="lg"/>
          </a:ln>
        </p:spPr>
        <p:txBody>
          <a:bodyPr wrap="none" anchor="ctr"/>
          <a:lstStyle/>
          <a:p>
            <a:endParaRPr lang="zh-CN" altLang="en-US"/>
          </a:p>
        </p:txBody>
      </p:sp>
      <p:sp>
        <p:nvSpPr>
          <p:cNvPr id="146444" name="Freeform 12"/>
          <p:cNvSpPr>
            <a:spLocks/>
          </p:cNvSpPr>
          <p:nvPr/>
        </p:nvSpPr>
        <p:spPr bwMode="auto">
          <a:xfrm>
            <a:off x="520700" y="4600575"/>
            <a:ext cx="869950" cy="60325"/>
          </a:xfrm>
          <a:custGeom>
            <a:avLst/>
            <a:gdLst>
              <a:gd name="T0" fmla="*/ 0 w 548"/>
              <a:gd name="T1" fmla="*/ 2147483647 h 42"/>
              <a:gd name="T2" fmla="*/ 2147483647 w 548"/>
              <a:gd name="T3" fmla="*/ 2147483647 h 42"/>
              <a:gd name="T4" fmla="*/ 2147483647 w 548"/>
              <a:gd name="T5" fmla="*/ 0 h 42"/>
              <a:gd name="T6" fmla="*/ 0 60000 65536"/>
              <a:gd name="T7" fmla="*/ 0 60000 65536"/>
              <a:gd name="T8" fmla="*/ 0 60000 65536"/>
              <a:gd name="T9" fmla="*/ 0 w 548"/>
              <a:gd name="T10" fmla="*/ 0 h 42"/>
              <a:gd name="T11" fmla="*/ 548 w 548"/>
              <a:gd name="T12" fmla="*/ 42 h 42"/>
            </a:gdLst>
            <a:ahLst/>
            <a:cxnLst>
              <a:cxn ang="T6">
                <a:pos x="T0" y="T1"/>
              </a:cxn>
              <a:cxn ang="T7">
                <a:pos x="T2" y="T3"/>
              </a:cxn>
              <a:cxn ang="T8">
                <a:pos x="T4" y="T5"/>
              </a:cxn>
            </a:cxnLst>
            <a:rect l="T9" t="T10" r="T11" b="T12"/>
            <a:pathLst>
              <a:path w="548" h="42">
                <a:moveTo>
                  <a:pt x="0" y="42"/>
                </a:moveTo>
                <a:lnTo>
                  <a:pt x="482" y="42"/>
                </a:lnTo>
                <a:cubicBezTo>
                  <a:pt x="504" y="28"/>
                  <a:pt x="548" y="0"/>
                  <a:pt x="548" y="0"/>
                </a:cubicBezTo>
              </a:path>
            </a:pathLst>
          </a:custGeom>
          <a:noFill/>
          <a:ln w="19050">
            <a:solidFill>
              <a:schemeClr val="tx1"/>
            </a:solidFill>
            <a:round/>
            <a:headEnd type="none" w="sm" len="lg"/>
            <a:tailEnd type="none" w="sm" len="lg"/>
          </a:ln>
        </p:spPr>
        <p:txBody>
          <a:bodyPr wrap="none" anchor="ctr"/>
          <a:lstStyle/>
          <a:p>
            <a:endParaRPr lang="zh-CN" altLang="en-US"/>
          </a:p>
        </p:txBody>
      </p:sp>
      <p:sp>
        <p:nvSpPr>
          <p:cNvPr id="146445" name="Freeform 13"/>
          <p:cNvSpPr>
            <a:spLocks/>
          </p:cNvSpPr>
          <p:nvPr/>
        </p:nvSpPr>
        <p:spPr bwMode="auto">
          <a:xfrm>
            <a:off x="520700" y="5192713"/>
            <a:ext cx="860425" cy="60325"/>
          </a:xfrm>
          <a:custGeom>
            <a:avLst/>
            <a:gdLst>
              <a:gd name="T0" fmla="*/ 0 w 542"/>
              <a:gd name="T1" fmla="*/ 2147483647 h 42"/>
              <a:gd name="T2" fmla="*/ 2147483647 w 542"/>
              <a:gd name="T3" fmla="*/ 2147483647 h 42"/>
              <a:gd name="T4" fmla="*/ 2147483647 w 542"/>
              <a:gd name="T5" fmla="*/ 0 h 42"/>
              <a:gd name="T6" fmla="*/ 0 60000 65536"/>
              <a:gd name="T7" fmla="*/ 0 60000 65536"/>
              <a:gd name="T8" fmla="*/ 0 60000 65536"/>
              <a:gd name="T9" fmla="*/ 0 w 542"/>
              <a:gd name="T10" fmla="*/ 0 h 42"/>
              <a:gd name="T11" fmla="*/ 542 w 542"/>
              <a:gd name="T12" fmla="*/ 42 h 42"/>
            </a:gdLst>
            <a:ahLst/>
            <a:cxnLst>
              <a:cxn ang="T6">
                <a:pos x="T0" y="T1"/>
              </a:cxn>
              <a:cxn ang="T7">
                <a:pos x="T2" y="T3"/>
              </a:cxn>
              <a:cxn ang="T8">
                <a:pos x="T4" y="T5"/>
              </a:cxn>
            </a:cxnLst>
            <a:rect l="T9" t="T10" r="T11" b="T12"/>
            <a:pathLst>
              <a:path w="542" h="42">
                <a:moveTo>
                  <a:pt x="0" y="42"/>
                </a:moveTo>
                <a:lnTo>
                  <a:pt x="476" y="42"/>
                </a:lnTo>
                <a:cubicBezTo>
                  <a:pt x="498" y="28"/>
                  <a:pt x="542" y="0"/>
                  <a:pt x="542" y="0"/>
                </a:cubicBezTo>
              </a:path>
            </a:pathLst>
          </a:custGeom>
          <a:noFill/>
          <a:ln w="19050">
            <a:solidFill>
              <a:schemeClr val="tx1"/>
            </a:solidFill>
            <a:round/>
            <a:headEnd type="none" w="sm" len="lg"/>
            <a:tailEnd type="none" w="sm" len="lg"/>
          </a:ln>
        </p:spPr>
        <p:txBody>
          <a:bodyPr wrap="none" anchor="ctr"/>
          <a:lstStyle/>
          <a:p>
            <a:endParaRPr lang="zh-CN" altLang="en-US"/>
          </a:p>
        </p:txBody>
      </p:sp>
      <p:sp>
        <p:nvSpPr>
          <p:cNvPr id="146446" name="AutoShape 14"/>
          <p:cNvSpPr>
            <a:spLocks noChangeArrowheads="1"/>
          </p:cNvSpPr>
          <p:nvPr/>
        </p:nvSpPr>
        <p:spPr bwMode="auto">
          <a:xfrm>
            <a:off x="7886700" y="2814638"/>
            <a:ext cx="838200" cy="3030537"/>
          </a:xfrm>
          <a:prstGeom prst="cube">
            <a:avLst>
              <a:gd name="adj" fmla="val 10764"/>
            </a:avLst>
          </a:prstGeom>
          <a:solidFill>
            <a:srgbClr val="FFFF99"/>
          </a:solidFill>
          <a:ln w="19050">
            <a:solidFill>
              <a:schemeClr val="tx1"/>
            </a:solidFill>
            <a:miter lim="800000"/>
            <a:headEnd type="none" w="sm" len="lg"/>
            <a:tailEnd type="none" w="sm" len="lg"/>
          </a:ln>
        </p:spPr>
        <p:txBody>
          <a:bodyPr wrap="none" anchor="ctr"/>
          <a:lstStyle/>
          <a:p>
            <a:endParaRPr lang="zh-CN" altLang="en-US"/>
          </a:p>
        </p:txBody>
      </p:sp>
      <p:sp>
        <p:nvSpPr>
          <p:cNvPr id="146447" name="Text Box 15"/>
          <p:cNvSpPr txBox="1">
            <a:spLocks noChangeArrowheads="1"/>
          </p:cNvSpPr>
          <p:nvPr/>
        </p:nvSpPr>
        <p:spPr bwMode="auto">
          <a:xfrm>
            <a:off x="7924800" y="2992438"/>
            <a:ext cx="325438" cy="396875"/>
          </a:xfrm>
          <a:prstGeom prst="rect">
            <a:avLst/>
          </a:prstGeom>
          <a:noFill/>
          <a:ln w="12700">
            <a:noFill/>
            <a:miter lim="800000"/>
            <a:headEnd/>
            <a:tailEnd/>
          </a:ln>
        </p:spPr>
        <p:txBody>
          <a:bodyPr wrap="none">
            <a:spAutoFit/>
          </a:bodyPr>
          <a:lstStyle/>
          <a:p>
            <a:pPr defTabSz="762000" eaLnBrk="0" hangingPunct="0"/>
            <a:r>
              <a:rPr kumimoji="1" lang="en-US" altLang="zh-CN" sz="2000">
                <a:solidFill>
                  <a:srgbClr val="333399"/>
                </a:solidFill>
              </a:rPr>
              <a:t>5</a:t>
            </a:r>
          </a:p>
        </p:txBody>
      </p:sp>
      <p:sp>
        <p:nvSpPr>
          <p:cNvPr id="146448" name="Text Box 16"/>
          <p:cNvSpPr txBox="1">
            <a:spLocks noChangeArrowheads="1"/>
          </p:cNvSpPr>
          <p:nvPr/>
        </p:nvSpPr>
        <p:spPr bwMode="auto">
          <a:xfrm>
            <a:off x="7924800" y="3619500"/>
            <a:ext cx="325438" cy="396875"/>
          </a:xfrm>
          <a:prstGeom prst="rect">
            <a:avLst/>
          </a:prstGeom>
          <a:noFill/>
          <a:ln w="12700">
            <a:noFill/>
            <a:miter lim="800000"/>
            <a:headEnd/>
            <a:tailEnd/>
          </a:ln>
        </p:spPr>
        <p:txBody>
          <a:bodyPr wrap="none">
            <a:spAutoFit/>
          </a:bodyPr>
          <a:lstStyle/>
          <a:p>
            <a:pPr defTabSz="762000" eaLnBrk="0" hangingPunct="0"/>
            <a:r>
              <a:rPr kumimoji="1" lang="en-US" altLang="zh-CN" sz="2000">
                <a:solidFill>
                  <a:srgbClr val="333399"/>
                </a:solidFill>
              </a:rPr>
              <a:t>4</a:t>
            </a:r>
          </a:p>
        </p:txBody>
      </p:sp>
      <p:sp>
        <p:nvSpPr>
          <p:cNvPr id="146449" name="Text Box 17"/>
          <p:cNvSpPr txBox="1">
            <a:spLocks noChangeArrowheads="1"/>
          </p:cNvSpPr>
          <p:nvPr/>
        </p:nvSpPr>
        <p:spPr bwMode="auto">
          <a:xfrm>
            <a:off x="7924800" y="4176713"/>
            <a:ext cx="325438" cy="396875"/>
          </a:xfrm>
          <a:prstGeom prst="rect">
            <a:avLst/>
          </a:prstGeom>
          <a:noFill/>
          <a:ln w="12700">
            <a:noFill/>
            <a:miter lim="800000"/>
            <a:headEnd/>
            <a:tailEnd/>
          </a:ln>
        </p:spPr>
        <p:txBody>
          <a:bodyPr wrap="none">
            <a:spAutoFit/>
          </a:bodyPr>
          <a:lstStyle/>
          <a:p>
            <a:pPr defTabSz="762000" eaLnBrk="0" hangingPunct="0"/>
            <a:r>
              <a:rPr kumimoji="1" lang="en-US" altLang="zh-CN" sz="2000">
                <a:solidFill>
                  <a:srgbClr val="333399"/>
                </a:solidFill>
              </a:rPr>
              <a:t>3</a:t>
            </a:r>
          </a:p>
        </p:txBody>
      </p:sp>
      <p:sp>
        <p:nvSpPr>
          <p:cNvPr id="146450" name="Text Box 18"/>
          <p:cNvSpPr txBox="1">
            <a:spLocks noChangeArrowheads="1"/>
          </p:cNvSpPr>
          <p:nvPr/>
        </p:nvSpPr>
        <p:spPr bwMode="auto">
          <a:xfrm>
            <a:off x="7924800" y="4737100"/>
            <a:ext cx="325438" cy="396875"/>
          </a:xfrm>
          <a:prstGeom prst="rect">
            <a:avLst/>
          </a:prstGeom>
          <a:noFill/>
          <a:ln w="12700">
            <a:noFill/>
            <a:miter lim="800000"/>
            <a:headEnd/>
            <a:tailEnd/>
          </a:ln>
        </p:spPr>
        <p:txBody>
          <a:bodyPr wrap="none">
            <a:spAutoFit/>
          </a:bodyPr>
          <a:lstStyle/>
          <a:p>
            <a:pPr defTabSz="762000" eaLnBrk="0" hangingPunct="0"/>
            <a:r>
              <a:rPr kumimoji="1" lang="en-US" altLang="zh-CN" sz="2000">
                <a:solidFill>
                  <a:srgbClr val="333399"/>
                </a:solidFill>
              </a:rPr>
              <a:t>2</a:t>
            </a:r>
          </a:p>
        </p:txBody>
      </p:sp>
      <p:sp>
        <p:nvSpPr>
          <p:cNvPr id="146451" name="Text Box 19"/>
          <p:cNvSpPr txBox="1">
            <a:spLocks noChangeArrowheads="1"/>
          </p:cNvSpPr>
          <p:nvPr/>
        </p:nvSpPr>
        <p:spPr bwMode="auto">
          <a:xfrm>
            <a:off x="7924800" y="5302250"/>
            <a:ext cx="325438" cy="396875"/>
          </a:xfrm>
          <a:prstGeom prst="rect">
            <a:avLst/>
          </a:prstGeom>
          <a:noFill/>
          <a:ln w="12700">
            <a:noFill/>
            <a:miter lim="800000"/>
            <a:headEnd/>
            <a:tailEnd/>
          </a:ln>
        </p:spPr>
        <p:txBody>
          <a:bodyPr wrap="none">
            <a:spAutoFit/>
          </a:bodyPr>
          <a:lstStyle/>
          <a:p>
            <a:pPr defTabSz="762000" eaLnBrk="0" hangingPunct="0"/>
            <a:r>
              <a:rPr kumimoji="1" lang="en-US" altLang="zh-CN" sz="2000">
                <a:solidFill>
                  <a:srgbClr val="333399"/>
                </a:solidFill>
              </a:rPr>
              <a:t>1</a:t>
            </a:r>
          </a:p>
        </p:txBody>
      </p:sp>
      <p:sp>
        <p:nvSpPr>
          <p:cNvPr id="146452" name="Freeform 20"/>
          <p:cNvSpPr>
            <a:spLocks/>
          </p:cNvSpPr>
          <p:nvPr/>
        </p:nvSpPr>
        <p:spPr bwMode="auto">
          <a:xfrm>
            <a:off x="7886700" y="3414713"/>
            <a:ext cx="847725" cy="61912"/>
          </a:xfrm>
          <a:custGeom>
            <a:avLst/>
            <a:gdLst>
              <a:gd name="T0" fmla="*/ 0 w 534"/>
              <a:gd name="T1" fmla="*/ 2147483647 h 42"/>
              <a:gd name="T2" fmla="*/ 2147483647 w 534"/>
              <a:gd name="T3" fmla="*/ 2147483647 h 42"/>
              <a:gd name="T4" fmla="*/ 2147483647 w 534"/>
              <a:gd name="T5" fmla="*/ 0 h 42"/>
              <a:gd name="T6" fmla="*/ 0 60000 65536"/>
              <a:gd name="T7" fmla="*/ 0 60000 65536"/>
              <a:gd name="T8" fmla="*/ 0 60000 65536"/>
              <a:gd name="T9" fmla="*/ 0 w 534"/>
              <a:gd name="T10" fmla="*/ 0 h 42"/>
              <a:gd name="T11" fmla="*/ 534 w 534"/>
              <a:gd name="T12" fmla="*/ 42 h 42"/>
            </a:gdLst>
            <a:ahLst/>
            <a:cxnLst>
              <a:cxn ang="T6">
                <a:pos x="T0" y="T1"/>
              </a:cxn>
              <a:cxn ang="T7">
                <a:pos x="T2" y="T3"/>
              </a:cxn>
              <a:cxn ang="T8">
                <a:pos x="T4" y="T5"/>
              </a:cxn>
            </a:cxnLst>
            <a:rect l="T9" t="T10" r="T11" b="T12"/>
            <a:pathLst>
              <a:path w="534" h="42">
                <a:moveTo>
                  <a:pt x="0" y="42"/>
                </a:moveTo>
                <a:lnTo>
                  <a:pt x="468" y="42"/>
                </a:lnTo>
                <a:cubicBezTo>
                  <a:pt x="490" y="28"/>
                  <a:pt x="534" y="0"/>
                  <a:pt x="534" y="0"/>
                </a:cubicBezTo>
              </a:path>
            </a:pathLst>
          </a:custGeom>
          <a:noFill/>
          <a:ln w="19050">
            <a:solidFill>
              <a:schemeClr val="tx1"/>
            </a:solidFill>
            <a:round/>
            <a:headEnd type="none" w="sm" len="lg"/>
            <a:tailEnd type="none" w="sm" len="lg"/>
          </a:ln>
        </p:spPr>
        <p:txBody>
          <a:bodyPr wrap="none" anchor="ctr"/>
          <a:lstStyle/>
          <a:p>
            <a:endParaRPr lang="zh-CN" altLang="en-US"/>
          </a:p>
        </p:txBody>
      </p:sp>
      <p:sp>
        <p:nvSpPr>
          <p:cNvPr id="146453" name="Freeform 21"/>
          <p:cNvSpPr>
            <a:spLocks/>
          </p:cNvSpPr>
          <p:nvPr/>
        </p:nvSpPr>
        <p:spPr bwMode="auto">
          <a:xfrm>
            <a:off x="7896225" y="3989388"/>
            <a:ext cx="847725" cy="61912"/>
          </a:xfrm>
          <a:custGeom>
            <a:avLst/>
            <a:gdLst>
              <a:gd name="T0" fmla="*/ 0 w 534"/>
              <a:gd name="T1" fmla="*/ 2147483647 h 42"/>
              <a:gd name="T2" fmla="*/ 2147483647 w 534"/>
              <a:gd name="T3" fmla="*/ 2147483647 h 42"/>
              <a:gd name="T4" fmla="*/ 2147483647 w 534"/>
              <a:gd name="T5" fmla="*/ 0 h 42"/>
              <a:gd name="T6" fmla="*/ 0 60000 65536"/>
              <a:gd name="T7" fmla="*/ 0 60000 65536"/>
              <a:gd name="T8" fmla="*/ 0 60000 65536"/>
              <a:gd name="T9" fmla="*/ 0 w 534"/>
              <a:gd name="T10" fmla="*/ 0 h 42"/>
              <a:gd name="T11" fmla="*/ 534 w 534"/>
              <a:gd name="T12" fmla="*/ 42 h 42"/>
            </a:gdLst>
            <a:ahLst/>
            <a:cxnLst>
              <a:cxn ang="T6">
                <a:pos x="T0" y="T1"/>
              </a:cxn>
              <a:cxn ang="T7">
                <a:pos x="T2" y="T3"/>
              </a:cxn>
              <a:cxn ang="T8">
                <a:pos x="T4" y="T5"/>
              </a:cxn>
            </a:cxnLst>
            <a:rect l="T9" t="T10" r="T11" b="T12"/>
            <a:pathLst>
              <a:path w="534" h="42">
                <a:moveTo>
                  <a:pt x="0" y="36"/>
                </a:moveTo>
                <a:lnTo>
                  <a:pt x="468" y="42"/>
                </a:lnTo>
                <a:cubicBezTo>
                  <a:pt x="490" y="28"/>
                  <a:pt x="534" y="0"/>
                  <a:pt x="534" y="0"/>
                </a:cubicBezTo>
              </a:path>
            </a:pathLst>
          </a:custGeom>
          <a:noFill/>
          <a:ln w="19050">
            <a:solidFill>
              <a:schemeClr val="tx1"/>
            </a:solidFill>
            <a:round/>
            <a:headEnd type="none" w="sm" len="lg"/>
            <a:tailEnd type="none" w="sm" len="lg"/>
          </a:ln>
        </p:spPr>
        <p:txBody>
          <a:bodyPr wrap="none" anchor="ctr"/>
          <a:lstStyle/>
          <a:p>
            <a:endParaRPr lang="zh-CN" altLang="en-US"/>
          </a:p>
        </p:txBody>
      </p:sp>
      <p:sp>
        <p:nvSpPr>
          <p:cNvPr id="146454" name="Freeform 22"/>
          <p:cNvSpPr>
            <a:spLocks/>
          </p:cNvSpPr>
          <p:nvPr/>
        </p:nvSpPr>
        <p:spPr bwMode="auto">
          <a:xfrm>
            <a:off x="7874000" y="4565650"/>
            <a:ext cx="869950" cy="60325"/>
          </a:xfrm>
          <a:custGeom>
            <a:avLst/>
            <a:gdLst>
              <a:gd name="T0" fmla="*/ 0 w 548"/>
              <a:gd name="T1" fmla="*/ 2147483647 h 42"/>
              <a:gd name="T2" fmla="*/ 2147483647 w 548"/>
              <a:gd name="T3" fmla="*/ 2147483647 h 42"/>
              <a:gd name="T4" fmla="*/ 2147483647 w 548"/>
              <a:gd name="T5" fmla="*/ 0 h 42"/>
              <a:gd name="T6" fmla="*/ 0 60000 65536"/>
              <a:gd name="T7" fmla="*/ 0 60000 65536"/>
              <a:gd name="T8" fmla="*/ 0 60000 65536"/>
              <a:gd name="T9" fmla="*/ 0 w 548"/>
              <a:gd name="T10" fmla="*/ 0 h 42"/>
              <a:gd name="T11" fmla="*/ 548 w 548"/>
              <a:gd name="T12" fmla="*/ 42 h 42"/>
            </a:gdLst>
            <a:ahLst/>
            <a:cxnLst>
              <a:cxn ang="T6">
                <a:pos x="T0" y="T1"/>
              </a:cxn>
              <a:cxn ang="T7">
                <a:pos x="T2" y="T3"/>
              </a:cxn>
              <a:cxn ang="T8">
                <a:pos x="T4" y="T5"/>
              </a:cxn>
            </a:cxnLst>
            <a:rect l="T9" t="T10" r="T11" b="T12"/>
            <a:pathLst>
              <a:path w="548" h="42">
                <a:moveTo>
                  <a:pt x="0" y="42"/>
                </a:moveTo>
                <a:lnTo>
                  <a:pt x="482" y="42"/>
                </a:lnTo>
                <a:cubicBezTo>
                  <a:pt x="504" y="28"/>
                  <a:pt x="548" y="0"/>
                  <a:pt x="548" y="0"/>
                </a:cubicBezTo>
              </a:path>
            </a:pathLst>
          </a:custGeom>
          <a:noFill/>
          <a:ln w="19050">
            <a:solidFill>
              <a:schemeClr val="tx1"/>
            </a:solidFill>
            <a:round/>
            <a:headEnd type="none" w="sm" len="lg"/>
            <a:tailEnd type="none" w="sm" len="lg"/>
          </a:ln>
        </p:spPr>
        <p:txBody>
          <a:bodyPr wrap="none" anchor="ctr"/>
          <a:lstStyle/>
          <a:p>
            <a:endParaRPr lang="zh-CN" altLang="en-US"/>
          </a:p>
        </p:txBody>
      </p:sp>
      <p:sp>
        <p:nvSpPr>
          <p:cNvPr id="146455" name="Freeform 23"/>
          <p:cNvSpPr>
            <a:spLocks/>
          </p:cNvSpPr>
          <p:nvPr/>
        </p:nvSpPr>
        <p:spPr bwMode="auto">
          <a:xfrm>
            <a:off x="7874000" y="5157788"/>
            <a:ext cx="860425" cy="60325"/>
          </a:xfrm>
          <a:custGeom>
            <a:avLst/>
            <a:gdLst>
              <a:gd name="T0" fmla="*/ 0 w 542"/>
              <a:gd name="T1" fmla="*/ 2147483647 h 42"/>
              <a:gd name="T2" fmla="*/ 2147483647 w 542"/>
              <a:gd name="T3" fmla="*/ 2147483647 h 42"/>
              <a:gd name="T4" fmla="*/ 2147483647 w 542"/>
              <a:gd name="T5" fmla="*/ 0 h 42"/>
              <a:gd name="T6" fmla="*/ 0 60000 65536"/>
              <a:gd name="T7" fmla="*/ 0 60000 65536"/>
              <a:gd name="T8" fmla="*/ 0 60000 65536"/>
              <a:gd name="T9" fmla="*/ 0 w 542"/>
              <a:gd name="T10" fmla="*/ 0 h 42"/>
              <a:gd name="T11" fmla="*/ 542 w 542"/>
              <a:gd name="T12" fmla="*/ 42 h 42"/>
            </a:gdLst>
            <a:ahLst/>
            <a:cxnLst>
              <a:cxn ang="T6">
                <a:pos x="T0" y="T1"/>
              </a:cxn>
              <a:cxn ang="T7">
                <a:pos x="T2" y="T3"/>
              </a:cxn>
              <a:cxn ang="T8">
                <a:pos x="T4" y="T5"/>
              </a:cxn>
            </a:cxnLst>
            <a:rect l="T9" t="T10" r="T11" b="T12"/>
            <a:pathLst>
              <a:path w="542" h="42">
                <a:moveTo>
                  <a:pt x="0" y="42"/>
                </a:moveTo>
                <a:lnTo>
                  <a:pt x="476" y="42"/>
                </a:lnTo>
                <a:cubicBezTo>
                  <a:pt x="498" y="28"/>
                  <a:pt x="542" y="0"/>
                  <a:pt x="542" y="0"/>
                </a:cubicBezTo>
              </a:path>
            </a:pathLst>
          </a:custGeom>
          <a:noFill/>
          <a:ln w="19050">
            <a:solidFill>
              <a:schemeClr val="tx1"/>
            </a:solidFill>
            <a:round/>
            <a:headEnd type="none" w="sm" len="lg"/>
            <a:tailEnd type="none" w="sm" len="lg"/>
          </a:ln>
        </p:spPr>
        <p:txBody>
          <a:bodyPr wrap="none" anchor="ctr"/>
          <a:lstStyle/>
          <a:p>
            <a:endParaRPr lang="zh-CN" altLang="en-US"/>
          </a:p>
        </p:txBody>
      </p:sp>
      <p:sp>
        <p:nvSpPr>
          <p:cNvPr id="146456" name="Text Box 24"/>
          <p:cNvSpPr txBox="1">
            <a:spLocks noChangeArrowheads="1"/>
          </p:cNvSpPr>
          <p:nvPr/>
        </p:nvSpPr>
        <p:spPr bwMode="auto">
          <a:xfrm>
            <a:off x="395288" y="1973263"/>
            <a:ext cx="868362" cy="396875"/>
          </a:xfrm>
          <a:prstGeom prst="rect">
            <a:avLst/>
          </a:prstGeom>
          <a:noFill/>
          <a:ln w="12700">
            <a:noFill/>
            <a:miter lim="800000"/>
            <a:headEnd type="none" w="sm" len="lg"/>
            <a:tailEnd type="none" w="sm" len="lg"/>
          </a:ln>
        </p:spPr>
        <p:txBody>
          <a:bodyPr wrap="none">
            <a:spAutoFit/>
          </a:bodyPr>
          <a:lstStyle/>
          <a:p>
            <a:pPr defTabSz="762000" eaLnBrk="0" hangingPunct="0"/>
            <a:r>
              <a:rPr kumimoji="1" lang="zh-CN" altLang="en-US" sz="2000">
                <a:solidFill>
                  <a:srgbClr val="333399"/>
                </a:solidFill>
                <a:ea typeface="黑体" pitchFamily="49" charset="-122"/>
              </a:rPr>
              <a:t>主机</a:t>
            </a:r>
            <a:r>
              <a:rPr kumimoji="1" lang="zh-CN" altLang="en-US" sz="1000">
                <a:solidFill>
                  <a:srgbClr val="333399"/>
                </a:solidFill>
                <a:ea typeface="黑体" pitchFamily="49" charset="-122"/>
              </a:rPr>
              <a:t> </a:t>
            </a:r>
            <a:r>
              <a:rPr kumimoji="1" lang="en-US" altLang="zh-CN" sz="2000">
                <a:solidFill>
                  <a:srgbClr val="333399"/>
                </a:solidFill>
                <a:ea typeface="黑体" pitchFamily="49" charset="-122"/>
              </a:rPr>
              <a:t>1</a:t>
            </a:r>
          </a:p>
        </p:txBody>
      </p:sp>
      <p:sp>
        <p:nvSpPr>
          <p:cNvPr id="146457" name="AutoShape 25"/>
          <p:cNvSpPr>
            <a:spLocks noChangeArrowheads="1"/>
          </p:cNvSpPr>
          <p:nvPr/>
        </p:nvSpPr>
        <p:spPr bwMode="auto">
          <a:xfrm>
            <a:off x="8034338" y="2317750"/>
            <a:ext cx="685800" cy="557213"/>
          </a:xfrm>
          <a:prstGeom prst="cube">
            <a:avLst>
              <a:gd name="adj" fmla="val 17593"/>
            </a:avLst>
          </a:prstGeom>
          <a:solidFill>
            <a:srgbClr val="FFFF99"/>
          </a:solidFill>
          <a:ln w="19050">
            <a:solidFill>
              <a:schemeClr val="tx1"/>
            </a:solidFill>
            <a:miter lim="800000"/>
            <a:headEnd type="none" w="sm" len="lg"/>
            <a:tailEnd type="none" w="sm" len="lg"/>
          </a:ln>
        </p:spPr>
        <p:txBody>
          <a:bodyPr wrap="none" anchor="ctr"/>
          <a:lstStyle/>
          <a:p>
            <a:endParaRPr lang="zh-CN" altLang="en-US"/>
          </a:p>
        </p:txBody>
      </p:sp>
      <p:sp>
        <p:nvSpPr>
          <p:cNvPr id="146458" name="Text Box 26"/>
          <p:cNvSpPr txBox="1">
            <a:spLocks noChangeArrowheads="1"/>
          </p:cNvSpPr>
          <p:nvPr/>
        </p:nvSpPr>
        <p:spPr bwMode="auto">
          <a:xfrm>
            <a:off x="8027988" y="2422525"/>
            <a:ext cx="615950" cy="396875"/>
          </a:xfrm>
          <a:prstGeom prst="rect">
            <a:avLst/>
          </a:prstGeom>
          <a:noFill/>
          <a:ln w="12700">
            <a:noFill/>
            <a:miter lim="800000"/>
            <a:headEnd/>
            <a:tailEnd/>
          </a:ln>
        </p:spPr>
        <p:txBody>
          <a:bodyPr wrap="none">
            <a:spAutoFit/>
          </a:bodyPr>
          <a:lstStyle/>
          <a:p>
            <a:pPr defTabSz="762000" eaLnBrk="0" hangingPunct="0"/>
            <a:r>
              <a:rPr kumimoji="1" lang="en-US" altLang="zh-CN" sz="2000">
                <a:solidFill>
                  <a:srgbClr val="333399"/>
                </a:solidFill>
              </a:rPr>
              <a:t>AP</a:t>
            </a:r>
            <a:r>
              <a:rPr kumimoji="1" lang="en-US" altLang="zh-CN" sz="2000" b="1" baseline="-25000">
                <a:solidFill>
                  <a:srgbClr val="333399"/>
                </a:solidFill>
              </a:rPr>
              <a:t>2</a:t>
            </a:r>
            <a:endParaRPr kumimoji="1" lang="en-US" altLang="zh-CN" sz="2000" b="1">
              <a:solidFill>
                <a:srgbClr val="333399"/>
              </a:solidFill>
            </a:endParaRPr>
          </a:p>
        </p:txBody>
      </p:sp>
      <p:sp>
        <p:nvSpPr>
          <p:cNvPr id="146459" name="AutoShape 27"/>
          <p:cNvSpPr>
            <a:spLocks noChangeArrowheads="1"/>
          </p:cNvSpPr>
          <p:nvPr/>
        </p:nvSpPr>
        <p:spPr bwMode="auto">
          <a:xfrm>
            <a:off x="538163" y="2360613"/>
            <a:ext cx="685800" cy="557212"/>
          </a:xfrm>
          <a:prstGeom prst="cube">
            <a:avLst>
              <a:gd name="adj" fmla="val 17593"/>
            </a:avLst>
          </a:prstGeom>
          <a:solidFill>
            <a:srgbClr val="FFFF99"/>
          </a:solidFill>
          <a:ln w="19050">
            <a:solidFill>
              <a:schemeClr val="tx1"/>
            </a:solidFill>
            <a:miter lim="800000"/>
            <a:headEnd type="none" w="sm" len="lg"/>
            <a:tailEnd type="none" w="sm" len="lg"/>
          </a:ln>
        </p:spPr>
        <p:txBody>
          <a:bodyPr wrap="none" anchor="ctr"/>
          <a:lstStyle/>
          <a:p>
            <a:endParaRPr lang="zh-CN" altLang="en-US"/>
          </a:p>
        </p:txBody>
      </p:sp>
      <p:sp>
        <p:nvSpPr>
          <p:cNvPr id="146460" name="Text Box 28"/>
          <p:cNvSpPr txBox="1">
            <a:spLocks noChangeArrowheads="1"/>
          </p:cNvSpPr>
          <p:nvPr/>
        </p:nvSpPr>
        <p:spPr bwMode="auto">
          <a:xfrm>
            <a:off x="558800" y="2481263"/>
            <a:ext cx="615950" cy="396875"/>
          </a:xfrm>
          <a:prstGeom prst="rect">
            <a:avLst/>
          </a:prstGeom>
          <a:noFill/>
          <a:ln w="12700">
            <a:noFill/>
            <a:miter lim="800000"/>
            <a:headEnd/>
            <a:tailEnd/>
          </a:ln>
        </p:spPr>
        <p:txBody>
          <a:bodyPr wrap="none">
            <a:spAutoFit/>
          </a:bodyPr>
          <a:lstStyle/>
          <a:p>
            <a:pPr defTabSz="762000" eaLnBrk="0" hangingPunct="0"/>
            <a:r>
              <a:rPr kumimoji="1" lang="en-US" altLang="zh-CN" sz="2000">
                <a:solidFill>
                  <a:srgbClr val="333399"/>
                </a:solidFill>
              </a:rPr>
              <a:t>AP</a:t>
            </a:r>
            <a:r>
              <a:rPr kumimoji="1" lang="en-US" altLang="zh-CN" sz="2000" b="1" baseline="-25000">
                <a:solidFill>
                  <a:srgbClr val="333399"/>
                </a:solidFill>
              </a:rPr>
              <a:t>1</a:t>
            </a:r>
            <a:endParaRPr kumimoji="1" lang="en-US" altLang="zh-CN" sz="2000" b="1">
              <a:solidFill>
                <a:srgbClr val="333399"/>
              </a:solidFill>
            </a:endParaRPr>
          </a:p>
        </p:txBody>
      </p:sp>
      <p:sp>
        <p:nvSpPr>
          <p:cNvPr id="119837" name="AutoShape 29"/>
          <p:cNvSpPr>
            <a:spLocks noChangeArrowheads="1"/>
          </p:cNvSpPr>
          <p:nvPr/>
        </p:nvSpPr>
        <p:spPr bwMode="auto">
          <a:xfrm flipV="1">
            <a:off x="654050" y="5083175"/>
            <a:ext cx="196850" cy="361950"/>
          </a:xfrm>
          <a:prstGeom prst="upArrow">
            <a:avLst>
              <a:gd name="adj1" fmla="val 50000"/>
              <a:gd name="adj2" fmla="val 45968"/>
            </a:avLst>
          </a:prstGeom>
          <a:solidFill>
            <a:schemeClr val="hlink"/>
          </a:solidFill>
          <a:ln w="12700">
            <a:solidFill>
              <a:schemeClr val="tx1"/>
            </a:solidFill>
            <a:miter lim="800000"/>
            <a:headEnd/>
            <a:tailEnd/>
          </a:ln>
        </p:spPr>
        <p:txBody>
          <a:bodyPr vert="eaVert" wrap="none" anchor="ctr"/>
          <a:lstStyle/>
          <a:p>
            <a:endParaRPr lang="zh-CN" altLang="en-US"/>
          </a:p>
        </p:txBody>
      </p:sp>
      <p:sp>
        <p:nvSpPr>
          <p:cNvPr id="146462" name="Text Box 30"/>
          <p:cNvSpPr txBox="1">
            <a:spLocks noChangeArrowheads="1"/>
          </p:cNvSpPr>
          <p:nvPr/>
        </p:nvSpPr>
        <p:spPr bwMode="auto">
          <a:xfrm>
            <a:off x="7770813" y="1973263"/>
            <a:ext cx="868362" cy="396875"/>
          </a:xfrm>
          <a:prstGeom prst="rect">
            <a:avLst/>
          </a:prstGeom>
          <a:noFill/>
          <a:ln w="12700">
            <a:noFill/>
            <a:miter lim="800000"/>
            <a:headEnd type="none" w="sm" len="lg"/>
            <a:tailEnd type="none" w="sm" len="lg"/>
          </a:ln>
        </p:spPr>
        <p:txBody>
          <a:bodyPr wrap="none">
            <a:spAutoFit/>
          </a:bodyPr>
          <a:lstStyle/>
          <a:p>
            <a:pPr defTabSz="762000" eaLnBrk="0" hangingPunct="0"/>
            <a:r>
              <a:rPr kumimoji="1" lang="zh-CN" altLang="en-US" sz="2000">
                <a:solidFill>
                  <a:srgbClr val="333399"/>
                </a:solidFill>
                <a:ea typeface="黑体" pitchFamily="49" charset="-122"/>
              </a:rPr>
              <a:t>主机</a:t>
            </a:r>
            <a:r>
              <a:rPr kumimoji="1" lang="zh-CN" altLang="en-US" sz="1000">
                <a:solidFill>
                  <a:srgbClr val="333399"/>
                </a:solidFill>
                <a:ea typeface="黑体" pitchFamily="49" charset="-122"/>
              </a:rPr>
              <a:t> </a:t>
            </a:r>
            <a:r>
              <a:rPr kumimoji="1" lang="en-US" altLang="zh-CN" sz="2000">
                <a:solidFill>
                  <a:srgbClr val="333399"/>
                </a:solidFill>
                <a:ea typeface="黑体" pitchFamily="49" charset="-122"/>
              </a:rPr>
              <a:t>2</a:t>
            </a:r>
          </a:p>
        </p:txBody>
      </p:sp>
      <p:sp>
        <p:nvSpPr>
          <p:cNvPr id="146463" name="Text Box 31"/>
          <p:cNvSpPr txBox="1">
            <a:spLocks noChangeArrowheads="1"/>
          </p:cNvSpPr>
          <p:nvPr/>
        </p:nvSpPr>
        <p:spPr bwMode="auto">
          <a:xfrm>
            <a:off x="1619250" y="4700588"/>
            <a:ext cx="4146550" cy="457200"/>
          </a:xfrm>
          <a:prstGeom prst="rect">
            <a:avLst/>
          </a:prstGeom>
          <a:noFill/>
          <a:ln w="12700">
            <a:noFill/>
            <a:miter lim="800000"/>
            <a:headEnd type="none" w="sm" len="lg"/>
            <a:tailEnd type="none" w="sm" len="lg"/>
          </a:ln>
        </p:spPr>
        <p:txBody>
          <a:bodyPr wrap="none">
            <a:spAutoFit/>
          </a:bodyPr>
          <a:lstStyle/>
          <a:p>
            <a:pPr defTabSz="762000" eaLnBrk="0" hangingPunct="0"/>
            <a:r>
              <a:rPr kumimoji="1" lang="zh-CN" altLang="en-US" sz="2400">
                <a:solidFill>
                  <a:srgbClr val="333399"/>
                </a:solidFill>
                <a:ea typeface="黑体" pitchFamily="49" charset="-122"/>
              </a:rPr>
              <a:t>数据链路层帧再传送到物理层</a:t>
            </a:r>
          </a:p>
        </p:txBody>
      </p:sp>
      <p:sp>
        <p:nvSpPr>
          <p:cNvPr id="119840" name="Text Box 32"/>
          <p:cNvSpPr txBox="1">
            <a:spLocks noChangeArrowheads="1"/>
          </p:cNvSpPr>
          <p:nvPr/>
        </p:nvSpPr>
        <p:spPr bwMode="auto">
          <a:xfrm>
            <a:off x="1619250" y="5276850"/>
            <a:ext cx="5670550" cy="457200"/>
          </a:xfrm>
          <a:prstGeom prst="rect">
            <a:avLst/>
          </a:prstGeom>
          <a:noFill/>
          <a:ln w="12700">
            <a:noFill/>
            <a:miter lim="800000"/>
            <a:headEnd type="none" w="sm" len="lg"/>
            <a:tailEnd type="none" w="sm" len="lg"/>
          </a:ln>
        </p:spPr>
        <p:txBody>
          <a:bodyPr wrap="none">
            <a:spAutoFit/>
          </a:bodyPr>
          <a:lstStyle/>
          <a:p>
            <a:pPr defTabSz="762000" eaLnBrk="0" hangingPunct="0"/>
            <a:r>
              <a:rPr kumimoji="1" lang="zh-CN" altLang="en-US" sz="2400">
                <a:solidFill>
                  <a:srgbClr val="333399"/>
                </a:solidFill>
                <a:ea typeface="黑体" pitchFamily="49" charset="-122"/>
              </a:rPr>
              <a:t>最下面的物理层把比特流传送到物理媒体</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grpId="0" nodeType="afterEffect">
                                  <p:stCondLst>
                                    <p:cond delay="500"/>
                                  </p:stCondLst>
                                  <p:childTnLst>
                                    <p:set>
                                      <p:cBhvr>
                                        <p:cTn id="6" dur="1" fill="hold">
                                          <p:stCondLst>
                                            <p:cond delay="0"/>
                                          </p:stCondLst>
                                        </p:cTn>
                                        <p:tgtEl>
                                          <p:spTgt spid="119837"/>
                                        </p:tgtEl>
                                        <p:attrNameLst>
                                          <p:attrName>style.visibility</p:attrName>
                                        </p:attrNameLst>
                                      </p:cBhvr>
                                      <p:to>
                                        <p:strVal val="visible"/>
                                      </p:to>
                                    </p:set>
                                    <p:animEffect transition="in" filter="wipe(up)">
                                      <p:cBhvr>
                                        <p:cTn id="7" dur="1000"/>
                                        <p:tgtEl>
                                          <p:spTgt spid="119837"/>
                                        </p:tgtEl>
                                      </p:cBhvr>
                                    </p:animEffect>
                                  </p:childTnLst>
                                </p:cTn>
                              </p:par>
                            </p:childTnLst>
                          </p:cTn>
                        </p:par>
                        <p:par>
                          <p:cTn id="8" fill="hold">
                            <p:stCondLst>
                              <p:cond delay="1500"/>
                            </p:stCondLst>
                            <p:childTnLst>
                              <p:par>
                                <p:cTn id="9" presetID="1" presetClass="entr" presetSubtype="0" fill="hold" grpId="0" nodeType="afterEffect">
                                  <p:stCondLst>
                                    <p:cond delay="0"/>
                                  </p:stCondLst>
                                  <p:childTnLst>
                                    <p:set>
                                      <p:cBhvr>
                                        <p:cTn id="10" dur="1" fill="hold">
                                          <p:stCondLst>
                                            <p:cond delay="0"/>
                                          </p:stCondLst>
                                        </p:cTn>
                                        <p:tgtEl>
                                          <p:spTgt spid="11984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9837" grpId="0" animBg="1"/>
      <p:bldP spid="119840" grpId="0"/>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7458" name="Rectangle 2"/>
          <p:cNvSpPr>
            <a:spLocks noGrp="1" noChangeArrowheads="1"/>
          </p:cNvSpPr>
          <p:nvPr>
            <p:ph type="title"/>
          </p:nvPr>
        </p:nvSpPr>
        <p:spPr/>
        <p:txBody>
          <a:bodyPr/>
          <a:lstStyle/>
          <a:p>
            <a:pPr algn="ctr" eaLnBrk="1" hangingPunct="1"/>
            <a:r>
              <a:rPr lang="zh-CN" altLang="en-US" smtClean="0">
                <a:latin typeface="微软雅黑" pitchFamily="34" charset="-122"/>
                <a:ea typeface="微软雅黑" pitchFamily="34" charset="-122"/>
              </a:rPr>
              <a:t>主机</a:t>
            </a:r>
            <a:r>
              <a:rPr lang="zh-CN" altLang="en-US" sz="2400" smtClean="0">
                <a:latin typeface="微软雅黑" pitchFamily="34" charset="-122"/>
                <a:ea typeface="微软雅黑" pitchFamily="34" charset="-122"/>
              </a:rPr>
              <a:t> </a:t>
            </a:r>
            <a:r>
              <a:rPr lang="en-US" altLang="zh-CN" smtClean="0">
                <a:latin typeface="微软雅黑" pitchFamily="34" charset="-122"/>
                <a:ea typeface="微软雅黑" pitchFamily="34" charset="-122"/>
              </a:rPr>
              <a:t>1</a:t>
            </a:r>
            <a:r>
              <a:rPr lang="en-US" altLang="zh-CN" sz="2400" smtClean="0">
                <a:latin typeface="微软雅黑" pitchFamily="34" charset="-122"/>
                <a:ea typeface="微软雅黑" pitchFamily="34" charset="-122"/>
              </a:rPr>
              <a:t> </a:t>
            </a:r>
            <a:r>
              <a:rPr lang="zh-CN" altLang="en-US" smtClean="0">
                <a:latin typeface="微软雅黑" pitchFamily="34" charset="-122"/>
                <a:ea typeface="微软雅黑" pitchFamily="34" charset="-122"/>
              </a:rPr>
              <a:t>向主机</a:t>
            </a:r>
            <a:r>
              <a:rPr lang="zh-CN" altLang="en-US" sz="2400" smtClean="0">
                <a:latin typeface="微软雅黑" pitchFamily="34" charset="-122"/>
                <a:ea typeface="微软雅黑" pitchFamily="34" charset="-122"/>
              </a:rPr>
              <a:t> </a:t>
            </a:r>
            <a:r>
              <a:rPr lang="en-US" altLang="zh-CN" smtClean="0">
                <a:latin typeface="微软雅黑" pitchFamily="34" charset="-122"/>
                <a:ea typeface="微软雅黑" pitchFamily="34" charset="-122"/>
              </a:rPr>
              <a:t>2</a:t>
            </a:r>
            <a:r>
              <a:rPr lang="en-US" altLang="zh-CN" sz="2400" smtClean="0">
                <a:latin typeface="微软雅黑" pitchFamily="34" charset="-122"/>
                <a:ea typeface="微软雅黑" pitchFamily="34" charset="-122"/>
              </a:rPr>
              <a:t> </a:t>
            </a:r>
            <a:r>
              <a:rPr lang="zh-CN" altLang="en-US" smtClean="0">
                <a:latin typeface="微软雅黑" pitchFamily="34" charset="-122"/>
                <a:ea typeface="微软雅黑" pitchFamily="34" charset="-122"/>
              </a:rPr>
              <a:t>发送数据 </a:t>
            </a:r>
          </a:p>
        </p:txBody>
      </p:sp>
      <p:sp>
        <p:nvSpPr>
          <p:cNvPr id="147459" name="Rectangle 3"/>
          <p:cNvSpPr>
            <a:spLocks noGrp="1" noChangeArrowheads="1"/>
          </p:cNvSpPr>
          <p:nvPr>
            <p:ph idx="1"/>
          </p:nvPr>
        </p:nvSpPr>
        <p:spPr>
          <a:xfrm>
            <a:off x="3276600" y="5661025"/>
            <a:ext cx="5395913" cy="1008063"/>
          </a:xfrm>
        </p:spPr>
        <p:txBody>
          <a:bodyPr/>
          <a:lstStyle/>
          <a:p>
            <a:pPr eaLnBrk="1" hangingPunct="1">
              <a:lnSpc>
                <a:spcPct val="105000"/>
              </a:lnSpc>
            </a:pPr>
            <a:r>
              <a:rPr lang="zh-CN" altLang="en-US" smtClean="0">
                <a:latin typeface="微软雅黑" pitchFamily="34" charset="-122"/>
                <a:ea typeface="微软雅黑" pitchFamily="34" charset="-122"/>
              </a:rPr>
              <a:t>应用层</a:t>
            </a:r>
            <a:r>
              <a:rPr lang="en-US" altLang="zh-CN" smtClean="0">
                <a:latin typeface="微软雅黑" pitchFamily="34" charset="-122"/>
                <a:ea typeface="微软雅黑" pitchFamily="34" charset="-122"/>
              </a:rPr>
              <a:t>(application layer) </a:t>
            </a:r>
          </a:p>
        </p:txBody>
      </p:sp>
      <p:sp>
        <p:nvSpPr>
          <p:cNvPr id="147460" name="AutoShape 4"/>
          <p:cNvSpPr>
            <a:spLocks noChangeArrowheads="1"/>
          </p:cNvSpPr>
          <p:nvPr/>
        </p:nvSpPr>
        <p:spPr bwMode="auto">
          <a:xfrm rot="-5400000">
            <a:off x="4321968" y="1532732"/>
            <a:ext cx="417513" cy="8991600"/>
          </a:xfrm>
          <a:prstGeom prst="can">
            <a:avLst>
              <a:gd name="adj" fmla="val 48656"/>
            </a:avLst>
          </a:prstGeom>
          <a:gradFill rotWithShape="0">
            <a:gsLst>
              <a:gs pos="0">
                <a:srgbClr val="ACACAC"/>
              </a:gs>
              <a:gs pos="50000">
                <a:srgbClr val="EAEAEA"/>
              </a:gs>
              <a:gs pos="100000">
                <a:srgbClr val="ACACAC"/>
              </a:gs>
            </a:gsLst>
            <a:lin ang="5400000" scaled="1"/>
          </a:gradFill>
          <a:ln w="19050">
            <a:solidFill>
              <a:schemeClr val="tx1"/>
            </a:solidFill>
            <a:round/>
            <a:headEnd type="none" w="sm" len="lg"/>
            <a:tailEnd type="none" w="sm" len="lg"/>
          </a:ln>
        </p:spPr>
        <p:txBody>
          <a:bodyPr wrap="none" anchor="ctr"/>
          <a:lstStyle/>
          <a:p>
            <a:endParaRPr lang="zh-CN" altLang="en-US"/>
          </a:p>
        </p:txBody>
      </p:sp>
      <p:sp>
        <p:nvSpPr>
          <p:cNvPr id="147461" name="AutoShape 5"/>
          <p:cNvSpPr>
            <a:spLocks noChangeArrowheads="1"/>
          </p:cNvSpPr>
          <p:nvPr/>
        </p:nvSpPr>
        <p:spPr bwMode="auto">
          <a:xfrm>
            <a:off x="533400" y="2847975"/>
            <a:ext cx="838200" cy="2997200"/>
          </a:xfrm>
          <a:prstGeom prst="cube">
            <a:avLst>
              <a:gd name="adj" fmla="val 10764"/>
            </a:avLst>
          </a:prstGeom>
          <a:solidFill>
            <a:srgbClr val="FFFF99"/>
          </a:solidFill>
          <a:ln w="19050">
            <a:solidFill>
              <a:schemeClr val="tx1"/>
            </a:solidFill>
            <a:miter lim="800000"/>
            <a:headEnd type="none" w="sm" len="lg"/>
            <a:tailEnd type="none" w="sm" len="lg"/>
          </a:ln>
        </p:spPr>
        <p:txBody>
          <a:bodyPr wrap="none" anchor="ctr"/>
          <a:lstStyle/>
          <a:p>
            <a:endParaRPr lang="zh-CN" altLang="en-US"/>
          </a:p>
        </p:txBody>
      </p:sp>
      <p:sp>
        <p:nvSpPr>
          <p:cNvPr id="147462" name="Text Box 6"/>
          <p:cNvSpPr txBox="1">
            <a:spLocks noChangeArrowheads="1"/>
          </p:cNvSpPr>
          <p:nvPr/>
        </p:nvSpPr>
        <p:spPr bwMode="auto">
          <a:xfrm>
            <a:off x="781050" y="3027363"/>
            <a:ext cx="325438" cy="396875"/>
          </a:xfrm>
          <a:prstGeom prst="rect">
            <a:avLst/>
          </a:prstGeom>
          <a:noFill/>
          <a:ln w="12700">
            <a:noFill/>
            <a:miter lim="800000"/>
            <a:headEnd/>
            <a:tailEnd/>
          </a:ln>
        </p:spPr>
        <p:txBody>
          <a:bodyPr wrap="none">
            <a:spAutoFit/>
          </a:bodyPr>
          <a:lstStyle/>
          <a:p>
            <a:pPr defTabSz="762000" eaLnBrk="0" hangingPunct="0"/>
            <a:r>
              <a:rPr kumimoji="1" lang="en-US" altLang="zh-CN" sz="2000">
                <a:solidFill>
                  <a:srgbClr val="333399"/>
                </a:solidFill>
              </a:rPr>
              <a:t>5</a:t>
            </a:r>
          </a:p>
        </p:txBody>
      </p:sp>
      <p:sp>
        <p:nvSpPr>
          <p:cNvPr id="147463" name="Text Box 7"/>
          <p:cNvSpPr txBox="1">
            <a:spLocks noChangeArrowheads="1"/>
          </p:cNvSpPr>
          <p:nvPr/>
        </p:nvSpPr>
        <p:spPr bwMode="auto">
          <a:xfrm>
            <a:off x="781050" y="3654425"/>
            <a:ext cx="325438" cy="396875"/>
          </a:xfrm>
          <a:prstGeom prst="rect">
            <a:avLst/>
          </a:prstGeom>
          <a:noFill/>
          <a:ln w="12700">
            <a:noFill/>
            <a:miter lim="800000"/>
            <a:headEnd/>
            <a:tailEnd/>
          </a:ln>
        </p:spPr>
        <p:txBody>
          <a:bodyPr wrap="none">
            <a:spAutoFit/>
          </a:bodyPr>
          <a:lstStyle/>
          <a:p>
            <a:pPr defTabSz="762000" eaLnBrk="0" hangingPunct="0"/>
            <a:r>
              <a:rPr kumimoji="1" lang="en-US" altLang="zh-CN" sz="2000">
                <a:solidFill>
                  <a:srgbClr val="333399"/>
                </a:solidFill>
              </a:rPr>
              <a:t>4</a:t>
            </a:r>
          </a:p>
        </p:txBody>
      </p:sp>
      <p:sp>
        <p:nvSpPr>
          <p:cNvPr id="147464" name="Text Box 8"/>
          <p:cNvSpPr txBox="1">
            <a:spLocks noChangeArrowheads="1"/>
          </p:cNvSpPr>
          <p:nvPr/>
        </p:nvSpPr>
        <p:spPr bwMode="auto">
          <a:xfrm>
            <a:off x="781050" y="4211638"/>
            <a:ext cx="325438" cy="396875"/>
          </a:xfrm>
          <a:prstGeom prst="rect">
            <a:avLst/>
          </a:prstGeom>
          <a:noFill/>
          <a:ln w="12700">
            <a:noFill/>
            <a:miter lim="800000"/>
            <a:headEnd/>
            <a:tailEnd/>
          </a:ln>
        </p:spPr>
        <p:txBody>
          <a:bodyPr wrap="none">
            <a:spAutoFit/>
          </a:bodyPr>
          <a:lstStyle/>
          <a:p>
            <a:pPr defTabSz="762000" eaLnBrk="0" hangingPunct="0"/>
            <a:r>
              <a:rPr kumimoji="1" lang="en-US" altLang="zh-CN" sz="2000">
                <a:solidFill>
                  <a:srgbClr val="333399"/>
                </a:solidFill>
              </a:rPr>
              <a:t>3</a:t>
            </a:r>
          </a:p>
        </p:txBody>
      </p:sp>
      <p:sp>
        <p:nvSpPr>
          <p:cNvPr id="147465" name="Text Box 9"/>
          <p:cNvSpPr txBox="1">
            <a:spLocks noChangeArrowheads="1"/>
          </p:cNvSpPr>
          <p:nvPr/>
        </p:nvSpPr>
        <p:spPr bwMode="auto">
          <a:xfrm>
            <a:off x="781050" y="4770438"/>
            <a:ext cx="325438" cy="396875"/>
          </a:xfrm>
          <a:prstGeom prst="rect">
            <a:avLst/>
          </a:prstGeom>
          <a:noFill/>
          <a:ln w="12700">
            <a:noFill/>
            <a:miter lim="800000"/>
            <a:headEnd/>
            <a:tailEnd/>
          </a:ln>
        </p:spPr>
        <p:txBody>
          <a:bodyPr wrap="none">
            <a:spAutoFit/>
          </a:bodyPr>
          <a:lstStyle/>
          <a:p>
            <a:pPr defTabSz="762000" eaLnBrk="0" hangingPunct="0"/>
            <a:r>
              <a:rPr kumimoji="1" lang="en-US" altLang="zh-CN" sz="2000">
                <a:solidFill>
                  <a:srgbClr val="333399"/>
                </a:solidFill>
              </a:rPr>
              <a:t>2</a:t>
            </a:r>
          </a:p>
        </p:txBody>
      </p:sp>
      <p:sp>
        <p:nvSpPr>
          <p:cNvPr id="147466" name="Text Box 10"/>
          <p:cNvSpPr txBox="1">
            <a:spLocks noChangeArrowheads="1"/>
          </p:cNvSpPr>
          <p:nvPr/>
        </p:nvSpPr>
        <p:spPr bwMode="auto">
          <a:xfrm>
            <a:off x="781050" y="5337175"/>
            <a:ext cx="325438" cy="396875"/>
          </a:xfrm>
          <a:prstGeom prst="rect">
            <a:avLst/>
          </a:prstGeom>
          <a:noFill/>
          <a:ln w="12700">
            <a:noFill/>
            <a:miter lim="800000"/>
            <a:headEnd/>
            <a:tailEnd/>
          </a:ln>
        </p:spPr>
        <p:txBody>
          <a:bodyPr wrap="none">
            <a:spAutoFit/>
          </a:bodyPr>
          <a:lstStyle/>
          <a:p>
            <a:pPr defTabSz="762000" eaLnBrk="0" hangingPunct="0"/>
            <a:r>
              <a:rPr kumimoji="1" lang="en-US" altLang="zh-CN" sz="2000">
                <a:solidFill>
                  <a:srgbClr val="333399"/>
                </a:solidFill>
              </a:rPr>
              <a:t>1</a:t>
            </a:r>
          </a:p>
        </p:txBody>
      </p:sp>
      <p:sp>
        <p:nvSpPr>
          <p:cNvPr id="147467" name="Freeform 11"/>
          <p:cNvSpPr>
            <a:spLocks/>
          </p:cNvSpPr>
          <p:nvPr/>
        </p:nvSpPr>
        <p:spPr bwMode="auto">
          <a:xfrm>
            <a:off x="533400" y="3449638"/>
            <a:ext cx="847725" cy="61912"/>
          </a:xfrm>
          <a:custGeom>
            <a:avLst/>
            <a:gdLst>
              <a:gd name="T0" fmla="*/ 0 w 534"/>
              <a:gd name="T1" fmla="*/ 2147483647 h 42"/>
              <a:gd name="T2" fmla="*/ 2147483647 w 534"/>
              <a:gd name="T3" fmla="*/ 2147483647 h 42"/>
              <a:gd name="T4" fmla="*/ 2147483647 w 534"/>
              <a:gd name="T5" fmla="*/ 0 h 42"/>
              <a:gd name="T6" fmla="*/ 0 60000 65536"/>
              <a:gd name="T7" fmla="*/ 0 60000 65536"/>
              <a:gd name="T8" fmla="*/ 0 60000 65536"/>
              <a:gd name="T9" fmla="*/ 0 w 534"/>
              <a:gd name="T10" fmla="*/ 0 h 42"/>
              <a:gd name="T11" fmla="*/ 534 w 534"/>
              <a:gd name="T12" fmla="*/ 42 h 42"/>
            </a:gdLst>
            <a:ahLst/>
            <a:cxnLst>
              <a:cxn ang="T6">
                <a:pos x="T0" y="T1"/>
              </a:cxn>
              <a:cxn ang="T7">
                <a:pos x="T2" y="T3"/>
              </a:cxn>
              <a:cxn ang="T8">
                <a:pos x="T4" y="T5"/>
              </a:cxn>
            </a:cxnLst>
            <a:rect l="T9" t="T10" r="T11" b="T12"/>
            <a:pathLst>
              <a:path w="534" h="42">
                <a:moveTo>
                  <a:pt x="0" y="42"/>
                </a:moveTo>
                <a:lnTo>
                  <a:pt x="468" y="42"/>
                </a:lnTo>
                <a:cubicBezTo>
                  <a:pt x="490" y="28"/>
                  <a:pt x="534" y="0"/>
                  <a:pt x="534" y="0"/>
                </a:cubicBezTo>
              </a:path>
            </a:pathLst>
          </a:custGeom>
          <a:noFill/>
          <a:ln w="19050">
            <a:solidFill>
              <a:schemeClr val="tx1"/>
            </a:solidFill>
            <a:round/>
            <a:headEnd type="none" w="sm" len="lg"/>
            <a:tailEnd type="none" w="sm" len="lg"/>
          </a:ln>
        </p:spPr>
        <p:txBody>
          <a:bodyPr wrap="none" anchor="ctr"/>
          <a:lstStyle/>
          <a:p>
            <a:endParaRPr lang="zh-CN" altLang="en-US"/>
          </a:p>
        </p:txBody>
      </p:sp>
      <p:sp>
        <p:nvSpPr>
          <p:cNvPr id="147468" name="Freeform 12"/>
          <p:cNvSpPr>
            <a:spLocks/>
          </p:cNvSpPr>
          <p:nvPr/>
        </p:nvSpPr>
        <p:spPr bwMode="auto">
          <a:xfrm>
            <a:off x="542925" y="4024313"/>
            <a:ext cx="847725" cy="61912"/>
          </a:xfrm>
          <a:custGeom>
            <a:avLst/>
            <a:gdLst>
              <a:gd name="T0" fmla="*/ 0 w 534"/>
              <a:gd name="T1" fmla="*/ 2147483647 h 42"/>
              <a:gd name="T2" fmla="*/ 2147483647 w 534"/>
              <a:gd name="T3" fmla="*/ 2147483647 h 42"/>
              <a:gd name="T4" fmla="*/ 2147483647 w 534"/>
              <a:gd name="T5" fmla="*/ 0 h 42"/>
              <a:gd name="T6" fmla="*/ 0 60000 65536"/>
              <a:gd name="T7" fmla="*/ 0 60000 65536"/>
              <a:gd name="T8" fmla="*/ 0 60000 65536"/>
              <a:gd name="T9" fmla="*/ 0 w 534"/>
              <a:gd name="T10" fmla="*/ 0 h 42"/>
              <a:gd name="T11" fmla="*/ 534 w 534"/>
              <a:gd name="T12" fmla="*/ 42 h 42"/>
            </a:gdLst>
            <a:ahLst/>
            <a:cxnLst>
              <a:cxn ang="T6">
                <a:pos x="T0" y="T1"/>
              </a:cxn>
              <a:cxn ang="T7">
                <a:pos x="T2" y="T3"/>
              </a:cxn>
              <a:cxn ang="T8">
                <a:pos x="T4" y="T5"/>
              </a:cxn>
            </a:cxnLst>
            <a:rect l="T9" t="T10" r="T11" b="T12"/>
            <a:pathLst>
              <a:path w="534" h="42">
                <a:moveTo>
                  <a:pt x="0" y="36"/>
                </a:moveTo>
                <a:lnTo>
                  <a:pt x="468" y="42"/>
                </a:lnTo>
                <a:cubicBezTo>
                  <a:pt x="490" y="28"/>
                  <a:pt x="534" y="0"/>
                  <a:pt x="534" y="0"/>
                </a:cubicBezTo>
              </a:path>
            </a:pathLst>
          </a:custGeom>
          <a:noFill/>
          <a:ln w="19050">
            <a:solidFill>
              <a:schemeClr val="tx1"/>
            </a:solidFill>
            <a:round/>
            <a:headEnd type="none" w="sm" len="lg"/>
            <a:tailEnd type="none" w="sm" len="lg"/>
          </a:ln>
        </p:spPr>
        <p:txBody>
          <a:bodyPr wrap="none" anchor="ctr"/>
          <a:lstStyle/>
          <a:p>
            <a:endParaRPr lang="zh-CN" altLang="en-US"/>
          </a:p>
        </p:txBody>
      </p:sp>
      <p:sp>
        <p:nvSpPr>
          <p:cNvPr id="147469" name="Freeform 13"/>
          <p:cNvSpPr>
            <a:spLocks/>
          </p:cNvSpPr>
          <p:nvPr/>
        </p:nvSpPr>
        <p:spPr bwMode="auto">
          <a:xfrm>
            <a:off x="520700" y="4600575"/>
            <a:ext cx="869950" cy="60325"/>
          </a:xfrm>
          <a:custGeom>
            <a:avLst/>
            <a:gdLst>
              <a:gd name="T0" fmla="*/ 0 w 548"/>
              <a:gd name="T1" fmla="*/ 2147483647 h 42"/>
              <a:gd name="T2" fmla="*/ 2147483647 w 548"/>
              <a:gd name="T3" fmla="*/ 2147483647 h 42"/>
              <a:gd name="T4" fmla="*/ 2147483647 w 548"/>
              <a:gd name="T5" fmla="*/ 0 h 42"/>
              <a:gd name="T6" fmla="*/ 0 60000 65536"/>
              <a:gd name="T7" fmla="*/ 0 60000 65536"/>
              <a:gd name="T8" fmla="*/ 0 60000 65536"/>
              <a:gd name="T9" fmla="*/ 0 w 548"/>
              <a:gd name="T10" fmla="*/ 0 h 42"/>
              <a:gd name="T11" fmla="*/ 548 w 548"/>
              <a:gd name="T12" fmla="*/ 42 h 42"/>
            </a:gdLst>
            <a:ahLst/>
            <a:cxnLst>
              <a:cxn ang="T6">
                <a:pos x="T0" y="T1"/>
              </a:cxn>
              <a:cxn ang="T7">
                <a:pos x="T2" y="T3"/>
              </a:cxn>
              <a:cxn ang="T8">
                <a:pos x="T4" y="T5"/>
              </a:cxn>
            </a:cxnLst>
            <a:rect l="T9" t="T10" r="T11" b="T12"/>
            <a:pathLst>
              <a:path w="548" h="42">
                <a:moveTo>
                  <a:pt x="0" y="42"/>
                </a:moveTo>
                <a:lnTo>
                  <a:pt x="482" y="42"/>
                </a:lnTo>
                <a:cubicBezTo>
                  <a:pt x="504" y="28"/>
                  <a:pt x="548" y="0"/>
                  <a:pt x="548" y="0"/>
                </a:cubicBezTo>
              </a:path>
            </a:pathLst>
          </a:custGeom>
          <a:noFill/>
          <a:ln w="19050">
            <a:solidFill>
              <a:schemeClr val="tx1"/>
            </a:solidFill>
            <a:round/>
            <a:headEnd type="none" w="sm" len="lg"/>
            <a:tailEnd type="none" w="sm" len="lg"/>
          </a:ln>
        </p:spPr>
        <p:txBody>
          <a:bodyPr wrap="none" anchor="ctr"/>
          <a:lstStyle/>
          <a:p>
            <a:endParaRPr lang="zh-CN" altLang="en-US"/>
          </a:p>
        </p:txBody>
      </p:sp>
      <p:sp>
        <p:nvSpPr>
          <p:cNvPr id="147470" name="Freeform 14"/>
          <p:cNvSpPr>
            <a:spLocks/>
          </p:cNvSpPr>
          <p:nvPr/>
        </p:nvSpPr>
        <p:spPr bwMode="auto">
          <a:xfrm>
            <a:off x="520700" y="5192713"/>
            <a:ext cx="860425" cy="60325"/>
          </a:xfrm>
          <a:custGeom>
            <a:avLst/>
            <a:gdLst>
              <a:gd name="T0" fmla="*/ 0 w 542"/>
              <a:gd name="T1" fmla="*/ 2147483647 h 42"/>
              <a:gd name="T2" fmla="*/ 2147483647 w 542"/>
              <a:gd name="T3" fmla="*/ 2147483647 h 42"/>
              <a:gd name="T4" fmla="*/ 2147483647 w 542"/>
              <a:gd name="T5" fmla="*/ 0 h 42"/>
              <a:gd name="T6" fmla="*/ 0 60000 65536"/>
              <a:gd name="T7" fmla="*/ 0 60000 65536"/>
              <a:gd name="T8" fmla="*/ 0 60000 65536"/>
              <a:gd name="T9" fmla="*/ 0 w 542"/>
              <a:gd name="T10" fmla="*/ 0 h 42"/>
              <a:gd name="T11" fmla="*/ 542 w 542"/>
              <a:gd name="T12" fmla="*/ 42 h 42"/>
            </a:gdLst>
            <a:ahLst/>
            <a:cxnLst>
              <a:cxn ang="T6">
                <a:pos x="T0" y="T1"/>
              </a:cxn>
              <a:cxn ang="T7">
                <a:pos x="T2" y="T3"/>
              </a:cxn>
              <a:cxn ang="T8">
                <a:pos x="T4" y="T5"/>
              </a:cxn>
            </a:cxnLst>
            <a:rect l="T9" t="T10" r="T11" b="T12"/>
            <a:pathLst>
              <a:path w="542" h="42">
                <a:moveTo>
                  <a:pt x="0" y="42"/>
                </a:moveTo>
                <a:lnTo>
                  <a:pt x="476" y="42"/>
                </a:lnTo>
                <a:cubicBezTo>
                  <a:pt x="498" y="28"/>
                  <a:pt x="542" y="0"/>
                  <a:pt x="542" y="0"/>
                </a:cubicBezTo>
              </a:path>
            </a:pathLst>
          </a:custGeom>
          <a:noFill/>
          <a:ln w="19050">
            <a:solidFill>
              <a:schemeClr val="tx1"/>
            </a:solidFill>
            <a:round/>
            <a:headEnd type="none" w="sm" len="lg"/>
            <a:tailEnd type="none" w="sm" len="lg"/>
          </a:ln>
        </p:spPr>
        <p:txBody>
          <a:bodyPr wrap="none" anchor="ctr"/>
          <a:lstStyle/>
          <a:p>
            <a:endParaRPr lang="zh-CN" altLang="en-US"/>
          </a:p>
        </p:txBody>
      </p:sp>
      <p:sp>
        <p:nvSpPr>
          <p:cNvPr id="147471" name="AutoShape 15"/>
          <p:cNvSpPr>
            <a:spLocks noChangeArrowheads="1"/>
          </p:cNvSpPr>
          <p:nvPr/>
        </p:nvSpPr>
        <p:spPr bwMode="auto">
          <a:xfrm>
            <a:off x="7886700" y="2814638"/>
            <a:ext cx="838200" cy="3030537"/>
          </a:xfrm>
          <a:prstGeom prst="cube">
            <a:avLst>
              <a:gd name="adj" fmla="val 10764"/>
            </a:avLst>
          </a:prstGeom>
          <a:solidFill>
            <a:srgbClr val="FFFF99"/>
          </a:solidFill>
          <a:ln w="19050">
            <a:solidFill>
              <a:schemeClr val="tx1"/>
            </a:solidFill>
            <a:miter lim="800000"/>
            <a:headEnd type="none" w="sm" len="lg"/>
            <a:tailEnd type="none" w="sm" len="lg"/>
          </a:ln>
        </p:spPr>
        <p:txBody>
          <a:bodyPr wrap="none" anchor="ctr"/>
          <a:lstStyle/>
          <a:p>
            <a:endParaRPr lang="zh-CN" altLang="en-US"/>
          </a:p>
        </p:txBody>
      </p:sp>
      <p:sp>
        <p:nvSpPr>
          <p:cNvPr id="147472" name="Text Box 16"/>
          <p:cNvSpPr txBox="1">
            <a:spLocks noChangeArrowheads="1"/>
          </p:cNvSpPr>
          <p:nvPr/>
        </p:nvSpPr>
        <p:spPr bwMode="auto">
          <a:xfrm>
            <a:off x="7924800" y="2992438"/>
            <a:ext cx="325438" cy="396875"/>
          </a:xfrm>
          <a:prstGeom prst="rect">
            <a:avLst/>
          </a:prstGeom>
          <a:noFill/>
          <a:ln w="12700">
            <a:noFill/>
            <a:miter lim="800000"/>
            <a:headEnd/>
            <a:tailEnd/>
          </a:ln>
        </p:spPr>
        <p:txBody>
          <a:bodyPr wrap="none">
            <a:spAutoFit/>
          </a:bodyPr>
          <a:lstStyle/>
          <a:p>
            <a:pPr defTabSz="762000" eaLnBrk="0" hangingPunct="0"/>
            <a:r>
              <a:rPr kumimoji="1" lang="en-US" altLang="zh-CN" sz="2000">
                <a:solidFill>
                  <a:srgbClr val="333399"/>
                </a:solidFill>
              </a:rPr>
              <a:t>5</a:t>
            </a:r>
          </a:p>
        </p:txBody>
      </p:sp>
      <p:sp>
        <p:nvSpPr>
          <p:cNvPr id="147473" name="Text Box 17"/>
          <p:cNvSpPr txBox="1">
            <a:spLocks noChangeArrowheads="1"/>
          </p:cNvSpPr>
          <p:nvPr/>
        </p:nvSpPr>
        <p:spPr bwMode="auto">
          <a:xfrm>
            <a:off x="7924800" y="3619500"/>
            <a:ext cx="325438" cy="396875"/>
          </a:xfrm>
          <a:prstGeom prst="rect">
            <a:avLst/>
          </a:prstGeom>
          <a:noFill/>
          <a:ln w="12700">
            <a:noFill/>
            <a:miter lim="800000"/>
            <a:headEnd/>
            <a:tailEnd/>
          </a:ln>
        </p:spPr>
        <p:txBody>
          <a:bodyPr wrap="none">
            <a:spAutoFit/>
          </a:bodyPr>
          <a:lstStyle/>
          <a:p>
            <a:pPr defTabSz="762000" eaLnBrk="0" hangingPunct="0"/>
            <a:r>
              <a:rPr kumimoji="1" lang="en-US" altLang="zh-CN" sz="2000">
                <a:solidFill>
                  <a:srgbClr val="333399"/>
                </a:solidFill>
              </a:rPr>
              <a:t>4</a:t>
            </a:r>
          </a:p>
        </p:txBody>
      </p:sp>
      <p:sp>
        <p:nvSpPr>
          <p:cNvPr id="147474" name="Text Box 18"/>
          <p:cNvSpPr txBox="1">
            <a:spLocks noChangeArrowheads="1"/>
          </p:cNvSpPr>
          <p:nvPr/>
        </p:nvSpPr>
        <p:spPr bwMode="auto">
          <a:xfrm>
            <a:off x="7924800" y="4176713"/>
            <a:ext cx="325438" cy="396875"/>
          </a:xfrm>
          <a:prstGeom prst="rect">
            <a:avLst/>
          </a:prstGeom>
          <a:noFill/>
          <a:ln w="12700">
            <a:noFill/>
            <a:miter lim="800000"/>
            <a:headEnd/>
            <a:tailEnd/>
          </a:ln>
        </p:spPr>
        <p:txBody>
          <a:bodyPr wrap="none">
            <a:spAutoFit/>
          </a:bodyPr>
          <a:lstStyle/>
          <a:p>
            <a:pPr defTabSz="762000" eaLnBrk="0" hangingPunct="0"/>
            <a:r>
              <a:rPr kumimoji="1" lang="en-US" altLang="zh-CN" sz="2000">
                <a:solidFill>
                  <a:srgbClr val="333399"/>
                </a:solidFill>
              </a:rPr>
              <a:t>3</a:t>
            </a:r>
          </a:p>
        </p:txBody>
      </p:sp>
      <p:sp>
        <p:nvSpPr>
          <p:cNvPr id="147475" name="Text Box 19"/>
          <p:cNvSpPr txBox="1">
            <a:spLocks noChangeArrowheads="1"/>
          </p:cNvSpPr>
          <p:nvPr/>
        </p:nvSpPr>
        <p:spPr bwMode="auto">
          <a:xfrm>
            <a:off x="7924800" y="4737100"/>
            <a:ext cx="325438" cy="396875"/>
          </a:xfrm>
          <a:prstGeom prst="rect">
            <a:avLst/>
          </a:prstGeom>
          <a:noFill/>
          <a:ln w="12700">
            <a:noFill/>
            <a:miter lim="800000"/>
            <a:headEnd/>
            <a:tailEnd/>
          </a:ln>
        </p:spPr>
        <p:txBody>
          <a:bodyPr wrap="none">
            <a:spAutoFit/>
          </a:bodyPr>
          <a:lstStyle/>
          <a:p>
            <a:pPr defTabSz="762000" eaLnBrk="0" hangingPunct="0"/>
            <a:r>
              <a:rPr kumimoji="1" lang="en-US" altLang="zh-CN" sz="2000">
                <a:solidFill>
                  <a:srgbClr val="333399"/>
                </a:solidFill>
              </a:rPr>
              <a:t>2</a:t>
            </a:r>
          </a:p>
        </p:txBody>
      </p:sp>
      <p:sp>
        <p:nvSpPr>
          <p:cNvPr id="147476" name="Text Box 20"/>
          <p:cNvSpPr txBox="1">
            <a:spLocks noChangeArrowheads="1"/>
          </p:cNvSpPr>
          <p:nvPr/>
        </p:nvSpPr>
        <p:spPr bwMode="auto">
          <a:xfrm>
            <a:off x="7924800" y="5302250"/>
            <a:ext cx="325438" cy="396875"/>
          </a:xfrm>
          <a:prstGeom prst="rect">
            <a:avLst/>
          </a:prstGeom>
          <a:noFill/>
          <a:ln w="12700">
            <a:noFill/>
            <a:miter lim="800000"/>
            <a:headEnd/>
            <a:tailEnd/>
          </a:ln>
        </p:spPr>
        <p:txBody>
          <a:bodyPr wrap="none">
            <a:spAutoFit/>
          </a:bodyPr>
          <a:lstStyle/>
          <a:p>
            <a:pPr defTabSz="762000" eaLnBrk="0" hangingPunct="0"/>
            <a:r>
              <a:rPr kumimoji="1" lang="en-US" altLang="zh-CN" sz="2000">
                <a:solidFill>
                  <a:srgbClr val="333399"/>
                </a:solidFill>
              </a:rPr>
              <a:t>1</a:t>
            </a:r>
          </a:p>
        </p:txBody>
      </p:sp>
      <p:sp>
        <p:nvSpPr>
          <p:cNvPr id="147477" name="Freeform 21"/>
          <p:cNvSpPr>
            <a:spLocks/>
          </p:cNvSpPr>
          <p:nvPr/>
        </p:nvSpPr>
        <p:spPr bwMode="auto">
          <a:xfrm>
            <a:off x="7886700" y="3414713"/>
            <a:ext cx="847725" cy="61912"/>
          </a:xfrm>
          <a:custGeom>
            <a:avLst/>
            <a:gdLst>
              <a:gd name="T0" fmla="*/ 0 w 534"/>
              <a:gd name="T1" fmla="*/ 2147483647 h 42"/>
              <a:gd name="T2" fmla="*/ 2147483647 w 534"/>
              <a:gd name="T3" fmla="*/ 2147483647 h 42"/>
              <a:gd name="T4" fmla="*/ 2147483647 w 534"/>
              <a:gd name="T5" fmla="*/ 0 h 42"/>
              <a:gd name="T6" fmla="*/ 0 60000 65536"/>
              <a:gd name="T7" fmla="*/ 0 60000 65536"/>
              <a:gd name="T8" fmla="*/ 0 60000 65536"/>
              <a:gd name="T9" fmla="*/ 0 w 534"/>
              <a:gd name="T10" fmla="*/ 0 h 42"/>
              <a:gd name="T11" fmla="*/ 534 w 534"/>
              <a:gd name="T12" fmla="*/ 42 h 42"/>
            </a:gdLst>
            <a:ahLst/>
            <a:cxnLst>
              <a:cxn ang="T6">
                <a:pos x="T0" y="T1"/>
              </a:cxn>
              <a:cxn ang="T7">
                <a:pos x="T2" y="T3"/>
              </a:cxn>
              <a:cxn ang="T8">
                <a:pos x="T4" y="T5"/>
              </a:cxn>
            </a:cxnLst>
            <a:rect l="T9" t="T10" r="T11" b="T12"/>
            <a:pathLst>
              <a:path w="534" h="42">
                <a:moveTo>
                  <a:pt x="0" y="42"/>
                </a:moveTo>
                <a:lnTo>
                  <a:pt x="468" y="42"/>
                </a:lnTo>
                <a:cubicBezTo>
                  <a:pt x="490" y="28"/>
                  <a:pt x="534" y="0"/>
                  <a:pt x="534" y="0"/>
                </a:cubicBezTo>
              </a:path>
            </a:pathLst>
          </a:custGeom>
          <a:noFill/>
          <a:ln w="19050">
            <a:solidFill>
              <a:schemeClr val="tx1"/>
            </a:solidFill>
            <a:round/>
            <a:headEnd type="none" w="sm" len="lg"/>
            <a:tailEnd type="none" w="sm" len="lg"/>
          </a:ln>
        </p:spPr>
        <p:txBody>
          <a:bodyPr wrap="none" anchor="ctr"/>
          <a:lstStyle/>
          <a:p>
            <a:endParaRPr lang="zh-CN" altLang="en-US"/>
          </a:p>
        </p:txBody>
      </p:sp>
      <p:sp>
        <p:nvSpPr>
          <p:cNvPr id="147478" name="Freeform 22"/>
          <p:cNvSpPr>
            <a:spLocks/>
          </p:cNvSpPr>
          <p:nvPr/>
        </p:nvSpPr>
        <p:spPr bwMode="auto">
          <a:xfrm>
            <a:off x="7896225" y="3989388"/>
            <a:ext cx="847725" cy="61912"/>
          </a:xfrm>
          <a:custGeom>
            <a:avLst/>
            <a:gdLst>
              <a:gd name="T0" fmla="*/ 0 w 534"/>
              <a:gd name="T1" fmla="*/ 2147483647 h 42"/>
              <a:gd name="T2" fmla="*/ 2147483647 w 534"/>
              <a:gd name="T3" fmla="*/ 2147483647 h 42"/>
              <a:gd name="T4" fmla="*/ 2147483647 w 534"/>
              <a:gd name="T5" fmla="*/ 0 h 42"/>
              <a:gd name="T6" fmla="*/ 0 60000 65536"/>
              <a:gd name="T7" fmla="*/ 0 60000 65536"/>
              <a:gd name="T8" fmla="*/ 0 60000 65536"/>
              <a:gd name="T9" fmla="*/ 0 w 534"/>
              <a:gd name="T10" fmla="*/ 0 h 42"/>
              <a:gd name="T11" fmla="*/ 534 w 534"/>
              <a:gd name="T12" fmla="*/ 42 h 42"/>
            </a:gdLst>
            <a:ahLst/>
            <a:cxnLst>
              <a:cxn ang="T6">
                <a:pos x="T0" y="T1"/>
              </a:cxn>
              <a:cxn ang="T7">
                <a:pos x="T2" y="T3"/>
              </a:cxn>
              <a:cxn ang="T8">
                <a:pos x="T4" y="T5"/>
              </a:cxn>
            </a:cxnLst>
            <a:rect l="T9" t="T10" r="T11" b="T12"/>
            <a:pathLst>
              <a:path w="534" h="42">
                <a:moveTo>
                  <a:pt x="0" y="36"/>
                </a:moveTo>
                <a:lnTo>
                  <a:pt x="468" y="42"/>
                </a:lnTo>
                <a:cubicBezTo>
                  <a:pt x="490" y="28"/>
                  <a:pt x="534" y="0"/>
                  <a:pt x="534" y="0"/>
                </a:cubicBezTo>
              </a:path>
            </a:pathLst>
          </a:custGeom>
          <a:noFill/>
          <a:ln w="19050">
            <a:solidFill>
              <a:schemeClr val="tx1"/>
            </a:solidFill>
            <a:round/>
            <a:headEnd type="none" w="sm" len="lg"/>
            <a:tailEnd type="none" w="sm" len="lg"/>
          </a:ln>
        </p:spPr>
        <p:txBody>
          <a:bodyPr wrap="none" anchor="ctr"/>
          <a:lstStyle/>
          <a:p>
            <a:endParaRPr lang="zh-CN" altLang="en-US"/>
          </a:p>
        </p:txBody>
      </p:sp>
      <p:sp>
        <p:nvSpPr>
          <p:cNvPr id="147479" name="Freeform 23"/>
          <p:cNvSpPr>
            <a:spLocks/>
          </p:cNvSpPr>
          <p:nvPr/>
        </p:nvSpPr>
        <p:spPr bwMode="auto">
          <a:xfrm>
            <a:off x="7874000" y="4565650"/>
            <a:ext cx="869950" cy="60325"/>
          </a:xfrm>
          <a:custGeom>
            <a:avLst/>
            <a:gdLst>
              <a:gd name="T0" fmla="*/ 0 w 548"/>
              <a:gd name="T1" fmla="*/ 2147483647 h 42"/>
              <a:gd name="T2" fmla="*/ 2147483647 w 548"/>
              <a:gd name="T3" fmla="*/ 2147483647 h 42"/>
              <a:gd name="T4" fmla="*/ 2147483647 w 548"/>
              <a:gd name="T5" fmla="*/ 0 h 42"/>
              <a:gd name="T6" fmla="*/ 0 60000 65536"/>
              <a:gd name="T7" fmla="*/ 0 60000 65536"/>
              <a:gd name="T8" fmla="*/ 0 60000 65536"/>
              <a:gd name="T9" fmla="*/ 0 w 548"/>
              <a:gd name="T10" fmla="*/ 0 h 42"/>
              <a:gd name="T11" fmla="*/ 548 w 548"/>
              <a:gd name="T12" fmla="*/ 42 h 42"/>
            </a:gdLst>
            <a:ahLst/>
            <a:cxnLst>
              <a:cxn ang="T6">
                <a:pos x="T0" y="T1"/>
              </a:cxn>
              <a:cxn ang="T7">
                <a:pos x="T2" y="T3"/>
              </a:cxn>
              <a:cxn ang="T8">
                <a:pos x="T4" y="T5"/>
              </a:cxn>
            </a:cxnLst>
            <a:rect l="T9" t="T10" r="T11" b="T12"/>
            <a:pathLst>
              <a:path w="548" h="42">
                <a:moveTo>
                  <a:pt x="0" y="42"/>
                </a:moveTo>
                <a:lnTo>
                  <a:pt x="482" y="42"/>
                </a:lnTo>
                <a:cubicBezTo>
                  <a:pt x="504" y="28"/>
                  <a:pt x="548" y="0"/>
                  <a:pt x="548" y="0"/>
                </a:cubicBezTo>
              </a:path>
            </a:pathLst>
          </a:custGeom>
          <a:noFill/>
          <a:ln w="19050">
            <a:solidFill>
              <a:schemeClr val="tx1"/>
            </a:solidFill>
            <a:round/>
            <a:headEnd type="none" w="sm" len="lg"/>
            <a:tailEnd type="none" w="sm" len="lg"/>
          </a:ln>
        </p:spPr>
        <p:txBody>
          <a:bodyPr wrap="none" anchor="ctr"/>
          <a:lstStyle/>
          <a:p>
            <a:endParaRPr lang="zh-CN" altLang="en-US"/>
          </a:p>
        </p:txBody>
      </p:sp>
      <p:sp>
        <p:nvSpPr>
          <p:cNvPr id="147480" name="Freeform 24"/>
          <p:cNvSpPr>
            <a:spLocks/>
          </p:cNvSpPr>
          <p:nvPr/>
        </p:nvSpPr>
        <p:spPr bwMode="auto">
          <a:xfrm>
            <a:off x="7874000" y="5157788"/>
            <a:ext cx="860425" cy="60325"/>
          </a:xfrm>
          <a:custGeom>
            <a:avLst/>
            <a:gdLst>
              <a:gd name="T0" fmla="*/ 0 w 542"/>
              <a:gd name="T1" fmla="*/ 2147483647 h 42"/>
              <a:gd name="T2" fmla="*/ 2147483647 w 542"/>
              <a:gd name="T3" fmla="*/ 2147483647 h 42"/>
              <a:gd name="T4" fmla="*/ 2147483647 w 542"/>
              <a:gd name="T5" fmla="*/ 0 h 42"/>
              <a:gd name="T6" fmla="*/ 0 60000 65536"/>
              <a:gd name="T7" fmla="*/ 0 60000 65536"/>
              <a:gd name="T8" fmla="*/ 0 60000 65536"/>
              <a:gd name="T9" fmla="*/ 0 w 542"/>
              <a:gd name="T10" fmla="*/ 0 h 42"/>
              <a:gd name="T11" fmla="*/ 542 w 542"/>
              <a:gd name="T12" fmla="*/ 42 h 42"/>
            </a:gdLst>
            <a:ahLst/>
            <a:cxnLst>
              <a:cxn ang="T6">
                <a:pos x="T0" y="T1"/>
              </a:cxn>
              <a:cxn ang="T7">
                <a:pos x="T2" y="T3"/>
              </a:cxn>
              <a:cxn ang="T8">
                <a:pos x="T4" y="T5"/>
              </a:cxn>
            </a:cxnLst>
            <a:rect l="T9" t="T10" r="T11" b="T12"/>
            <a:pathLst>
              <a:path w="542" h="42">
                <a:moveTo>
                  <a:pt x="0" y="42"/>
                </a:moveTo>
                <a:lnTo>
                  <a:pt x="476" y="42"/>
                </a:lnTo>
                <a:cubicBezTo>
                  <a:pt x="498" y="28"/>
                  <a:pt x="542" y="0"/>
                  <a:pt x="542" y="0"/>
                </a:cubicBezTo>
              </a:path>
            </a:pathLst>
          </a:custGeom>
          <a:noFill/>
          <a:ln w="19050">
            <a:solidFill>
              <a:schemeClr val="tx1"/>
            </a:solidFill>
            <a:round/>
            <a:headEnd type="none" w="sm" len="lg"/>
            <a:tailEnd type="none" w="sm" len="lg"/>
          </a:ln>
        </p:spPr>
        <p:txBody>
          <a:bodyPr wrap="none" anchor="ctr"/>
          <a:lstStyle/>
          <a:p>
            <a:endParaRPr lang="zh-CN" altLang="en-US"/>
          </a:p>
        </p:txBody>
      </p:sp>
      <p:sp>
        <p:nvSpPr>
          <p:cNvPr id="120857" name="AutoShape 25"/>
          <p:cNvSpPr>
            <a:spLocks noChangeArrowheads="1"/>
          </p:cNvSpPr>
          <p:nvPr/>
        </p:nvSpPr>
        <p:spPr bwMode="auto">
          <a:xfrm flipV="1">
            <a:off x="696913" y="5730875"/>
            <a:ext cx="395287" cy="419100"/>
          </a:xfrm>
          <a:custGeom>
            <a:avLst/>
            <a:gdLst>
              <a:gd name="T0" fmla="*/ 2147483647 w 21600"/>
              <a:gd name="T1" fmla="*/ 0 h 21600"/>
              <a:gd name="T2" fmla="*/ 2147483647 w 21600"/>
              <a:gd name="T3" fmla="*/ 2147483647 h 21600"/>
              <a:gd name="T4" fmla="*/ 2147483647 w 21600"/>
              <a:gd name="T5" fmla="*/ 2147483647 h 21600"/>
              <a:gd name="T6" fmla="*/ 2147483647 w 21600"/>
              <a:gd name="T7" fmla="*/ 2147483647 h 21600"/>
              <a:gd name="T8" fmla="*/ 17694720 60000 65536"/>
              <a:gd name="T9" fmla="*/ 5898240 60000 65536"/>
              <a:gd name="T10" fmla="*/ 5898240 60000 65536"/>
              <a:gd name="T11" fmla="*/ 0 60000 65536"/>
              <a:gd name="T12" fmla="*/ 12427 w 21600"/>
              <a:gd name="T13" fmla="*/ 2912 h 21600"/>
              <a:gd name="T14" fmla="*/ 18227 w 21600"/>
              <a:gd name="T15" fmla="*/ 9246 h 21600"/>
            </a:gdLst>
            <a:ahLst/>
            <a:cxnLst>
              <a:cxn ang="T8">
                <a:pos x="T0" y="T1"/>
              </a:cxn>
              <a:cxn ang="T9">
                <a:pos x="T2" y="T3"/>
              </a:cxn>
              <a:cxn ang="T10">
                <a:pos x="T4" y="T5"/>
              </a:cxn>
              <a:cxn ang="T11">
                <a:pos x="T6" y="T7"/>
              </a:cxn>
            </a:cxnLst>
            <a:rect l="T12" t="T13" r="T14" b="T15"/>
            <a:pathLst>
              <a:path w="21600" h="21600">
                <a:moveTo>
                  <a:pt x="21600" y="6079"/>
                </a:moveTo>
                <a:lnTo>
                  <a:pt x="15126" y="0"/>
                </a:lnTo>
                <a:lnTo>
                  <a:pt x="15126" y="2912"/>
                </a:lnTo>
                <a:lnTo>
                  <a:pt x="12427" y="2912"/>
                </a:lnTo>
                <a:cubicBezTo>
                  <a:pt x="5564" y="2912"/>
                  <a:pt x="0" y="7052"/>
                  <a:pt x="0" y="12158"/>
                </a:cubicBezTo>
                <a:lnTo>
                  <a:pt x="0" y="21600"/>
                </a:lnTo>
                <a:lnTo>
                  <a:pt x="6474" y="21600"/>
                </a:lnTo>
                <a:lnTo>
                  <a:pt x="6474" y="12158"/>
                </a:lnTo>
                <a:cubicBezTo>
                  <a:pt x="6474" y="10550"/>
                  <a:pt x="9139" y="9246"/>
                  <a:pt x="12427" y="9246"/>
                </a:cubicBezTo>
                <a:lnTo>
                  <a:pt x="15126" y="9246"/>
                </a:lnTo>
                <a:lnTo>
                  <a:pt x="15126" y="12158"/>
                </a:lnTo>
                <a:close/>
              </a:path>
            </a:pathLst>
          </a:custGeom>
          <a:solidFill>
            <a:schemeClr val="hlink"/>
          </a:solidFill>
          <a:ln w="12700">
            <a:solidFill>
              <a:schemeClr val="tx1"/>
            </a:solidFill>
            <a:miter lim="800000"/>
            <a:headEnd/>
            <a:tailEnd/>
          </a:ln>
        </p:spPr>
        <p:txBody>
          <a:bodyPr wrap="none" anchor="ctr"/>
          <a:lstStyle/>
          <a:p>
            <a:endParaRPr lang="zh-CN" altLang="en-US"/>
          </a:p>
        </p:txBody>
      </p:sp>
      <p:sp>
        <p:nvSpPr>
          <p:cNvPr id="147482" name="Text Box 26"/>
          <p:cNvSpPr txBox="1">
            <a:spLocks noChangeArrowheads="1"/>
          </p:cNvSpPr>
          <p:nvPr/>
        </p:nvSpPr>
        <p:spPr bwMode="auto">
          <a:xfrm>
            <a:off x="3851275" y="5827713"/>
            <a:ext cx="1708150" cy="396875"/>
          </a:xfrm>
          <a:prstGeom prst="rect">
            <a:avLst/>
          </a:prstGeom>
          <a:noFill/>
          <a:ln w="12700">
            <a:noFill/>
            <a:miter lim="800000"/>
            <a:headEnd/>
            <a:tailEnd/>
          </a:ln>
        </p:spPr>
        <p:txBody>
          <a:bodyPr wrap="none">
            <a:spAutoFit/>
          </a:bodyPr>
          <a:lstStyle/>
          <a:p>
            <a:pPr defTabSz="762000" eaLnBrk="0" hangingPunct="0"/>
            <a:r>
              <a:rPr kumimoji="1" lang="zh-CN" altLang="en-US" sz="2000">
                <a:solidFill>
                  <a:srgbClr val="333399"/>
                </a:solidFill>
                <a:latin typeface="黑体" pitchFamily="49" charset="-122"/>
                <a:ea typeface="黑体" pitchFamily="49" charset="-122"/>
              </a:rPr>
              <a:t>物理传输媒体</a:t>
            </a:r>
          </a:p>
        </p:txBody>
      </p:sp>
      <p:sp>
        <p:nvSpPr>
          <p:cNvPr id="120859" name="AutoShape 27"/>
          <p:cNvSpPr>
            <a:spLocks noChangeArrowheads="1"/>
          </p:cNvSpPr>
          <p:nvPr/>
        </p:nvSpPr>
        <p:spPr bwMode="auto">
          <a:xfrm rot="5400000">
            <a:off x="3310731" y="5831682"/>
            <a:ext cx="179387" cy="393700"/>
          </a:xfrm>
          <a:prstGeom prst="upArrow">
            <a:avLst>
              <a:gd name="adj1" fmla="val 50000"/>
              <a:gd name="adj2" fmla="val 54867"/>
            </a:avLst>
          </a:prstGeom>
          <a:solidFill>
            <a:schemeClr val="hlink"/>
          </a:solidFill>
          <a:ln w="12700">
            <a:solidFill>
              <a:schemeClr val="tx1"/>
            </a:solidFill>
            <a:miter lim="800000"/>
            <a:headEnd/>
            <a:tailEnd/>
          </a:ln>
        </p:spPr>
        <p:txBody>
          <a:bodyPr vert="eaVert" wrap="none" anchor="ctr"/>
          <a:lstStyle/>
          <a:p>
            <a:endParaRPr lang="zh-CN" altLang="en-US"/>
          </a:p>
        </p:txBody>
      </p:sp>
      <p:sp>
        <p:nvSpPr>
          <p:cNvPr id="120860" name="AutoShape 28"/>
          <p:cNvSpPr>
            <a:spLocks noChangeArrowheads="1"/>
          </p:cNvSpPr>
          <p:nvPr/>
        </p:nvSpPr>
        <p:spPr bwMode="auto">
          <a:xfrm rot="5400000">
            <a:off x="6047581" y="5831682"/>
            <a:ext cx="179387" cy="393700"/>
          </a:xfrm>
          <a:prstGeom prst="upArrow">
            <a:avLst>
              <a:gd name="adj1" fmla="val 50000"/>
              <a:gd name="adj2" fmla="val 54867"/>
            </a:avLst>
          </a:prstGeom>
          <a:solidFill>
            <a:schemeClr val="hlink"/>
          </a:solidFill>
          <a:ln w="12700">
            <a:solidFill>
              <a:schemeClr val="tx1"/>
            </a:solidFill>
            <a:miter lim="800000"/>
            <a:headEnd/>
            <a:tailEnd/>
          </a:ln>
        </p:spPr>
        <p:txBody>
          <a:bodyPr vert="eaVert" wrap="none" anchor="ctr"/>
          <a:lstStyle/>
          <a:p>
            <a:endParaRPr lang="zh-CN" altLang="en-US"/>
          </a:p>
        </p:txBody>
      </p:sp>
      <p:sp>
        <p:nvSpPr>
          <p:cNvPr id="147485" name="Text Box 29"/>
          <p:cNvSpPr txBox="1">
            <a:spLocks noChangeArrowheads="1"/>
          </p:cNvSpPr>
          <p:nvPr/>
        </p:nvSpPr>
        <p:spPr bwMode="auto">
          <a:xfrm>
            <a:off x="395288" y="1973263"/>
            <a:ext cx="868362" cy="396875"/>
          </a:xfrm>
          <a:prstGeom prst="rect">
            <a:avLst/>
          </a:prstGeom>
          <a:noFill/>
          <a:ln w="12700">
            <a:noFill/>
            <a:miter lim="800000"/>
            <a:headEnd type="none" w="sm" len="lg"/>
            <a:tailEnd type="none" w="sm" len="lg"/>
          </a:ln>
        </p:spPr>
        <p:txBody>
          <a:bodyPr wrap="none">
            <a:spAutoFit/>
          </a:bodyPr>
          <a:lstStyle/>
          <a:p>
            <a:pPr defTabSz="762000" eaLnBrk="0" hangingPunct="0"/>
            <a:r>
              <a:rPr kumimoji="1" lang="zh-CN" altLang="en-US" sz="2000">
                <a:solidFill>
                  <a:srgbClr val="333399"/>
                </a:solidFill>
                <a:ea typeface="黑体" pitchFamily="49" charset="-122"/>
              </a:rPr>
              <a:t>主机</a:t>
            </a:r>
            <a:r>
              <a:rPr kumimoji="1" lang="zh-CN" altLang="en-US" sz="1000">
                <a:solidFill>
                  <a:srgbClr val="333399"/>
                </a:solidFill>
                <a:ea typeface="黑体" pitchFamily="49" charset="-122"/>
              </a:rPr>
              <a:t> </a:t>
            </a:r>
            <a:r>
              <a:rPr kumimoji="1" lang="en-US" altLang="zh-CN" sz="2000">
                <a:solidFill>
                  <a:srgbClr val="333399"/>
                </a:solidFill>
                <a:ea typeface="黑体" pitchFamily="49" charset="-122"/>
              </a:rPr>
              <a:t>1</a:t>
            </a:r>
          </a:p>
        </p:txBody>
      </p:sp>
      <p:sp>
        <p:nvSpPr>
          <p:cNvPr id="147486" name="AutoShape 30"/>
          <p:cNvSpPr>
            <a:spLocks noChangeArrowheads="1"/>
          </p:cNvSpPr>
          <p:nvPr/>
        </p:nvSpPr>
        <p:spPr bwMode="auto">
          <a:xfrm>
            <a:off x="8034338" y="2317750"/>
            <a:ext cx="685800" cy="557213"/>
          </a:xfrm>
          <a:prstGeom prst="cube">
            <a:avLst>
              <a:gd name="adj" fmla="val 17593"/>
            </a:avLst>
          </a:prstGeom>
          <a:solidFill>
            <a:srgbClr val="FFFF99"/>
          </a:solidFill>
          <a:ln w="19050">
            <a:solidFill>
              <a:schemeClr val="tx1"/>
            </a:solidFill>
            <a:miter lim="800000"/>
            <a:headEnd type="none" w="sm" len="lg"/>
            <a:tailEnd type="none" w="sm" len="lg"/>
          </a:ln>
        </p:spPr>
        <p:txBody>
          <a:bodyPr wrap="none" anchor="ctr"/>
          <a:lstStyle/>
          <a:p>
            <a:endParaRPr lang="zh-CN" altLang="en-US"/>
          </a:p>
        </p:txBody>
      </p:sp>
      <p:sp>
        <p:nvSpPr>
          <p:cNvPr id="147487" name="Text Box 31"/>
          <p:cNvSpPr txBox="1">
            <a:spLocks noChangeArrowheads="1"/>
          </p:cNvSpPr>
          <p:nvPr/>
        </p:nvSpPr>
        <p:spPr bwMode="auto">
          <a:xfrm>
            <a:off x="8027988" y="2422525"/>
            <a:ext cx="615950" cy="396875"/>
          </a:xfrm>
          <a:prstGeom prst="rect">
            <a:avLst/>
          </a:prstGeom>
          <a:noFill/>
          <a:ln w="12700">
            <a:noFill/>
            <a:miter lim="800000"/>
            <a:headEnd/>
            <a:tailEnd/>
          </a:ln>
        </p:spPr>
        <p:txBody>
          <a:bodyPr wrap="none">
            <a:spAutoFit/>
          </a:bodyPr>
          <a:lstStyle/>
          <a:p>
            <a:pPr defTabSz="762000" eaLnBrk="0" hangingPunct="0"/>
            <a:r>
              <a:rPr kumimoji="1" lang="en-US" altLang="zh-CN" sz="2000">
                <a:solidFill>
                  <a:srgbClr val="333399"/>
                </a:solidFill>
              </a:rPr>
              <a:t>AP</a:t>
            </a:r>
            <a:r>
              <a:rPr kumimoji="1" lang="en-US" altLang="zh-CN" sz="2000" b="1" baseline="-25000">
                <a:solidFill>
                  <a:srgbClr val="333399"/>
                </a:solidFill>
              </a:rPr>
              <a:t>2</a:t>
            </a:r>
            <a:endParaRPr kumimoji="1" lang="en-US" altLang="zh-CN" sz="2000" b="1">
              <a:solidFill>
                <a:srgbClr val="333399"/>
              </a:solidFill>
            </a:endParaRPr>
          </a:p>
        </p:txBody>
      </p:sp>
      <p:sp>
        <p:nvSpPr>
          <p:cNvPr id="147488" name="AutoShape 32"/>
          <p:cNvSpPr>
            <a:spLocks noChangeArrowheads="1"/>
          </p:cNvSpPr>
          <p:nvPr/>
        </p:nvSpPr>
        <p:spPr bwMode="auto">
          <a:xfrm>
            <a:off x="538163" y="2360613"/>
            <a:ext cx="685800" cy="557212"/>
          </a:xfrm>
          <a:prstGeom prst="cube">
            <a:avLst>
              <a:gd name="adj" fmla="val 17593"/>
            </a:avLst>
          </a:prstGeom>
          <a:solidFill>
            <a:srgbClr val="FFFF99"/>
          </a:solidFill>
          <a:ln w="19050">
            <a:solidFill>
              <a:schemeClr val="tx1"/>
            </a:solidFill>
            <a:miter lim="800000"/>
            <a:headEnd type="none" w="sm" len="lg"/>
            <a:tailEnd type="none" w="sm" len="lg"/>
          </a:ln>
        </p:spPr>
        <p:txBody>
          <a:bodyPr wrap="none" anchor="ctr"/>
          <a:lstStyle/>
          <a:p>
            <a:endParaRPr lang="zh-CN" altLang="en-US"/>
          </a:p>
        </p:txBody>
      </p:sp>
      <p:sp>
        <p:nvSpPr>
          <p:cNvPr id="147489" name="Text Box 33"/>
          <p:cNvSpPr txBox="1">
            <a:spLocks noChangeArrowheads="1"/>
          </p:cNvSpPr>
          <p:nvPr/>
        </p:nvSpPr>
        <p:spPr bwMode="auto">
          <a:xfrm>
            <a:off x="558800" y="2481263"/>
            <a:ext cx="615950" cy="396875"/>
          </a:xfrm>
          <a:prstGeom prst="rect">
            <a:avLst/>
          </a:prstGeom>
          <a:noFill/>
          <a:ln w="12700">
            <a:noFill/>
            <a:miter lim="800000"/>
            <a:headEnd/>
            <a:tailEnd/>
          </a:ln>
        </p:spPr>
        <p:txBody>
          <a:bodyPr wrap="none">
            <a:spAutoFit/>
          </a:bodyPr>
          <a:lstStyle/>
          <a:p>
            <a:pPr defTabSz="762000" eaLnBrk="0" hangingPunct="0"/>
            <a:r>
              <a:rPr kumimoji="1" lang="en-US" altLang="zh-CN" sz="2000">
                <a:solidFill>
                  <a:srgbClr val="333399"/>
                </a:solidFill>
              </a:rPr>
              <a:t>AP</a:t>
            </a:r>
            <a:r>
              <a:rPr kumimoji="1" lang="en-US" altLang="zh-CN" sz="2000" b="1" baseline="-25000">
                <a:solidFill>
                  <a:srgbClr val="333399"/>
                </a:solidFill>
              </a:rPr>
              <a:t>1</a:t>
            </a:r>
            <a:endParaRPr kumimoji="1" lang="en-US" altLang="zh-CN" sz="2000" b="1">
              <a:solidFill>
                <a:srgbClr val="333399"/>
              </a:solidFill>
            </a:endParaRPr>
          </a:p>
        </p:txBody>
      </p:sp>
      <p:grpSp>
        <p:nvGrpSpPr>
          <p:cNvPr id="2" name="Group 34"/>
          <p:cNvGrpSpPr>
            <a:grpSpLocks/>
          </p:cNvGrpSpPr>
          <p:nvPr/>
        </p:nvGrpSpPr>
        <p:grpSpPr bwMode="auto">
          <a:xfrm>
            <a:off x="1619250" y="5959475"/>
            <a:ext cx="1066800" cy="139700"/>
            <a:chOff x="1344" y="912"/>
            <a:chExt cx="672" cy="96"/>
          </a:xfrm>
        </p:grpSpPr>
        <p:sp>
          <p:nvSpPr>
            <p:cNvPr id="147497" name="Line 35"/>
            <p:cNvSpPr>
              <a:spLocks noChangeShapeType="1"/>
            </p:cNvSpPr>
            <p:nvPr/>
          </p:nvSpPr>
          <p:spPr bwMode="auto">
            <a:xfrm>
              <a:off x="1344" y="960"/>
              <a:ext cx="672" cy="0"/>
            </a:xfrm>
            <a:prstGeom prst="line">
              <a:avLst/>
            </a:prstGeom>
            <a:noFill/>
            <a:ln w="12700">
              <a:solidFill>
                <a:schemeClr val="tx1"/>
              </a:solidFill>
              <a:round/>
              <a:headEnd type="none" w="sm" len="lg"/>
              <a:tailEnd type="none" w="sm" len="lg"/>
            </a:ln>
          </p:spPr>
          <p:txBody>
            <a:bodyPr/>
            <a:lstStyle/>
            <a:p>
              <a:endParaRPr lang="zh-CN" altLang="en-US"/>
            </a:p>
          </p:txBody>
        </p:sp>
        <p:sp>
          <p:nvSpPr>
            <p:cNvPr id="147498" name="Freeform 36"/>
            <p:cNvSpPr>
              <a:spLocks/>
            </p:cNvSpPr>
            <p:nvPr/>
          </p:nvSpPr>
          <p:spPr bwMode="auto">
            <a:xfrm>
              <a:off x="1392" y="912"/>
              <a:ext cx="576" cy="96"/>
            </a:xfrm>
            <a:custGeom>
              <a:avLst/>
              <a:gdLst>
                <a:gd name="T0" fmla="*/ 0 w 576"/>
                <a:gd name="T1" fmla="*/ 3 h 192"/>
                <a:gd name="T2" fmla="*/ 0 w 576"/>
                <a:gd name="T3" fmla="*/ 0 h 192"/>
                <a:gd name="T4" fmla="*/ 192 w 576"/>
                <a:gd name="T5" fmla="*/ 0 h 192"/>
                <a:gd name="T6" fmla="*/ 192 w 576"/>
                <a:gd name="T7" fmla="*/ 6 h 192"/>
                <a:gd name="T8" fmla="*/ 288 w 576"/>
                <a:gd name="T9" fmla="*/ 6 h 192"/>
                <a:gd name="T10" fmla="*/ 288 w 576"/>
                <a:gd name="T11" fmla="*/ 0 h 192"/>
                <a:gd name="T12" fmla="*/ 336 w 576"/>
                <a:gd name="T13" fmla="*/ 0 h 192"/>
                <a:gd name="T14" fmla="*/ 336 w 576"/>
                <a:gd name="T15" fmla="*/ 6 h 192"/>
                <a:gd name="T16" fmla="*/ 480 w 576"/>
                <a:gd name="T17" fmla="*/ 6 h 192"/>
                <a:gd name="T18" fmla="*/ 480 w 576"/>
                <a:gd name="T19" fmla="*/ 0 h 192"/>
                <a:gd name="T20" fmla="*/ 576 w 576"/>
                <a:gd name="T21" fmla="*/ 0 h 192"/>
                <a:gd name="T22" fmla="*/ 576 w 576"/>
                <a:gd name="T23" fmla="*/ 3 h 192"/>
                <a:gd name="T24" fmla="*/ 0 w 576"/>
                <a:gd name="T25" fmla="*/ 3 h 192"/>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576"/>
                <a:gd name="T40" fmla="*/ 0 h 192"/>
                <a:gd name="T41" fmla="*/ 576 w 576"/>
                <a:gd name="T42" fmla="*/ 192 h 192"/>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576" h="192">
                  <a:moveTo>
                    <a:pt x="0" y="96"/>
                  </a:moveTo>
                  <a:lnTo>
                    <a:pt x="0" y="0"/>
                  </a:lnTo>
                  <a:lnTo>
                    <a:pt x="192" y="0"/>
                  </a:lnTo>
                  <a:lnTo>
                    <a:pt x="192" y="192"/>
                  </a:lnTo>
                  <a:lnTo>
                    <a:pt x="288" y="192"/>
                  </a:lnTo>
                  <a:lnTo>
                    <a:pt x="288" y="0"/>
                  </a:lnTo>
                  <a:lnTo>
                    <a:pt x="336" y="0"/>
                  </a:lnTo>
                  <a:lnTo>
                    <a:pt x="336" y="192"/>
                  </a:lnTo>
                  <a:lnTo>
                    <a:pt x="480" y="192"/>
                  </a:lnTo>
                  <a:lnTo>
                    <a:pt x="480" y="0"/>
                  </a:lnTo>
                  <a:lnTo>
                    <a:pt x="576" y="0"/>
                  </a:lnTo>
                  <a:lnTo>
                    <a:pt x="576" y="96"/>
                  </a:lnTo>
                  <a:lnTo>
                    <a:pt x="0" y="96"/>
                  </a:lnTo>
                  <a:close/>
                </a:path>
              </a:pathLst>
            </a:custGeom>
            <a:solidFill>
              <a:schemeClr val="tx2"/>
            </a:solidFill>
            <a:ln w="12700">
              <a:solidFill>
                <a:schemeClr val="tx1"/>
              </a:solidFill>
              <a:round/>
              <a:headEnd type="none" w="sm" len="lg"/>
              <a:tailEnd type="none" w="sm" len="lg"/>
            </a:ln>
          </p:spPr>
          <p:txBody>
            <a:bodyPr/>
            <a:lstStyle/>
            <a:p>
              <a:endParaRPr lang="zh-CN" altLang="en-US"/>
            </a:p>
          </p:txBody>
        </p:sp>
      </p:grpSp>
      <p:grpSp>
        <p:nvGrpSpPr>
          <p:cNvPr id="3" name="Group 37"/>
          <p:cNvGrpSpPr>
            <a:grpSpLocks/>
          </p:cNvGrpSpPr>
          <p:nvPr/>
        </p:nvGrpSpPr>
        <p:grpSpPr bwMode="auto">
          <a:xfrm>
            <a:off x="6600825" y="5957888"/>
            <a:ext cx="1066800" cy="142875"/>
            <a:chOff x="4158" y="3753"/>
            <a:chExt cx="672" cy="90"/>
          </a:xfrm>
        </p:grpSpPr>
        <p:sp>
          <p:nvSpPr>
            <p:cNvPr id="147495" name="Line 38"/>
            <p:cNvSpPr>
              <a:spLocks noChangeShapeType="1"/>
            </p:cNvSpPr>
            <p:nvPr/>
          </p:nvSpPr>
          <p:spPr bwMode="auto">
            <a:xfrm>
              <a:off x="4158" y="3798"/>
              <a:ext cx="672" cy="0"/>
            </a:xfrm>
            <a:prstGeom prst="line">
              <a:avLst/>
            </a:prstGeom>
            <a:noFill/>
            <a:ln w="12700">
              <a:solidFill>
                <a:schemeClr val="tx1"/>
              </a:solidFill>
              <a:round/>
              <a:headEnd type="none" w="sm" len="lg"/>
              <a:tailEnd type="none" w="sm" len="lg"/>
            </a:ln>
          </p:spPr>
          <p:txBody>
            <a:bodyPr/>
            <a:lstStyle/>
            <a:p>
              <a:endParaRPr lang="zh-CN" altLang="en-US"/>
            </a:p>
          </p:txBody>
        </p:sp>
        <p:sp>
          <p:nvSpPr>
            <p:cNvPr id="147496" name="Freeform 39"/>
            <p:cNvSpPr>
              <a:spLocks/>
            </p:cNvSpPr>
            <p:nvPr/>
          </p:nvSpPr>
          <p:spPr bwMode="auto">
            <a:xfrm>
              <a:off x="4209" y="3753"/>
              <a:ext cx="576" cy="90"/>
            </a:xfrm>
            <a:custGeom>
              <a:avLst/>
              <a:gdLst>
                <a:gd name="T0" fmla="*/ 0 w 576"/>
                <a:gd name="T1" fmla="*/ 32 h 99"/>
                <a:gd name="T2" fmla="*/ 0 w 576"/>
                <a:gd name="T3" fmla="*/ 3 h 99"/>
                <a:gd name="T4" fmla="*/ 135 w 576"/>
                <a:gd name="T5" fmla="*/ 3 h 99"/>
                <a:gd name="T6" fmla="*/ 138 w 576"/>
                <a:gd name="T7" fmla="*/ 62 h 99"/>
                <a:gd name="T8" fmla="*/ 264 w 576"/>
                <a:gd name="T9" fmla="*/ 61 h 99"/>
                <a:gd name="T10" fmla="*/ 264 w 576"/>
                <a:gd name="T11" fmla="*/ 0 h 99"/>
                <a:gd name="T12" fmla="*/ 426 w 576"/>
                <a:gd name="T13" fmla="*/ 0 h 99"/>
                <a:gd name="T14" fmla="*/ 426 w 576"/>
                <a:gd name="T15" fmla="*/ 62 h 99"/>
                <a:gd name="T16" fmla="*/ 480 w 576"/>
                <a:gd name="T17" fmla="*/ 62 h 99"/>
                <a:gd name="T18" fmla="*/ 480 w 576"/>
                <a:gd name="T19" fmla="*/ 3 h 99"/>
                <a:gd name="T20" fmla="*/ 576 w 576"/>
                <a:gd name="T21" fmla="*/ 3 h 99"/>
                <a:gd name="T22" fmla="*/ 576 w 576"/>
                <a:gd name="T23" fmla="*/ 32 h 99"/>
                <a:gd name="T24" fmla="*/ 0 w 576"/>
                <a:gd name="T25" fmla="*/ 32 h 99"/>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576"/>
                <a:gd name="T40" fmla="*/ 0 h 99"/>
                <a:gd name="T41" fmla="*/ 576 w 576"/>
                <a:gd name="T42" fmla="*/ 99 h 99"/>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576" h="99">
                  <a:moveTo>
                    <a:pt x="0" y="51"/>
                  </a:moveTo>
                  <a:lnTo>
                    <a:pt x="0" y="3"/>
                  </a:lnTo>
                  <a:lnTo>
                    <a:pt x="135" y="3"/>
                  </a:lnTo>
                  <a:lnTo>
                    <a:pt x="138" y="99"/>
                  </a:lnTo>
                  <a:lnTo>
                    <a:pt x="264" y="98"/>
                  </a:lnTo>
                  <a:lnTo>
                    <a:pt x="264" y="0"/>
                  </a:lnTo>
                  <a:lnTo>
                    <a:pt x="426" y="0"/>
                  </a:lnTo>
                  <a:lnTo>
                    <a:pt x="426" y="99"/>
                  </a:lnTo>
                  <a:lnTo>
                    <a:pt x="480" y="99"/>
                  </a:lnTo>
                  <a:lnTo>
                    <a:pt x="480" y="3"/>
                  </a:lnTo>
                  <a:lnTo>
                    <a:pt x="576" y="3"/>
                  </a:lnTo>
                  <a:lnTo>
                    <a:pt x="576" y="51"/>
                  </a:lnTo>
                  <a:lnTo>
                    <a:pt x="0" y="51"/>
                  </a:lnTo>
                  <a:close/>
                </a:path>
              </a:pathLst>
            </a:custGeom>
            <a:solidFill>
              <a:schemeClr val="tx2"/>
            </a:solidFill>
            <a:ln w="12700">
              <a:solidFill>
                <a:schemeClr val="tx1"/>
              </a:solidFill>
              <a:round/>
              <a:headEnd type="none" w="sm" len="lg"/>
              <a:tailEnd type="none" w="sm" len="lg"/>
            </a:ln>
          </p:spPr>
          <p:txBody>
            <a:bodyPr/>
            <a:lstStyle/>
            <a:p>
              <a:endParaRPr lang="zh-CN" altLang="en-US"/>
            </a:p>
          </p:txBody>
        </p:sp>
      </p:grpSp>
      <p:sp>
        <p:nvSpPr>
          <p:cNvPr id="147492" name="Text Box 40"/>
          <p:cNvSpPr txBox="1">
            <a:spLocks noChangeArrowheads="1"/>
          </p:cNvSpPr>
          <p:nvPr/>
        </p:nvSpPr>
        <p:spPr bwMode="auto">
          <a:xfrm>
            <a:off x="1908175" y="4797425"/>
            <a:ext cx="5365750" cy="822325"/>
          </a:xfrm>
          <a:prstGeom prst="rect">
            <a:avLst/>
          </a:prstGeom>
          <a:noFill/>
          <a:ln w="12700">
            <a:noFill/>
            <a:miter lim="800000"/>
            <a:headEnd/>
            <a:tailEnd/>
          </a:ln>
        </p:spPr>
        <p:txBody>
          <a:bodyPr wrap="none">
            <a:spAutoFit/>
          </a:bodyPr>
          <a:lstStyle/>
          <a:p>
            <a:pPr algn="ctr" defTabSz="762000" eaLnBrk="0" hangingPunct="0"/>
            <a:r>
              <a:rPr kumimoji="1" lang="zh-CN" altLang="en-US" sz="2400">
                <a:solidFill>
                  <a:srgbClr val="333399"/>
                </a:solidFill>
                <a:latin typeface="Times New Roman" pitchFamily="18" charset="0"/>
                <a:ea typeface="黑体" pitchFamily="49" charset="-122"/>
              </a:rPr>
              <a:t>电信号（或光信号）在物理媒体中传播</a:t>
            </a:r>
          </a:p>
          <a:p>
            <a:pPr algn="ctr" defTabSz="762000" eaLnBrk="0" hangingPunct="0"/>
            <a:r>
              <a:rPr kumimoji="1" lang="zh-CN" altLang="en-US" sz="2400">
                <a:solidFill>
                  <a:srgbClr val="333399"/>
                </a:solidFill>
                <a:latin typeface="Times New Roman" pitchFamily="18" charset="0"/>
                <a:ea typeface="黑体" pitchFamily="49" charset="-122"/>
              </a:rPr>
              <a:t>从发送端物理层传送到接收端物理层</a:t>
            </a:r>
          </a:p>
        </p:txBody>
      </p:sp>
      <p:sp>
        <p:nvSpPr>
          <p:cNvPr id="147493" name="Text Box 41"/>
          <p:cNvSpPr txBox="1">
            <a:spLocks noChangeArrowheads="1"/>
          </p:cNvSpPr>
          <p:nvPr/>
        </p:nvSpPr>
        <p:spPr bwMode="auto">
          <a:xfrm>
            <a:off x="7770813" y="1973263"/>
            <a:ext cx="868362" cy="396875"/>
          </a:xfrm>
          <a:prstGeom prst="rect">
            <a:avLst/>
          </a:prstGeom>
          <a:noFill/>
          <a:ln w="12700">
            <a:noFill/>
            <a:miter lim="800000"/>
            <a:headEnd type="none" w="sm" len="lg"/>
            <a:tailEnd type="none" w="sm" len="lg"/>
          </a:ln>
        </p:spPr>
        <p:txBody>
          <a:bodyPr wrap="none">
            <a:spAutoFit/>
          </a:bodyPr>
          <a:lstStyle/>
          <a:p>
            <a:pPr defTabSz="762000" eaLnBrk="0" hangingPunct="0"/>
            <a:r>
              <a:rPr kumimoji="1" lang="zh-CN" altLang="en-US" sz="2000">
                <a:solidFill>
                  <a:srgbClr val="333399"/>
                </a:solidFill>
                <a:ea typeface="黑体" pitchFamily="49" charset="-122"/>
              </a:rPr>
              <a:t>主机</a:t>
            </a:r>
            <a:r>
              <a:rPr kumimoji="1" lang="zh-CN" altLang="en-US" sz="1000">
                <a:solidFill>
                  <a:srgbClr val="333399"/>
                </a:solidFill>
                <a:ea typeface="黑体" pitchFamily="49" charset="-122"/>
              </a:rPr>
              <a:t> </a:t>
            </a:r>
            <a:r>
              <a:rPr kumimoji="1" lang="en-US" altLang="zh-CN" sz="2000">
                <a:solidFill>
                  <a:srgbClr val="333399"/>
                </a:solidFill>
                <a:ea typeface="黑体" pitchFamily="49" charset="-122"/>
              </a:rPr>
              <a:t>2</a:t>
            </a:r>
          </a:p>
        </p:txBody>
      </p:sp>
      <p:sp>
        <p:nvSpPr>
          <p:cNvPr id="120874" name="AutoShape 42"/>
          <p:cNvSpPr>
            <a:spLocks noChangeArrowheads="1"/>
          </p:cNvSpPr>
          <p:nvPr/>
        </p:nvSpPr>
        <p:spPr bwMode="auto">
          <a:xfrm rot="5400000" flipH="1">
            <a:off x="8071644" y="5679281"/>
            <a:ext cx="431800" cy="395288"/>
          </a:xfrm>
          <a:custGeom>
            <a:avLst/>
            <a:gdLst>
              <a:gd name="T0" fmla="*/ 2147483647 w 21600"/>
              <a:gd name="T1" fmla="*/ 0 h 21600"/>
              <a:gd name="T2" fmla="*/ 2147483647 w 21600"/>
              <a:gd name="T3" fmla="*/ 2147483647 h 21600"/>
              <a:gd name="T4" fmla="*/ 2147483647 w 21600"/>
              <a:gd name="T5" fmla="*/ 2147483647 h 21600"/>
              <a:gd name="T6" fmla="*/ 2147483647 w 21600"/>
              <a:gd name="T7" fmla="*/ 2147483647 h 21600"/>
              <a:gd name="T8" fmla="*/ 17694720 60000 65536"/>
              <a:gd name="T9" fmla="*/ 5898240 60000 65536"/>
              <a:gd name="T10" fmla="*/ 5898240 60000 65536"/>
              <a:gd name="T11" fmla="*/ 0 60000 65536"/>
              <a:gd name="T12" fmla="*/ 12427 w 21600"/>
              <a:gd name="T13" fmla="*/ 2912 h 21600"/>
              <a:gd name="T14" fmla="*/ 18227 w 21600"/>
              <a:gd name="T15" fmla="*/ 9246 h 21600"/>
            </a:gdLst>
            <a:ahLst/>
            <a:cxnLst>
              <a:cxn ang="T8">
                <a:pos x="T0" y="T1"/>
              </a:cxn>
              <a:cxn ang="T9">
                <a:pos x="T2" y="T3"/>
              </a:cxn>
              <a:cxn ang="T10">
                <a:pos x="T4" y="T5"/>
              </a:cxn>
              <a:cxn ang="T11">
                <a:pos x="T6" y="T7"/>
              </a:cxn>
            </a:cxnLst>
            <a:rect l="T12" t="T13" r="T14" b="T15"/>
            <a:pathLst>
              <a:path w="21600" h="21600">
                <a:moveTo>
                  <a:pt x="21600" y="6079"/>
                </a:moveTo>
                <a:lnTo>
                  <a:pt x="15126" y="0"/>
                </a:lnTo>
                <a:lnTo>
                  <a:pt x="15126" y="2912"/>
                </a:lnTo>
                <a:lnTo>
                  <a:pt x="12427" y="2912"/>
                </a:lnTo>
                <a:cubicBezTo>
                  <a:pt x="5564" y="2912"/>
                  <a:pt x="0" y="7052"/>
                  <a:pt x="0" y="12158"/>
                </a:cubicBezTo>
                <a:lnTo>
                  <a:pt x="0" y="21600"/>
                </a:lnTo>
                <a:lnTo>
                  <a:pt x="6474" y="21600"/>
                </a:lnTo>
                <a:lnTo>
                  <a:pt x="6474" y="12158"/>
                </a:lnTo>
                <a:cubicBezTo>
                  <a:pt x="6474" y="10550"/>
                  <a:pt x="9139" y="9246"/>
                  <a:pt x="12427" y="9246"/>
                </a:cubicBezTo>
                <a:lnTo>
                  <a:pt x="15126" y="9246"/>
                </a:lnTo>
                <a:lnTo>
                  <a:pt x="15126" y="12158"/>
                </a:lnTo>
                <a:close/>
              </a:path>
            </a:pathLst>
          </a:custGeom>
          <a:solidFill>
            <a:schemeClr val="hlink"/>
          </a:solidFill>
          <a:ln w="12700">
            <a:solidFill>
              <a:schemeClr val="tx1"/>
            </a:solidFill>
            <a:miter lim="800000"/>
            <a:headEnd/>
            <a:tailEnd/>
          </a:ln>
        </p:spPr>
        <p:txBody>
          <a:bodyPr wrap="none" anchor="ctr"/>
          <a:lstStyle/>
          <a:p>
            <a:endParaRPr lang="zh-CN" alt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1000"/>
                                  </p:stCondLst>
                                  <p:childTnLst>
                                    <p:set>
                                      <p:cBhvr>
                                        <p:cTn id="6" dur="1" fill="hold">
                                          <p:stCondLst>
                                            <p:cond delay="0"/>
                                          </p:stCondLst>
                                        </p:cTn>
                                        <p:tgtEl>
                                          <p:spTgt spid="120857"/>
                                        </p:tgtEl>
                                        <p:attrNameLst>
                                          <p:attrName>style.visibility</p:attrName>
                                        </p:attrNameLst>
                                      </p:cBhvr>
                                      <p:to>
                                        <p:strVal val="visible"/>
                                      </p:to>
                                    </p:set>
                                    <p:animEffect transition="in" filter="wipe(left)">
                                      <p:cBhvr>
                                        <p:cTn id="7" dur="500"/>
                                        <p:tgtEl>
                                          <p:spTgt spid="120857"/>
                                        </p:tgtEl>
                                      </p:cBhvr>
                                    </p:animEffect>
                                  </p:childTnLst>
                                </p:cTn>
                              </p:par>
                            </p:childTnLst>
                          </p:cTn>
                        </p:par>
                        <p:par>
                          <p:cTn id="8" fill="hold">
                            <p:stCondLst>
                              <p:cond delay="1500"/>
                            </p:stCondLst>
                            <p:childTnLst>
                              <p:par>
                                <p:cTn id="9" presetID="1" presetClass="entr" presetSubtype="0" fill="hold" nodeType="afterEffect">
                                  <p:stCondLst>
                                    <p:cond delay="0"/>
                                  </p:stCondLst>
                                  <p:childTnLst>
                                    <p:set>
                                      <p:cBhvr>
                                        <p:cTn id="10" dur="1" fill="hold">
                                          <p:stCondLst>
                                            <p:cond delay="0"/>
                                          </p:stCondLst>
                                        </p:cTn>
                                        <p:tgtEl>
                                          <p:spTgt spid="2"/>
                                        </p:tgtEl>
                                        <p:attrNameLst>
                                          <p:attrName>style.visibility</p:attrName>
                                        </p:attrNameLst>
                                      </p:cBhvr>
                                      <p:to>
                                        <p:strVal val="visible"/>
                                      </p:to>
                                    </p:set>
                                  </p:childTnLst>
                                </p:cTn>
                              </p:par>
                            </p:childTnLst>
                          </p:cTn>
                        </p:par>
                        <p:par>
                          <p:cTn id="11" fill="hold">
                            <p:stCondLst>
                              <p:cond delay="1500"/>
                            </p:stCondLst>
                            <p:childTnLst>
                              <p:par>
                                <p:cTn id="12" presetID="22" presetClass="entr" presetSubtype="8" fill="hold" grpId="0" nodeType="afterEffect">
                                  <p:stCondLst>
                                    <p:cond delay="0"/>
                                  </p:stCondLst>
                                  <p:childTnLst>
                                    <p:set>
                                      <p:cBhvr>
                                        <p:cTn id="13" dur="1" fill="hold">
                                          <p:stCondLst>
                                            <p:cond delay="0"/>
                                          </p:stCondLst>
                                        </p:cTn>
                                        <p:tgtEl>
                                          <p:spTgt spid="120859"/>
                                        </p:tgtEl>
                                        <p:attrNameLst>
                                          <p:attrName>style.visibility</p:attrName>
                                        </p:attrNameLst>
                                      </p:cBhvr>
                                      <p:to>
                                        <p:strVal val="visible"/>
                                      </p:to>
                                    </p:set>
                                    <p:animEffect transition="in" filter="wipe(left)">
                                      <p:cBhvr>
                                        <p:cTn id="14" dur="500"/>
                                        <p:tgtEl>
                                          <p:spTgt spid="120859"/>
                                        </p:tgtEl>
                                      </p:cBhvr>
                                    </p:animEffect>
                                  </p:childTnLst>
                                </p:cTn>
                              </p:par>
                            </p:childTnLst>
                          </p:cTn>
                        </p:par>
                        <p:par>
                          <p:cTn id="15" fill="hold">
                            <p:stCondLst>
                              <p:cond delay="2000"/>
                            </p:stCondLst>
                            <p:childTnLst>
                              <p:par>
                                <p:cTn id="16" presetID="22" presetClass="entr" presetSubtype="8" fill="hold" grpId="0" nodeType="afterEffect">
                                  <p:stCondLst>
                                    <p:cond delay="0"/>
                                  </p:stCondLst>
                                  <p:childTnLst>
                                    <p:set>
                                      <p:cBhvr>
                                        <p:cTn id="17" dur="1" fill="hold">
                                          <p:stCondLst>
                                            <p:cond delay="0"/>
                                          </p:stCondLst>
                                        </p:cTn>
                                        <p:tgtEl>
                                          <p:spTgt spid="120860"/>
                                        </p:tgtEl>
                                        <p:attrNameLst>
                                          <p:attrName>style.visibility</p:attrName>
                                        </p:attrNameLst>
                                      </p:cBhvr>
                                      <p:to>
                                        <p:strVal val="visible"/>
                                      </p:to>
                                    </p:set>
                                    <p:animEffect transition="in" filter="wipe(left)">
                                      <p:cBhvr>
                                        <p:cTn id="18" dur="500"/>
                                        <p:tgtEl>
                                          <p:spTgt spid="120860"/>
                                        </p:tgtEl>
                                      </p:cBhvr>
                                    </p:animEffect>
                                  </p:childTnLst>
                                </p:cTn>
                              </p:par>
                            </p:childTnLst>
                          </p:cTn>
                        </p:par>
                        <p:par>
                          <p:cTn id="19" fill="hold">
                            <p:stCondLst>
                              <p:cond delay="2500"/>
                            </p:stCondLst>
                            <p:childTnLst>
                              <p:par>
                                <p:cTn id="20" presetID="1" presetClass="entr" presetSubtype="0" fill="hold" nodeType="afterEffect">
                                  <p:stCondLst>
                                    <p:cond delay="0"/>
                                  </p:stCondLst>
                                  <p:childTnLst>
                                    <p:set>
                                      <p:cBhvr>
                                        <p:cTn id="21" dur="1" fill="hold">
                                          <p:stCondLst>
                                            <p:cond delay="0"/>
                                          </p:stCondLst>
                                        </p:cTn>
                                        <p:tgtEl>
                                          <p:spTgt spid="3"/>
                                        </p:tgtEl>
                                        <p:attrNameLst>
                                          <p:attrName>style.visibility</p:attrName>
                                        </p:attrNameLst>
                                      </p:cBhvr>
                                      <p:to>
                                        <p:strVal val="visible"/>
                                      </p:to>
                                    </p:set>
                                  </p:childTnLst>
                                </p:cTn>
                              </p:par>
                            </p:childTnLst>
                          </p:cTn>
                        </p:par>
                        <p:par>
                          <p:cTn id="22" fill="hold">
                            <p:stCondLst>
                              <p:cond delay="2500"/>
                            </p:stCondLst>
                            <p:childTnLst>
                              <p:par>
                                <p:cTn id="23" presetID="22" presetClass="entr" presetSubtype="4" fill="hold" grpId="0" nodeType="afterEffect">
                                  <p:stCondLst>
                                    <p:cond delay="0"/>
                                  </p:stCondLst>
                                  <p:childTnLst>
                                    <p:set>
                                      <p:cBhvr>
                                        <p:cTn id="24" dur="1" fill="hold">
                                          <p:stCondLst>
                                            <p:cond delay="0"/>
                                          </p:stCondLst>
                                        </p:cTn>
                                        <p:tgtEl>
                                          <p:spTgt spid="120874"/>
                                        </p:tgtEl>
                                        <p:attrNameLst>
                                          <p:attrName>style.visibility</p:attrName>
                                        </p:attrNameLst>
                                      </p:cBhvr>
                                      <p:to>
                                        <p:strVal val="visible"/>
                                      </p:to>
                                    </p:set>
                                    <p:animEffect transition="in" filter="wipe(down)">
                                      <p:cBhvr>
                                        <p:cTn id="25" dur="500"/>
                                        <p:tgtEl>
                                          <p:spTgt spid="12087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0857" grpId="0" animBg="1"/>
      <p:bldP spid="120859" grpId="0" animBg="1"/>
      <p:bldP spid="120860" grpId="0" animBg="1"/>
      <p:bldP spid="120874" grpId="0" animBg="1"/>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8482" name="Rectangle 2"/>
          <p:cNvSpPr>
            <a:spLocks noGrp="1" noChangeArrowheads="1"/>
          </p:cNvSpPr>
          <p:nvPr>
            <p:ph type="title"/>
          </p:nvPr>
        </p:nvSpPr>
        <p:spPr/>
        <p:txBody>
          <a:bodyPr/>
          <a:lstStyle/>
          <a:p>
            <a:pPr algn="ctr" eaLnBrk="1" hangingPunct="1"/>
            <a:r>
              <a:rPr lang="zh-CN" altLang="en-US" smtClean="0">
                <a:latin typeface="微软雅黑" pitchFamily="34" charset="-122"/>
                <a:ea typeface="微软雅黑" pitchFamily="34" charset="-122"/>
              </a:rPr>
              <a:t>主机</a:t>
            </a:r>
            <a:r>
              <a:rPr lang="zh-CN" altLang="en-US" sz="2400" smtClean="0">
                <a:latin typeface="微软雅黑" pitchFamily="34" charset="-122"/>
                <a:ea typeface="微软雅黑" pitchFamily="34" charset="-122"/>
              </a:rPr>
              <a:t> </a:t>
            </a:r>
            <a:r>
              <a:rPr lang="en-US" altLang="zh-CN" smtClean="0">
                <a:latin typeface="微软雅黑" pitchFamily="34" charset="-122"/>
                <a:ea typeface="微软雅黑" pitchFamily="34" charset="-122"/>
              </a:rPr>
              <a:t>1</a:t>
            </a:r>
            <a:r>
              <a:rPr lang="en-US" altLang="zh-CN" sz="2400" smtClean="0">
                <a:latin typeface="微软雅黑" pitchFamily="34" charset="-122"/>
                <a:ea typeface="微软雅黑" pitchFamily="34" charset="-122"/>
              </a:rPr>
              <a:t> </a:t>
            </a:r>
            <a:r>
              <a:rPr lang="zh-CN" altLang="en-US" smtClean="0">
                <a:latin typeface="微软雅黑" pitchFamily="34" charset="-122"/>
                <a:ea typeface="微软雅黑" pitchFamily="34" charset="-122"/>
              </a:rPr>
              <a:t>向主机</a:t>
            </a:r>
            <a:r>
              <a:rPr lang="zh-CN" altLang="en-US" sz="2400" smtClean="0">
                <a:latin typeface="微软雅黑" pitchFamily="34" charset="-122"/>
                <a:ea typeface="微软雅黑" pitchFamily="34" charset="-122"/>
              </a:rPr>
              <a:t> </a:t>
            </a:r>
            <a:r>
              <a:rPr lang="en-US" altLang="zh-CN" smtClean="0">
                <a:latin typeface="微软雅黑" pitchFamily="34" charset="-122"/>
                <a:ea typeface="微软雅黑" pitchFamily="34" charset="-122"/>
              </a:rPr>
              <a:t>2</a:t>
            </a:r>
            <a:r>
              <a:rPr lang="en-US" altLang="zh-CN" sz="2400" smtClean="0">
                <a:latin typeface="微软雅黑" pitchFamily="34" charset="-122"/>
                <a:ea typeface="微软雅黑" pitchFamily="34" charset="-122"/>
              </a:rPr>
              <a:t> </a:t>
            </a:r>
            <a:r>
              <a:rPr lang="zh-CN" altLang="en-US" smtClean="0">
                <a:latin typeface="微软雅黑" pitchFamily="34" charset="-122"/>
                <a:ea typeface="微软雅黑" pitchFamily="34" charset="-122"/>
              </a:rPr>
              <a:t>发送数据 </a:t>
            </a:r>
          </a:p>
        </p:txBody>
      </p:sp>
      <p:sp>
        <p:nvSpPr>
          <p:cNvPr id="148483" name="AutoShape 3"/>
          <p:cNvSpPr>
            <a:spLocks noChangeArrowheads="1"/>
          </p:cNvSpPr>
          <p:nvPr/>
        </p:nvSpPr>
        <p:spPr bwMode="auto">
          <a:xfrm rot="-5400000">
            <a:off x="4374356" y="1532732"/>
            <a:ext cx="417513" cy="8991600"/>
          </a:xfrm>
          <a:prstGeom prst="can">
            <a:avLst>
              <a:gd name="adj" fmla="val 48656"/>
            </a:avLst>
          </a:prstGeom>
          <a:gradFill rotWithShape="0">
            <a:gsLst>
              <a:gs pos="0">
                <a:srgbClr val="ACACAC"/>
              </a:gs>
              <a:gs pos="50000">
                <a:srgbClr val="EAEAEA"/>
              </a:gs>
              <a:gs pos="100000">
                <a:srgbClr val="ACACAC"/>
              </a:gs>
            </a:gsLst>
            <a:lin ang="5400000" scaled="1"/>
          </a:gradFill>
          <a:ln w="19050">
            <a:solidFill>
              <a:schemeClr val="tx1"/>
            </a:solidFill>
            <a:round/>
            <a:headEnd type="none" w="sm" len="lg"/>
            <a:tailEnd type="none" w="sm" len="lg"/>
          </a:ln>
        </p:spPr>
        <p:txBody>
          <a:bodyPr wrap="none" anchor="ctr"/>
          <a:lstStyle/>
          <a:p>
            <a:endParaRPr lang="zh-CN" altLang="en-US"/>
          </a:p>
        </p:txBody>
      </p:sp>
      <p:sp>
        <p:nvSpPr>
          <p:cNvPr id="148484" name="AutoShape 4"/>
          <p:cNvSpPr>
            <a:spLocks noChangeArrowheads="1"/>
          </p:cNvSpPr>
          <p:nvPr/>
        </p:nvSpPr>
        <p:spPr bwMode="auto">
          <a:xfrm>
            <a:off x="533400" y="2847975"/>
            <a:ext cx="838200" cy="2997200"/>
          </a:xfrm>
          <a:prstGeom prst="cube">
            <a:avLst>
              <a:gd name="adj" fmla="val 10764"/>
            </a:avLst>
          </a:prstGeom>
          <a:solidFill>
            <a:srgbClr val="FFFF99"/>
          </a:solidFill>
          <a:ln w="19050">
            <a:solidFill>
              <a:schemeClr val="tx1"/>
            </a:solidFill>
            <a:miter lim="800000"/>
            <a:headEnd type="none" w="sm" len="lg"/>
            <a:tailEnd type="none" w="sm" len="lg"/>
          </a:ln>
        </p:spPr>
        <p:txBody>
          <a:bodyPr wrap="none" anchor="ctr"/>
          <a:lstStyle/>
          <a:p>
            <a:endParaRPr lang="zh-CN" altLang="en-US"/>
          </a:p>
        </p:txBody>
      </p:sp>
      <p:sp>
        <p:nvSpPr>
          <p:cNvPr id="148485" name="Text Box 5"/>
          <p:cNvSpPr txBox="1">
            <a:spLocks noChangeArrowheads="1"/>
          </p:cNvSpPr>
          <p:nvPr/>
        </p:nvSpPr>
        <p:spPr bwMode="auto">
          <a:xfrm>
            <a:off x="781050" y="3027363"/>
            <a:ext cx="325438" cy="396875"/>
          </a:xfrm>
          <a:prstGeom prst="rect">
            <a:avLst/>
          </a:prstGeom>
          <a:noFill/>
          <a:ln w="12700">
            <a:noFill/>
            <a:miter lim="800000"/>
            <a:headEnd/>
            <a:tailEnd/>
          </a:ln>
        </p:spPr>
        <p:txBody>
          <a:bodyPr wrap="none">
            <a:spAutoFit/>
          </a:bodyPr>
          <a:lstStyle/>
          <a:p>
            <a:pPr defTabSz="762000" eaLnBrk="0" hangingPunct="0"/>
            <a:r>
              <a:rPr kumimoji="1" lang="en-US" altLang="zh-CN" sz="2000">
                <a:solidFill>
                  <a:srgbClr val="333399"/>
                </a:solidFill>
              </a:rPr>
              <a:t>5</a:t>
            </a:r>
          </a:p>
        </p:txBody>
      </p:sp>
      <p:sp>
        <p:nvSpPr>
          <p:cNvPr id="148486" name="Text Box 6"/>
          <p:cNvSpPr txBox="1">
            <a:spLocks noChangeArrowheads="1"/>
          </p:cNvSpPr>
          <p:nvPr/>
        </p:nvSpPr>
        <p:spPr bwMode="auto">
          <a:xfrm>
            <a:off x="781050" y="3654425"/>
            <a:ext cx="325438" cy="396875"/>
          </a:xfrm>
          <a:prstGeom prst="rect">
            <a:avLst/>
          </a:prstGeom>
          <a:noFill/>
          <a:ln w="12700">
            <a:noFill/>
            <a:miter lim="800000"/>
            <a:headEnd/>
            <a:tailEnd/>
          </a:ln>
        </p:spPr>
        <p:txBody>
          <a:bodyPr wrap="none">
            <a:spAutoFit/>
          </a:bodyPr>
          <a:lstStyle/>
          <a:p>
            <a:pPr defTabSz="762000" eaLnBrk="0" hangingPunct="0"/>
            <a:r>
              <a:rPr kumimoji="1" lang="en-US" altLang="zh-CN" sz="2000">
                <a:solidFill>
                  <a:srgbClr val="333399"/>
                </a:solidFill>
              </a:rPr>
              <a:t>4</a:t>
            </a:r>
          </a:p>
        </p:txBody>
      </p:sp>
      <p:sp>
        <p:nvSpPr>
          <p:cNvPr id="148487" name="Text Box 7"/>
          <p:cNvSpPr txBox="1">
            <a:spLocks noChangeArrowheads="1"/>
          </p:cNvSpPr>
          <p:nvPr/>
        </p:nvSpPr>
        <p:spPr bwMode="auto">
          <a:xfrm>
            <a:off x="781050" y="4211638"/>
            <a:ext cx="325438" cy="396875"/>
          </a:xfrm>
          <a:prstGeom prst="rect">
            <a:avLst/>
          </a:prstGeom>
          <a:noFill/>
          <a:ln w="12700">
            <a:noFill/>
            <a:miter lim="800000"/>
            <a:headEnd/>
            <a:tailEnd/>
          </a:ln>
        </p:spPr>
        <p:txBody>
          <a:bodyPr wrap="none">
            <a:spAutoFit/>
          </a:bodyPr>
          <a:lstStyle/>
          <a:p>
            <a:pPr defTabSz="762000" eaLnBrk="0" hangingPunct="0"/>
            <a:r>
              <a:rPr kumimoji="1" lang="en-US" altLang="zh-CN" sz="2000">
                <a:solidFill>
                  <a:srgbClr val="333399"/>
                </a:solidFill>
              </a:rPr>
              <a:t>3</a:t>
            </a:r>
          </a:p>
        </p:txBody>
      </p:sp>
      <p:sp>
        <p:nvSpPr>
          <p:cNvPr id="148488" name="Text Box 8"/>
          <p:cNvSpPr txBox="1">
            <a:spLocks noChangeArrowheads="1"/>
          </p:cNvSpPr>
          <p:nvPr/>
        </p:nvSpPr>
        <p:spPr bwMode="auto">
          <a:xfrm>
            <a:off x="781050" y="4770438"/>
            <a:ext cx="325438" cy="396875"/>
          </a:xfrm>
          <a:prstGeom prst="rect">
            <a:avLst/>
          </a:prstGeom>
          <a:noFill/>
          <a:ln w="12700">
            <a:noFill/>
            <a:miter lim="800000"/>
            <a:headEnd/>
            <a:tailEnd/>
          </a:ln>
        </p:spPr>
        <p:txBody>
          <a:bodyPr wrap="none">
            <a:spAutoFit/>
          </a:bodyPr>
          <a:lstStyle/>
          <a:p>
            <a:pPr defTabSz="762000" eaLnBrk="0" hangingPunct="0"/>
            <a:r>
              <a:rPr kumimoji="1" lang="en-US" altLang="zh-CN" sz="2000">
                <a:solidFill>
                  <a:srgbClr val="333399"/>
                </a:solidFill>
              </a:rPr>
              <a:t>2</a:t>
            </a:r>
          </a:p>
        </p:txBody>
      </p:sp>
      <p:sp>
        <p:nvSpPr>
          <p:cNvPr id="148489" name="Text Box 9"/>
          <p:cNvSpPr txBox="1">
            <a:spLocks noChangeArrowheads="1"/>
          </p:cNvSpPr>
          <p:nvPr/>
        </p:nvSpPr>
        <p:spPr bwMode="auto">
          <a:xfrm>
            <a:off x="781050" y="5337175"/>
            <a:ext cx="325438" cy="396875"/>
          </a:xfrm>
          <a:prstGeom prst="rect">
            <a:avLst/>
          </a:prstGeom>
          <a:noFill/>
          <a:ln w="12700">
            <a:noFill/>
            <a:miter lim="800000"/>
            <a:headEnd/>
            <a:tailEnd/>
          </a:ln>
        </p:spPr>
        <p:txBody>
          <a:bodyPr wrap="none">
            <a:spAutoFit/>
          </a:bodyPr>
          <a:lstStyle/>
          <a:p>
            <a:pPr defTabSz="762000" eaLnBrk="0" hangingPunct="0"/>
            <a:r>
              <a:rPr kumimoji="1" lang="en-US" altLang="zh-CN" sz="2000">
                <a:solidFill>
                  <a:srgbClr val="333399"/>
                </a:solidFill>
              </a:rPr>
              <a:t>1</a:t>
            </a:r>
          </a:p>
        </p:txBody>
      </p:sp>
      <p:sp>
        <p:nvSpPr>
          <p:cNvPr id="148490" name="Freeform 10"/>
          <p:cNvSpPr>
            <a:spLocks/>
          </p:cNvSpPr>
          <p:nvPr/>
        </p:nvSpPr>
        <p:spPr bwMode="auto">
          <a:xfrm>
            <a:off x="533400" y="3449638"/>
            <a:ext cx="847725" cy="61912"/>
          </a:xfrm>
          <a:custGeom>
            <a:avLst/>
            <a:gdLst>
              <a:gd name="T0" fmla="*/ 0 w 534"/>
              <a:gd name="T1" fmla="*/ 2147483647 h 42"/>
              <a:gd name="T2" fmla="*/ 2147483647 w 534"/>
              <a:gd name="T3" fmla="*/ 2147483647 h 42"/>
              <a:gd name="T4" fmla="*/ 2147483647 w 534"/>
              <a:gd name="T5" fmla="*/ 0 h 42"/>
              <a:gd name="T6" fmla="*/ 0 60000 65536"/>
              <a:gd name="T7" fmla="*/ 0 60000 65536"/>
              <a:gd name="T8" fmla="*/ 0 60000 65536"/>
              <a:gd name="T9" fmla="*/ 0 w 534"/>
              <a:gd name="T10" fmla="*/ 0 h 42"/>
              <a:gd name="T11" fmla="*/ 534 w 534"/>
              <a:gd name="T12" fmla="*/ 42 h 42"/>
            </a:gdLst>
            <a:ahLst/>
            <a:cxnLst>
              <a:cxn ang="T6">
                <a:pos x="T0" y="T1"/>
              </a:cxn>
              <a:cxn ang="T7">
                <a:pos x="T2" y="T3"/>
              </a:cxn>
              <a:cxn ang="T8">
                <a:pos x="T4" y="T5"/>
              </a:cxn>
            </a:cxnLst>
            <a:rect l="T9" t="T10" r="T11" b="T12"/>
            <a:pathLst>
              <a:path w="534" h="42">
                <a:moveTo>
                  <a:pt x="0" y="42"/>
                </a:moveTo>
                <a:lnTo>
                  <a:pt x="468" y="42"/>
                </a:lnTo>
                <a:cubicBezTo>
                  <a:pt x="490" y="28"/>
                  <a:pt x="534" y="0"/>
                  <a:pt x="534" y="0"/>
                </a:cubicBezTo>
              </a:path>
            </a:pathLst>
          </a:custGeom>
          <a:noFill/>
          <a:ln w="19050">
            <a:solidFill>
              <a:schemeClr val="tx1"/>
            </a:solidFill>
            <a:round/>
            <a:headEnd type="none" w="sm" len="lg"/>
            <a:tailEnd type="none" w="sm" len="lg"/>
          </a:ln>
        </p:spPr>
        <p:txBody>
          <a:bodyPr wrap="none" anchor="ctr"/>
          <a:lstStyle/>
          <a:p>
            <a:endParaRPr lang="zh-CN" altLang="en-US"/>
          </a:p>
        </p:txBody>
      </p:sp>
      <p:sp>
        <p:nvSpPr>
          <p:cNvPr id="148491" name="Freeform 11"/>
          <p:cNvSpPr>
            <a:spLocks/>
          </p:cNvSpPr>
          <p:nvPr/>
        </p:nvSpPr>
        <p:spPr bwMode="auto">
          <a:xfrm>
            <a:off x="542925" y="4024313"/>
            <a:ext cx="847725" cy="61912"/>
          </a:xfrm>
          <a:custGeom>
            <a:avLst/>
            <a:gdLst>
              <a:gd name="T0" fmla="*/ 0 w 534"/>
              <a:gd name="T1" fmla="*/ 2147483647 h 42"/>
              <a:gd name="T2" fmla="*/ 2147483647 w 534"/>
              <a:gd name="T3" fmla="*/ 2147483647 h 42"/>
              <a:gd name="T4" fmla="*/ 2147483647 w 534"/>
              <a:gd name="T5" fmla="*/ 0 h 42"/>
              <a:gd name="T6" fmla="*/ 0 60000 65536"/>
              <a:gd name="T7" fmla="*/ 0 60000 65536"/>
              <a:gd name="T8" fmla="*/ 0 60000 65536"/>
              <a:gd name="T9" fmla="*/ 0 w 534"/>
              <a:gd name="T10" fmla="*/ 0 h 42"/>
              <a:gd name="T11" fmla="*/ 534 w 534"/>
              <a:gd name="T12" fmla="*/ 42 h 42"/>
            </a:gdLst>
            <a:ahLst/>
            <a:cxnLst>
              <a:cxn ang="T6">
                <a:pos x="T0" y="T1"/>
              </a:cxn>
              <a:cxn ang="T7">
                <a:pos x="T2" y="T3"/>
              </a:cxn>
              <a:cxn ang="T8">
                <a:pos x="T4" y="T5"/>
              </a:cxn>
            </a:cxnLst>
            <a:rect l="T9" t="T10" r="T11" b="T12"/>
            <a:pathLst>
              <a:path w="534" h="42">
                <a:moveTo>
                  <a:pt x="0" y="36"/>
                </a:moveTo>
                <a:lnTo>
                  <a:pt x="468" y="42"/>
                </a:lnTo>
                <a:cubicBezTo>
                  <a:pt x="490" y="28"/>
                  <a:pt x="534" y="0"/>
                  <a:pt x="534" y="0"/>
                </a:cubicBezTo>
              </a:path>
            </a:pathLst>
          </a:custGeom>
          <a:noFill/>
          <a:ln w="19050">
            <a:solidFill>
              <a:schemeClr val="tx1"/>
            </a:solidFill>
            <a:round/>
            <a:headEnd type="none" w="sm" len="lg"/>
            <a:tailEnd type="none" w="sm" len="lg"/>
          </a:ln>
        </p:spPr>
        <p:txBody>
          <a:bodyPr wrap="none" anchor="ctr"/>
          <a:lstStyle/>
          <a:p>
            <a:endParaRPr lang="zh-CN" altLang="en-US"/>
          </a:p>
        </p:txBody>
      </p:sp>
      <p:sp>
        <p:nvSpPr>
          <p:cNvPr id="148492" name="Freeform 12"/>
          <p:cNvSpPr>
            <a:spLocks/>
          </p:cNvSpPr>
          <p:nvPr/>
        </p:nvSpPr>
        <p:spPr bwMode="auto">
          <a:xfrm>
            <a:off x="520700" y="4600575"/>
            <a:ext cx="869950" cy="60325"/>
          </a:xfrm>
          <a:custGeom>
            <a:avLst/>
            <a:gdLst>
              <a:gd name="T0" fmla="*/ 0 w 548"/>
              <a:gd name="T1" fmla="*/ 2147483647 h 42"/>
              <a:gd name="T2" fmla="*/ 2147483647 w 548"/>
              <a:gd name="T3" fmla="*/ 2147483647 h 42"/>
              <a:gd name="T4" fmla="*/ 2147483647 w 548"/>
              <a:gd name="T5" fmla="*/ 0 h 42"/>
              <a:gd name="T6" fmla="*/ 0 60000 65536"/>
              <a:gd name="T7" fmla="*/ 0 60000 65536"/>
              <a:gd name="T8" fmla="*/ 0 60000 65536"/>
              <a:gd name="T9" fmla="*/ 0 w 548"/>
              <a:gd name="T10" fmla="*/ 0 h 42"/>
              <a:gd name="T11" fmla="*/ 548 w 548"/>
              <a:gd name="T12" fmla="*/ 42 h 42"/>
            </a:gdLst>
            <a:ahLst/>
            <a:cxnLst>
              <a:cxn ang="T6">
                <a:pos x="T0" y="T1"/>
              </a:cxn>
              <a:cxn ang="T7">
                <a:pos x="T2" y="T3"/>
              </a:cxn>
              <a:cxn ang="T8">
                <a:pos x="T4" y="T5"/>
              </a:cxn>
            </a:cxnLst>
            <a:rect l="T9" t="T10" r="T11" b="T12"/>
            <a:pathLst>
              <a:path w="548" h="42">
                <a:moveTo>
                  <a:pt x="0" y="42"/>
                </a:moveTo>
                <a:lnTo>
                  <a:pt x="482" y="42"/>
                </a:lnTo>
                <a:cubicBezTo>
                  <a:pt x="504" y="28"/>
                  <a:pt x="548" y="0"/>
                  <a:pt x="548" y="0"/>
                </a:cubicBezTo>
              </a:path>
            </a:pathLst>
          </a:custGeom>
          <a:noFill/>
          <a:ln w="19050">
            <a:solidFill>
              <a:schemeClr val="tx1"/>
            </a:solidFill>
            <a:round/>
            <a:headEnd type="none" w="sm" len="lg"/>
            <a:tailEnd type="none" w="sm" len="lg"/>
          </a:ln>
        </p:spPr>
        <p:txBody>
          <a:bodyPr wrap="none" anchor="ctr"/>
          <a:lstStyle/>
          <a:p>
            <a:endParaRPr lang="zh-CN" altLang="en-US"/>
          </a:p>
        </p:txBody>
      </p:sp>
      <p:sp>
        <p:nvSpPr>
          <p:cNvPr id="148493" name="Freeform 13"/>
          <p:cNvSpPr>
            <a:spLocks/>
          </p:cNvSpPr>
          <p:nvPr/>
        </p:nvSpPr>
        <p:spPr bwMode="auto">
          <a:xfrm>
            <a:off x="520700" y="5192713"/>
            <a:ext cx="860425" cy="60325"/>
          </a:xfrm>
          <a:custGeom>
            <a:avLst/>
            <a:gdLst>
              <a:gd name="T0" fmla="*/ 0 w 542"/>
              <a:gd name="T1" fmla="*/ 2147483647 h 42"/>
              <a:gd name="T2" fmla="*/ 2147483647 w 542"/>
              <a:gd name="T3" fmla="*/ 2147483647 h 42"/>
              <a:gd name="T4" fmla="*/ 2147483647 w 542"/>
              <a:gd name="T5" fmla="*/ 0 h 42"/>
              <a:gd name="T6" fmla="*/ 0 60000 65536"/>
              <a:gd name="T7" fmla="*/ 0 60000 65536"/>
              <a:gd name="T8" fmla="*/ 0 60000 65536"/>
              <a:gd name="T9" fmla="*/ 0 w 542"/>
              <a:gd name="T10" fmla="*/ 0 h 42"/>
              <a:gd name="T11" fmla="*/ 542 w 542"/>
              <a:gd name="T12" fmla="*/ 42 h 42"/>
            </a:gdLst>
            <a:ahLst/>
            <a:cxnLst>
              <a:cxn ang="T6">
                <a:pos x="T0" y="T1"/>
              </a:cxn>
              <a:cxn ang="T7">
                <a:pos x="T2" y="T3"/>
              </a:cxn>
              <a:cxn ang="T8">
                <a:pos x="T4" y="T5"/>
              </a:cxn>
            </a:cxnLst>
            <a:rect l="T9" t="T10" r="T11" b="T12"/>
            <a:pathLst>
              <a:path w="542" h="42">
                <a:moveTo>
                  <a:pt x="0" y="42"/>
                </a:moveTo>
                <a:lnTo>
                  <a:pt x="476" y="42"/>
                </a:lnTo>
                <a:cubicBezTo>
                  <a:pt x="498" y="28"/>
                  <a:pt x="542" y="0"/>
                  <a:pt x="542" y="0"/>
                </a:cubicBezTo>
              </a:path>
            </a:pathLst>
          </a:custGeom>
          <a:noFill/>
          <a:ln w="19050">
            <a:solidFill>
              <a:schemeClr val="tx1"/>
            </a:solidFill>
            <a:round/>
            <a:headEnd type="none" w="sm" len="lg"/>
            <a:tailEnd type="none" w="sm" len="lg"/>
          </a:ln>
        </p:spPr>
        <p:txBody>
          <a:bodyPr wrap="none" anchor="ctr"/>
          <a:lstStyle/>
          <a:p>
            <a:endParaRPr lang="zh-CN" altLang="en-US"/>
          </a:p>
        </p:txBody>
      </p:sp>
      <p:sp>
        <p:nvSpPr>
          <p:cNvPr id="148494" name="AutoShape 14"/>
          <p:cNvSpPr>
            <a:spLocks noChangeArrowheads="1"/>
          </p:cNvSpPr>
          <p:nvPr/>
        </p:nvSpPr>
        <p:spPr bwMode="auto">
          <a:xfrm>
            <a:off x="7886700" y="2814638"/>
            <a:ext cx="838200" cy="3030537"/>
          </a:xfrm>
          <a:prstGeom prst="cube">
            <a:avLst>
              <a:gd name="adj" fmla="val 10764"/>
            </a:avLst>
          </a:prstGeom>
          <a:solidFill>
            <a:srgbClr val="FFFF99"/>
          </a:solidFill>
          <a:ln w="19050">
            <a:solidFill>
              <a:schemeClr val="tx1"/>
            </a:solidFill>
            <a:miter lim="800000"/>
            <a:headEnd type="none" w="sm" len="lg"/>
            <a:tailEnd type="none" w="sm" len="lg"/>
          </a:ln>
        </p:spPr>
        <p:txBody>
          <a:bodyPr wrap="none" anchor="ctr"/>
          <a:lstStyle/>
          <a:p>
            <a:endParaRPr lang="zh-CN" altLang="en-US"/>
          </a:p>
        </p:txBody>
      </p:sp>
      <p:sp>
        <p:nvSpPr>
          <p:cNvPr id="148495" name="Text Box 15"/>
          <p:cNvSpPr txBox="1">
            <a:spLocks noChangeArrowheads="1"/>
          </p:cNvSpPr>
          <p:nvPr/>
        </p:nvSpPr>
        <p:spPr bwMode="auto">
          <a:xfrm>
            <a:off x="7924800" y="2992438"/>
            <a:ext cx="325438" cy="396875"/>
          </a:xfrm>
          <a:prstGeom prst="rect">
            <a:avLst/>
          </a:prstGeom>
          <a:noFill/>
          <a:ln w="12700">
            <a:noFill/>
            <a:miter lim="800000"/>
            <a:headEnd/>
            <a:tailEnd/>
          </a:ln>
        </p:spPr>
        <p:txBody>
          <a:bodyPr wrap="none">
            <a:spAutoFit/>
          </a:bodyPr>
          <a:lstStyle/>
          <a:p>
            <a:pPr defTabSz="762000" eaLnBrk="0" hangingPunct="0"/>
            <a:r>
              <a:rPr kumimoji="1" lang="en-US" altLang="zh-CN" sz="2000">
                <a:solidFill>
                  <a:srgbClr val="333399"/>
                </a:solidFill>
              </a:rPr>
              <a:t>5</a:t>
            </a:r>
          </a:p>
        </p:txBody>
      </p:sp>
      <p:sp>
        <p:nvSpPr>
          <p:cNvPr id="148496" name="Text Box 16"/>
          <p:cNvSpPr txBox="1">
            <a:spLocks noChangeArrowheads="1"/>
          </p:cNvSpPr>
          <p:nvPr/>
        </p:nvSpPr>
        <p:spPr bwMode="auto">
          <a:xfrm>
            <a:off x="7924800" y="3619500"/>
            <a:ext cx="325438" cy="396875"/>
          </a:xfrm>
          <a:prstGeom prst="rect">
            <a:avLst/>
          </a:prstGeom>
          <a:noFill/>
          <a:ln w="12700">
            <a:noFill/>
            <a:miter lim="800000"/>
            <a:headEnd/>
            <a:tailEnd/>
          </a:ln>
        </p:spPr>
        <p:txBody>
          <a:bodyPr wrap="none">
            <a:spAutoFit/>
          </a:bodyPr>
          <a:lstStyle/>
          <a:p>
            <a:pPr defTabSz="762000" eaLnBrk="0" hangingPunct="0"/>
            <a:r>
              <a:rPr kumimoji="1" lang="en-US" altLang="zh-CN" sz="2000">
                <a:solidFill>
                  <a:srgbClr val="333399"/>
                </a:solidFill>
              </a:rPr>
              <a:t>4</a:t>
            </a:r>
          </a:p>
        </p:txBody>
      </p:sp>
      <p:sp>
        <p:nvSpPr>
          <p:cNvPr id="148497" name="Text Box 17"/>
          <p:cNvSpPr txBox="1">
            <a:spLocks noChangeArrowheads="1"/>
          </p:cNvSpPr>
          <p:nvPr/>
        </p:nvSpPr>
        <p:spPr bwMode="auto">
          <a:xfrm>
            <a:off x="7924800" y="4176713"/>
            <a:ext cx="325438" cy="396875"/>
          </a:xfrm>
          <a:prstGeom prst="rect">
            <a:avLst/>
          </a:prstGeom>
          <a:noFill/>
          <a:ln w="12700">
            <a:noFill/>
            <a:miter lim="800000"/>
            <a:headEnd/>
            <a:tailEnd/>
          </a:ln>
        </p:spPr>
        <p:txBody>
          <a:bodyPr wrap="none">
            <a:spAutoFit/>
          </a:bodyPr>
          <a:lstStyle/>
          <a:p>
            <a:pPr defTabSz="762000" eaLnBrk="0" hangingPunct="0"/>
            <a:r>
              <a:rPr kumimoji="1" lang="en-US" altLang="zh-CN" sz="2000">
                <a:solidFill>
                  <a:srgbClr val="333399"/>
                </a:solidFill>
              </a:rPr>
              <a:t>3</a:t>
            </a:r>
          </a:p>
        </p:txBody>
      </p:sp>
      <p:sp>
        <p:nvSpPr>
          <p:cNvPr id="148498" name="Text Box 18"/>
          <p:cNvSpPr txBox="1">
            <a:spLocks noChangeArrowheads="1"/>
          </p:cNvSpPr>
          <p:nvPr/>
        </p:nvSpPr>
        <p:spPr bwMode="auto">
          <a:xfrm>
            <a:off x="7924800" y="4737100"/>
            <a:ext cx="325438" cy="396875"/>
          </a:xfrm>
          <a:prstGeom prst="rect">
            <a:avLst/>
          </a:prstGeom>
          <a:noFill/>
          <a:ln w="12700">
            <a:noFill/>
            <a:miter lim="800000"/>
            <a:headEnd/>
            <a:tailEnd/>
          </a:ln>
        </p:spPr>
        <p:txBody>
          <a:bodyPr wrap="none">
            <a:spAutoFit/>
          </a:bodyPr>
          <a:lstStyle/>
          <a:p>
            <a:pPr defTabSz="762000" eaLnBrk="0" hangingPunct="0"/>
            <a:r>
              <a:rPr kumimoji="1" lang="en-US" altLang="zh-CN" sz="2000">
                <a:solidFill>
                  <a:srgbClr val="333399"/>
                </a:solidFill>
              </a:rPr>
              <a:t>2</a:t>
            </a:r>
          </a:p>
        </p:txBody>
      </p:sp>
      <p:sp>
        <p:nvSpPr>
          <p:cNvPr id="148499" name="Text Box 19"/>
          <p:cNvSpPr txBox="1">
            <a:spLocks noChangeArrowheads="1"/>
          </p:cNvSpPr>
          <p:nvPr/>
        </p:nvSpPr>
        <p:spPr bwMode="auto">
          <a:xfrm>
            <a:off x="7924800" y="5302250"/>
            <a:ext cx="325438" cy="396875"/>
          </a:xfrm>
          <a:prstGeom prst="rect">
            <a:avLst/>
          </a:prstGeom>
          <a:noFill/>
          <a:ln w="12700">
            <a:noFill/>
            <a:miter lim="800000"/>
            <a:headEnd/>
            <a:tailEnd/>
          </a:ln>
        </p:spPr>
        <p:txBody>
          <a:bodyPr wrap="none">
            <a:spAutoFit/>
          </a:bodyPr>
          <a:lstStyle/>
          <a:p>
            <a:pPr defTabSz="762000" eaLnBrk="0" hangingPunct="0"/>
            <a:r>
              <a:rPr kumimoji="1" lang="en-US" altLang="zh-CN" sz="2000">
                <a:solidFill>
                  <a:srgbClr val="333399"/>
                </a:solidFill>
              </a:rPr>
              <a:t>1</a:t>
            </a:r>
          </a:p>
        </p:txBody>
      </p:sp>
      <p:sp>
        <p:nvSpPr>
          <p:cNvPr id="148500" name="Freeform 20"/>
          <p:cNvSpPr>
            <a:spLocks/>
          </p:cNvSpPr>
          <p:nvPr/>
        </p:nvSpPr>
        <p:spPr bwMode="auto">
          <a:xfrm>
            <a:off x="7886700" y="3414713"/>
            <a:ext cx="847725" cy="61912"/>
          </a:xfrm>
          <a:custGeom>
            <a:avLst/>
            <a:gdLst>
              <a:gd name="T0" fmla="*/ 0 w 534"/>
              <a:gd name="T1" fmla="*/ 2147483647 h 42"/>
              <a:gd name="T2" fmla="*/ 2147483647 w 534"/>
              <a:gd name="T3" fmla="*/ 2147483647 h 42"/>
              <a:gd name="T4" fmla="*/ 2147483647 w 534"/>
              <a:gd name="T5" fmla="*/ 0 h 42"/>
              <a:gd name="T6" fmla="*/ 0 60000 65536"/>
              <a:gd name="T7" fmla="*/ 0 60000 65536"/>
              <a:gd name="T8" fmla="*/ 0 60000 65536"/>
              <a:gd name="T9" fmla="*/ 0 w 534"/>
              <a:gd name="T10" fmla="*/ 0 h 42"/>
              <a:gd name="T11" fmla="*/ 534 w 534"/>
              <a:gd name="T12" fmla="*/ 42 h 42"/>
            </a:gdLst>
            <a:ahLst/>
            <a:cxnLst>
              <a:cxn ang="T6">
                <a:pos x="T0" y="T1"/>
              </a:cxn>
              <a:cxn ang="T7">
                <a:pos x="T2" y="T3"/>
              </a:cxn>
              <a:cxn ang="T8">
                <a:pos x="T4" y="T5"/>
              </a:cxn>
            </a:cxnLst>
            <a:rect l="T9" t="T10" r="T11" b="T12"/>
            <a:pathLst>
              <a:path w="534" h="42">
                <a:moveTo>
                  <a:pt x="0" y="42"/>
                </a:moveTo>
                <a:lnTo>
                  <a:pt x="468" y="42"/>
                </a:lnTo>
                <a:cubicBezTo>
                  <a:pt x="490" y="28"/>
                  <a:pt x="534" y="0"/>
                  <a:pt x="534" y="0"/>
                </a:cubicBezTo>
              </a:path>
            </a:pathLst>
          </a:custGeom>
          <a:noFill/>
          <a:ln w="19050">
            <a:solidFill>
              <a:schemeClr val="tx1"/>
            </a:solidFill>
            <a:round/>
            <a:headEnd type="none" w="sm" len="lg"/>
            <a:tailEnd type="none" w="sm" len="lg"/>
          </a:ln>
        </p:spPr>
        <p:txBody>
          <a:bodyPr wrap="none" anchor="ctr"/>
          <a:lstStyle/>
          <a:p>
            <a:endParaRPr lang="zh-CN" altLang="en-US"/>
          </a:p>
        </p:txBody>
      </p:sp>
      <p:sp>
        <p:nvSpPr>
          <p:cNvPr id="148501" name="Freeform 21"/>
          <p:cNvSpPr>
            <a:spLocks/>
          </p:cNvSpPr>
          <p:nvPr/>
        </p:nvSpPr>
        <p:spPr bwMode="auto">
          <a:xfrm>
            <a:off x="7896225" y="3989388"/>
            <a:ext cx="847725" cy="61912"/>
          </a:xfrm>
          <a:custGeom>
            <a:avLst/>
            <a:gdLst>
              <a:gd name="T0" fmla="*/ 0 w 534"/>
              <a:gd name="T1" fmla="*/ 2147483647 h 42"/>
              <a:gd name="T2" fmla="*/ 2147483647 w 534"/>
              <a:gd name="T3" fmla="*/ 2147483647 h 42"/>
              <a:gd name="T4" fmla="*/ 2147483647 w 534"/>
              <a:gd name="T5" fmla="*/ 0 h 42"/>
              <a:gd name="T6" fmla="*/ 0 60000 65536"/>
              <a:gd name="T7" fmla="*/ 0 60000 65536"/>
              <a:gd name="T8" fmla="*/ 0 60000 65536"/>
              <a:gd name="T9" fmla="*/ 0 w 534"/>
              <a:gd name="T10" fmla="*/ 0 h 42"/>
              <a:gd name="T11" fmla="*/ 534 w 534"/>
              <a:gd name="T12" fmla="*/ 42 h 42"/>
            </a:gdLst>
            <a:ahLst/>
            <a:cxnLst>
              <a:cxn ang="T6">
                <a:pos x="T0" y="T1"/>
              </a:cxn>
              <a:cxn ang="T7">
                <a:pos x="T2" y="T3"/>
              </a:cxn>
              <a:cxn ang="T8">
                <a:pos x="T4" y="T5"/>
              </a:cxn>
            </a:cxnLst>
            <a:rect l="T9" t="T10" r="T11" b="T12"/>
            <a:pathLst>
              <a:path w="534" h="42">
                <a:moveTo>
                  <a:pt x="0" y="36"/>
                </a:moveTo>
                <a:lnTo>
                  <a:pt x="468" y="42"/>
                </a:lnTo>
                <a:cubicBezTo>
                  <a:pt x="490" y="28"/>
                  <a:pt x="534" y="0"/>
                  <a:pt x="534" y="0"/>
                </a:cubicBezTo>
              </a:path>
            </a:pathLst>
          </a:custGeom>
          <a:noFill/>
          <a:ln w="19050">
            <a:solidFill>
              <a:schemeClr val="tx1"/>
            </a:solidFill>
            <a:round/>
            <a:headEnd type="none" w="sm" len="lg"/>
            <a:tailEnd type="none" w="sm" len="lg"/>
          </a:ln>
        </p:spPr>
        <p:txBody>
          <a:bodyPr wrap="none" anchor="ctr"/>
          <a:lstStyle/>
          <a:p>
            <a:endParaRPr lang="zh-CN" altLang="en-US"/>
          </a:p>
        </p:txBody>
      </p:sp>
      <p:sp>
        <p:nvSpPr>
          <p:cNvPr id="148502" name="Freeform 22"/>
          <p:cNvSpPr>
            <a:spLocks/>
          </p:cNvSpPr>
          <p:nvPr/>
        </p:nvSpPr>
        <p:spPr bwMode="auto">
          <a:xfrm>
            <a:off x="7874000" y="4565650"/>
            <a:ext cx="869950" cy="60325"/>
          </a:xfrm>
          <a:custGeom>
            <a:avLst/>
            <a:gdLst>
              <a:gd name="T0" fmla="*/ 0 w 548"/>
              <a:gd name="T1" fmla="*/ 2147483647 h 42"/>
              <a:gd name="T2" fmla="*/ 2147483647 w 548"/>
              <a:gd name="T3" fmla="*/ 2147483647 h 42"/>
              <a:gd name="T4" fmla="*/ 2147483647 w 548"/>
              <a:gd name="T5" fmla="*/ 0 h 42"/>
              <a:gd name="T6" fmla="*/ 0 60000 65536"/>
              <a:gd name="T7" fmla="*/ 0 60000 65536"/>
              <a:gd name="T8" fmla="*/ 0 60000 65536"/>
              <a:gd name="T9" fmla="*/ 0 w 548"/>
              <a:gd name="T10" fmla="*/ 0 h 42"/>
              <a:gd name="T11" fmla="*/ 548 w 548"/>
              <a:gd name="T12" fmla="*/ 42 h 42"/>
            </a:gdLst>
            <a:ahLst/>
            <a:cxnLst>
              <a:cxn ang="T6">
                <a:pos x="T0" y="T1"/>
              </a:cxn>
              <a:cxn ang="T7">
                <a:pos x="T2" y="T3"/>
              </a:cxn>
              <a:cxn ang="T8">
                <a:pos x="T4" y="T5"/>
              </a:cxn>
            </a:cxnLst>
            <a:rect l="T9" t="T10" r="T11" b="T12"/>
            <a:pathLst>
              <a:path w="548" h="42">
                <a:moveTo>
                  <a:pt x="0" y="42"/>
                </a:moveTo>
                <a:lnTo>
                  <a:pt x="482" y="42"/>
                </a:lnTo>
                <a:cubicBezTo>
                  <a:pt x="504" y="28"/>
                  <a:pt x="548" y="0"/>
                  <a:pt x="548" y="0"/>
                </a:cubicBezTo>
              </a:path>
            </a:pathLst>
          </a:custGeom>
          <a:noFill/>
          <a:ln w="19050">
            <a:solidFill>
              <a:schemeClr val="tx1"/>
            </a:solidFill>
            <a:round/>
            <a:headEnd type="none" w="sm" len="lg"/>
            <a:tailEnd type="none" w="sm" len="lg"/>
          </a:ln>
        </p:spPr>
        <p:txBody>
          <a:bodyPr wrap="none" anchor="ctr"/>
          <a:lstStyle/>
          <a:p>
            <a:endParaRPr lang="zh-CN" altLang="en-US"/>
          </a:p>
        </p:txBody>
      </p:sp>
      <p:sp>
        <p:nvSpPr>
          <p:cNvPr id="148503" name="Freeform 23"/>
          <p:cNvSpPr>
            <a:spLocks/>
          </p:cNvSpPr>
          <p:nvPr/>
        </p:nvSpPr>
        <p:spPr bwMode="auto">
          <a:xfrm>
            <a:off x="7874000" y="5157788"/>
            <a:ext cx="860425" cy="60325"/>
          </a:xfrm>
          <a:custGeom>
            <a:avLst/>
            <a:gdLst>
              <a:gd name="T0" fmla="*/ 0 w 542"/>
              <a:gd name="T1" fmla="*/ 2147483647 h 42"/>
              <a:gd name="T2" fmla="*/ 2147483647 w 542"/>
              <a:gd name="T3" fmla="*/ 2147483647 h 42"/>
              <a:gd name="T4" fmla="*/ 2147483647 w 542"/>
              <a:gd name="T5" fmla="*/ 0 h 42"/>
              <a:gd name="T6" fmla="*/ 0 60000 65536"/>
              <a:gd name="T7" fmla="*/ 0 60000 65536"/>
              <a:gd name="T8" fmla="*/ 0 60000 65536"/>
              <a:gd name="T9" fmla="*/ 0 w 542"/>
              <a:gd name="T10" fmla="*/ 0 h 42"/>
              <a:gd name="T11" fmla="*/ 542 w 542"/>
              <a:gd name="T12" fmla="*/ 42 h 42"/>
            </a:gdLst>
            <a:ahLst/>
            <a:cxnLst>
              <a:cxn ang="T6">
                <a:pos x="T0" y="T1"/>
              </a:cxn>
              <a:cxn ang="T7">
                <a:pos x="T2" y="T3"/>
              </a:cxn>
              <a:cxn ang="T8">
                <a:pos x="T4" y="T5"/>
              </a:cxn>
            </a:cxnLst>
            <a:rect l="T9" t="T10" r="T11" b="T12"/>
            <a:pathLst>
              <a:path w="542" h="42">
                <a:moveTo>
                  <a:pt x="0" y="42"/>
                </a:moveTo>
                <a:lnTo>
                  <a:pt x="476" y="42"/>
                </a:lnTo>
                <a:cubicBezTo>
                  <a:pt x="498" y="28"/>
                  <a:pt x="542" y="0"/>
                  <a:pt x="542" y="0"/>
                </a:cubicBezTo>
              </a:path>
            </a:pathLst>
          </a:custGeom>
          <a:noFill/>
          <a:ln w="19050">
            <a:solidFill>
              <a:schemeClr val="tx1"/>
            </a:solidFill>
            <a:round/>
            <a:headEnd type="none" w="sm" len="lg"/>
            <a:tailEnd type="none" w="sm" len="lg"/>
          </a:ln>
        </p:spPr>
        <p:txBody>
          <a:bodyPr wrap="none" anchor="ctr"/>
          <a:lstStyle/>
          <a:p>
            <a:endParaRPr lang="zh-CN" altLang="en-US"/>
          </a:p>
        </p:txBody>
      </p:sp>
      <p:sp>
        <p:nvSpPr>
          <p:cNvPr id="148504" name="Text Box 24"/>
          <p:cNvSpPr txBox="1">
            <a:spLocks noChangeArrowheads="1"/>
          </p:cNvSpPr>
          <p:nvPr/>
        </p:nvSpPr>
        <p:spPr bwMode="auto">
          <a:xfrm>
            <a:off x="395288" y="1973263"/>
            <a:ext cx="868362" cy="396875"/>
          </a:xfrm>
          <a:prstGeom prst="rect">
            <a:avLst/>
          </a:prstGeom>
          <a:noFill/>
          <a:ln w="12700">
            <a:noFill/>
            <a:miter lim="800000"/>
            <a:headEnd type="none" w="sm" len="lg"/>
            <a:tailEnd type="none" w="sm" len="lg"/>
          </a:ln>
        </p:spPr>
        <p:txBody>
          <a:bodyPr wrap="none">
            <a:spAutoFit/>
          </a:bodyPr>
          <a:lstStyle/>
          <a:p>
            <a:pPr defTabSz="762000" eaLnBrk="0" hangingPunct="0"/>
            <a:r>
              <a:rPr kumimoji="1" lang="zh-CN" altLang="en-US" sz="2000">
                <a:solidFill>
                  <a:srgbClr val="333399"/>
                </a:solidFill>
                <a:ea typeface="黑体" pitchFamily="49" charset="-122"/>
              </a:rPr>
              <a:t>主机</a:t>
            </a:r>
            <a:r>
              <a:rPr kumimoji="1" lang="zh-CN" altLang="en-US" sz="1000">
                <a:solidFill>
                  <a:srgbClr val="333399"/>
                </a:solidFill>
                <a:ea typeface="黑体" pitchFamily="49" charset="-122"/>
              </a:rPr>
              <a:t> </a:t>
            </a:r>
            <a:r>
              <a:rPr kumimoji="1" lang="en-US" altLang="zh-CN" sz="2000">
                <a:solidFill>
                  <a:srgbClr val="333399"/>
                </a:solidFill>
                <a:ea typeface="黑体" pitchFamily="49" charset="-122"/>
              </a:rPr>
              <a:t>1</a:t>
            </a:r>
          </a:p>
        </p:txBody>
      </p:sp>
      <p:sp>
        <p:nvSpPr>
          <p:cNvPr id="148505" name="AutoShape 25"/>
          <p:cNvSpPr>
            <a:spLocks noChangeArrowheads="1"/>
          </p:cNvSpPr>
          <p:nvPr/>
        </p:nvSpPr>
        <p:spPr bwMode="auto">
          <a:xfrm>
            <a:off x="8034338" y="2317750"/>
            <a:ext cx="685800" cy="557213"/>
          </a:xfrm>
          <a:prstGeom prst="cube">
            <a:avLst>
              <a:gd name="adj" fmla="val 17593"/>
            </a:avLst>
          </a:prstGeom>
          <a:solidFill>
            <a:srgbClr val="FFFF99"/>
          </a:solidFill>
          <a:ln w="19050">
            <a:solidFill>
              <a:schemeClr val="tx1"/>
            </a:solidFill>
            <a:miter lim="800000"/>
            <a:headEnd type="none" w="sm" len="lg"/>
            <a:tailEnd type="none" w="sm" len="lg"/>
          </a:ln>
        </p:spPr>
        <p:txBody>
          <a:bodyPr wrap="none" anchor="ctr"/>
          <a:lstStyle/>
          <a:p>
            <a:endParaRPr lang="zh-CN" altLang="en-US"/>
          </a:p>
        </p:txBody>
      </p:sp>
      <p:sp>
        <p:nvSpPr>
          <p:cNvPr id="148506" name="Text Box 26"/>
          <p:cNvSpPr txBox="1">
            <a:spLocks noChangeArrowheads="1"/>
          </p:cNvSpPr>
          <p:nvPr/>
        </p:nvSpPr>
        <p:spPr bwMode="auto">
          <a:xfrm>
            <a:off x="8027988" y="2422525"/>
            <a:ext cx="615950" cy="396875"/>
          </a:xfrm>
          <a:prstGeom prst="rect">
            <a:avLst/>
          </a:prstGeom>
          <a:noFill/>
          <a:ln w="12700">
            <a:noFill/>
            <a:miter lim="800000"/>
            <a:headEnd/>
            <a:tailEnd/>
          </a:ln>
        </p:spPr>
        <p:txBody>
          <a:bodyPr wrap="none">
            <a:spAutoFit/>
          </a:bodyPr>
          <a:lstStyle/>
          <a:p>
            <a:pPr defTabSz="762000" eaLnBrk="0" hangingPunct="0"/>
            <a:r>
              <a:rPr kumimoji="1" lang="en-US" altLang="zh-CN" sz="2000">
                <a:solidFill>
                  <a:srgbClr val="333399"/>
                </a:solidFill>
              </a:rPr>
              <a:t>AP</a:t>
            </a:r>
            <a:r>
              <a:rPr kumimoji="1" lang="en-US" altLang="zh-CN" sz="2000" b="1" baseline="-25000">
                <a:solidFill>
                  <a:srgbClr val="333399"/>
                </a:solidFill>
              </a:rPr>
              <a:t>2</a:t>
            </a:r>
            <a:endParaRPr kumimoji="1" lang="en-US" altLang="zh-CN" sz="2000" b="1">
              <a:solidFill>
                <a:srgbClr val="333399"/>
              </a:solidFill>
            </a:endParaRPr>
          </a:p>
        </p:txBody>
      </p:sp>
      <p:sp>
        <p:nvSpPr>
          <p:cNvPr id="148507" name="AutoShape 27"/>
          <p:cNvSpPr>
            <a:spLocks noChangeArrowheads="1"/>
          </p:cNvSpPr>
          <p:nvPr/>
        </p:nvSpPr>
        <p:spPr bwMode="auto">
          <a:xfrm>
            <a:off x="538163" y="2360613"/>
            <a:ext cx="685800" cy="557212"/>
          </a:xfrm>
          <a:prstGeom prst="cube">
            <a:avLst>
              <a:gd name="adj" fmla="val 17593"/>
            </a:avLst>
          </a:prstGeom>
          <a:solidFill>
            <a:srgbClr val="FFFF99"/>
          </a:solidFill>
          <a:ln w="19050">
            <a:solidFill>
              <a:schemeClr val="tx1"/>
            </a:solidFill>
            <a:miter lim="800000"/>
            <a:headEnd type="none" w="sm" len="lg"/>
            <a:tailEnd type="none" w="sm" len="lg"/>
          </a:ln>
        </p:spPr>
        <p:txBody>
          <a:bodyPr wrap="none" anchor="ctr"/>
          <a:lstStyle/>
          <a:p>
            <a:endParaRPr lang="zh-CN" altLang="en-US"/>
          </a:p>
        </p:txBody>
      </p:sp>
      <p:sp>
        <p:nvSpPr>
          <p:cNvPr id="148508" name="Text Box 28"/>
          <p:cNvSpPr txBox="1">
            <a:spLocks noChangeArrowheads="1"/>
          </p:cNvSpPr>
          <p:nvPr/>
        </p:nvSpPr>
        <p:spPr bwMode="auto">
          <a:xfrm>
            <a:off x="558800" y="2481263"/>
            <a:ext cx="615950" cy="396875"/>
          </a:xfrm>
          <a:prstGeom prst="rect">
            <a:avLst/>
          </a:prstGeom>
          <a:noFill/>
          <a:ln w="12700">
            <a:noFill/>
            <a:miter lim="800000"/>
            <a:headEnd/>
            <a:tailEnd/>
          </a:ln>
        </p:spPr>
        <p:txBody>
          <a:bodyPr wrap="none">
            <a:spAutoFit/>
          </a:bodyPr>
          <a:lstStyle/>
          <a:p>
            <a:pPr defTabSz="762000" eaLnBrk="0" hangingPunct="0"/>
            <a:r>
              <a:rPr kumimoji="1" lang="en-US" altLang="zh-CN" sz="2000">
                <a:solidFill>
                  <a:srgbClr val="333399"/>
                </a:solidFill>
              </a:rPr>
              <a:t>AP</a:t>
            </a:r>
            <a:r>
              <a:rPr kumimoji="1" lang="en-US" altLang="zh-CN" sz="2000" b="1" baseline="-25000">
                <a:solidFill>
                  <a:srgbClr val="333399"/>
                </a:solidFill>
              </a:rPr>
              <a:t>1</a:t>
            </a:r>
            <a:endParaRPr kumimoji="1" lang="en-US" altLang="zh-CN" sz="2000" b="1">
              <a:solidFill>
                <a:srgbClr val="333399"/>
              </a:solidFill>
            </a:endParaRPr>
          </a:p>
        </p:txBody>
      </p:sp>
      <p:sp>
        <p:nvSpPr>
          <p:cNvPr id="148509" name="Text Box 29"/>
          <p:cNvSpPr txBox="1">
            <a:spLocks noChangeArrowheads="1"/>
          </p:cNvSpPr>
          <p:nvPr/>
        </p:nvSpPr>
        <p:spPr bwMode="auto">
          <a:xfrm>
            <a:off x="7770813" y="1973263"/>
            <a:ext cx="868362" cy="396875"/>
          </a:xfrm>
          <a:prstGeom prst="rect">
            <a:avLst/>
          </a:prstGeom>
          <a:noFill/>
          <a:ln w="12700">
            <a:noFill/>
            <a:miter lim="800000"/>
            <a:headEnd type="none" w="sm" len="lg"/>
            <a:tailEnd type="none" w="sm" len="lg"/>
          </a:ln>
        </p:spPr>
        <p:txBody>
          <a:bodyPr wrap="none">
            <a:spAutoFit/>
          </a:bodyPr>
          <a:lstStyle/>
          <a:p>
            <a:pPr defTabSz="762000" eaLnBrk="0" hangingPunct="0"/>
            <a:r>
              <a:rPr kumimoji="1" lang="zh-CN" altLang="en-US" sz="2000">
                <a:solidFill>
                  <a:srgbClr val="333399"/>
                </a:solidFill>
                <a:ea typeface="黑体" pitchFamily="49" charset="-122"/>
              </a:rPr>
              <a:t>主机</a:t>
            </a:r>
            <a:r>
              <a:rPr kumimoji="1" lang="zh-CN" altLang="en-US" sz="1000">
                <a:solidFill>
                  <a:srgbClr val="333399"/>
                </a:solidFill>
                <a:ea typeface="黑体" pitchFamily="49" charset="-122"/>
              </a:rPr>
              <a:t> </a:t>
            </a:r>
            <a:r>
              <a:rPr kumimoji="1" lang="en-US" altLang="zh-CN" sz="2000">
                <a:solidFill>
                  <a:srgbClr val="333399"/>
                </a:solidFill>
                <a:ea typeface="黑体" pitchFamily="49" charset="-122"/>
              </a:rPr>
              <a:t>2</a:t>
            </a:r>
          </a:p>
        </p:txBody>
      </p:sp>
      <p:sp>
        <p:nvSpPr>
          <p:cNvPr id="148510" name="Text Box 30"/>
          <p:cNvSpPr txBox="1">
            <a:spLocks noChangeArrowheads="1"/>
          </p:cNvSpPr>
          <p:nvPr/>
        </p:nvSpPr>
        <p:spPr bwMode="auto">
          <a:xfrm>
            <a:off x="2214563" y="5276850"/>
            <a:ext cx="5670550" cy="457200"/>
          </a:xfrm>
          <a:prstGeom prst="rect">
            <a:avLst/>
          </a:prstGeom>
          <a:noFill/>
          <a:ln w="12700">
            <a:noFill/>
            <a:miter lim="800000"/>
            <a:headEnd type="none" w="sm" len="lg"/>
            <a:tailEnd type="none" w="sm" len="lg"/>
          </a:ln>
        </p:spPr>
        <p:txBody>
          <a:bodyPr wrap="none">
            <a:spAutoFit/>
          </a:bodyPr>
          <a:lstStyle/>
          <a:p>
            <a:pPr defTabSz="762000" eaLnBrk="0" hangingPunct="0"/>
            <a:r>
              <a:rPr kumimoji="1" lang="zh-CN" altLang="en-US" sz="2400">
                <a:solidFill>
                  <a:srgbClr val="333399"/>
                </a:solidFill>
                <a:ea typeface="黑体" pitchFamily="49" charset="-122"/>
              </a:rPr>
              <a:t>物理层接收到比特流，上交给数据链路层</a:t>
            </a:r>
          </a:p>
        </p:txBody>
      </p:sp>
      <p:sp>
        <p:nvSpPr>
          <p:cNvPr id="121887" name="AutoShape 31"/>
          <p:cNvSpPr>
            <a:spLocks noChangeArrowheads="1"/>
          </p:cNvSpPr>
          <p:nvPr/>
        </p:nvSpPr>
        <p:spPr bwMode="auto">
          <a:xfrm rot="10800000" flipV="1">
            <a:off x="8305800" y="5078413"/>
            <a:ext cx="196850" cy="396875"/>
          </a:xfrm>
          <a:prstGeom prst="upArrow">
            <a:avLst>
              <a:gd name="adj1" fmla="val 50000"/>
              <a:gd name="adj2" fmla="val 50403"/>
            </a:avLst>
          </a:prstGeom>
          <a:solidFill>
            <a:schemeClr val="hlink"/>
          </a:solidFill>
          <a:ln w="12700">
            <a:solidFill>
              <a:schemeClr val="tx1"/>
            </a:solidFill>
            <a:miter lim="800000"/>
            <a:headEnd/>
            <a:tailEnd/>
          </a:ln>
        </p:spPr>
        <p:txBody>
          <a:bodyPr vert="eaVert" wrap="none" anchor="ctr"/>
          <a:lstStyle/>
          <a:p>
            <a:endParaRPr lang="zh-CN" alt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4" fill="hold" grpId="0" nodeType="afterEffect">
                                  <p:stCondLst>
                                    <p:cond delay="500"/>
                                  </p:stCondLst>
                                  <p:childTnLst>
                                    <p:set>
                                      <p:cBhvr>
                                        <p:cTn id="6" dur="1" fill="hold">
                                          <p:stCondLst>
                                            <p:cond delay="0"/>
                                          </p:stCondLst>
                                        </p:cTn>
                                        <p:tgtEl>
                                          <p:spTgt spid="121887"/>
                                        </p:tgtEl>
                                        <p:attrNameLst>
                                          <p:attrName>style.visibility</p:attrName>
                                        </p:attrNameLst>
                                      </p:cBhvr>
                                      <p:to>
                                        <p:strVal val="visible"/>
                                      </p:to>
                                    </p:set>
                                    <p:animEffect transition="in" filter="wipe(down)">
                                      <p:cBhvr>
                                        <p:cTn id="7" dur="1000"/>
                                        <p:tgtEl>
                                          <p:spTgt spid="12188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1887" grpId="0" animBg="1"/>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9506" name="Rectangle 2"/>
          <p:cNvSpPr>
            <a:spLocks noGrp="1" noChangeArrowheads="1"/>
          </p:cNvSpPr>
          <p:nvPr>
            <p:ph type="title"/>
          </p:nvPr>
        </p:nvSpPr>
        <p:spPr/>
        <p:txBody>
          <a:bodyPr/>
          <a:lstStyle/>
          <a:p>
            <a:pPr algn="ctr" eaLnBrk="1" hangingPunct="1"/>
            <a:r>
              <a:rPr lang="zh-CN" altLang="en-US" smtClean="0">
                <a:latin typeface="微软雅黑" pitchFamily="34" charset="-122"/>
                <a:ea typeface="微软雅黑" pitchFamily="34" charset="-122"/>
              </a:rPr>
              <a:t>主机</a:t>
            </a:r>
            <a:r>
              <a:rPr lang="zh-CN" altLang="en-US" sz="2400" smtClean="0">
                <a:latin typeface="微软雅黑" pitchFamily="34" charset="-122"/>
                <a:ea typeface="微软雅黑" pitchFamily="34" charset="-122"/>
              </a:rPr>
              <a:t> </a:t>
            </a:r>
            <a:r>
              <a:rPr lang="en-US" altLang="zh-CN" smtClean="0">
                <a:latin typeface="微软雅黑" pitchFamily="34" charset="-122"/>
                <a:ea typeface="微软雅黑" pitchFamily="34" charset="-122"/>
              </a:rPr>
              <a:t>1</a:t>
            </a:r>
            <a:r>
              <a:rPr lang="en-US" altLang="zh-CN" sz="2400" smtClean="0">
                <a:latin typeface="微软雅黑" pitchFamily="34" charset="-122"/>
                <a:ea typeface="微软雅黑" pitchFamily="34" charset="-122"/>
              </a:rPr>
              <a:t> </a:t>
            </a:r>
            <a:r>
              <a:rPr lang="zh-CN" altLang="en-US" smtClean="0">
                <a:latin typeface="微软雅黑" pitchFamily="34" charset="-122"/>
                <a:ea typeface="微软雅黑" pitchFamily="34" charset="-122"/>
              </a:rPr>
              <a:t>向主机</a:t>
            </a:r>
            <a:r>
              <a:rPr lang="zh-CN" altLang="en-US" sz="2400" smtClean="0">
                <a:latin typeface="微软雅黑" pitchFamily="34" charset="-122"/>
                <a:ea typeface="微软雅黑" pitchFamily="34" charset="-122"/>
              </a:rPr>
              <a:t> </a:t>
            </a:r>
            <a:r>
              <a:rPr lang="en-US" altLang="zh-CN" smtClean="0">
                <a:latin typeface="微软雅黑" pitchFamily="34" charset="-122"/>
                <a:ea typeface="微软雅黑" pitchFamily="34" charset="-122"/>
              </a:rPr>
              <a:t>2</a:t>
            </a:r>
            <a:r>
              <a:rPr lang="en-US" altLang="zh-CN" sz="2400" smtClean="0">
                <a:latin typeface="微软雅黑" pitchFamily="34" charset="-122"/>
                <a:ea typeface="微软雅黑" pitchFamily="34" charset="-122"/>
              </a:rPr>
              <a:t> </a:t>
            </a:r>
            <a:r>
              <a:rPr lang="zh-CN" altLang="en-US" smtClean="0">
                <a:latin typeface="微软雅黑" pitchFamily="34" charset="-122"/>
                <a:ea typeface="微软雅黑" pitchFamily="34" charset="-122"/>
              </a:rPr>
              <a:t>发送数据 </a:t>
            </a:r>
          </a:p>
        </p:txBody>
      </p:sp>
      <p:sp>
        <p:nvSpPr>
          <p:cNvPr id="149507" name="AutoShape 3"/>
          <p:cNvSpPr>
            <a:spLocks noChangeArrowheads="1"/>
          </p:cNvSpPr>
          <p:nvPr/>
        </p:nvSpPr>
        <p:spPr bwMode="auto">
          <a:xfrm rot="-5400000">
            <a:off x="4374356" y="1532732"/>
            <a:ext cx="417513" cy="8991600"/>
          </a:xfrm>
          <a:prstGeom prst="can">
            <a:avLst>
              <a:gd name="adj" fmla="val 48656"/>
            </a:avLst>
          </a:prstGeom>
          <a:gradFill rotWithShape="0">
            <a:gsLst>
              <a:gs pos="0">
                <a:srgbClr val="ACACAC"/>
              </a:gs>
              <a:gs pos="50000">
                <a:srgbClr val="EAEAEA"/>
              </a:gs>
              <a:gs pos="100000">
                <a:srgbClr val="ACACAC"/>
              </a:gs>
            </a:gsLst>
            <a:lin ang="5400000" scaled="1"/>
          </a:gradFill>
          <a:ln w="19050">
            <a:solidFill>
              <a:schemeClr val="tx1"/>
            </a:solidFill>
            <a:round/>
            <a:headEnd type="none" w="sm" len="lg"/>
            <a:tailEnd type="none" w="sm" len="lg"/>
          </a:ln>
        </p:spPr>
        <p:txBody>
          <a:bodyPr wrap="none" anchor="ctr"/>
          <a:lstStyle/>
          <a:p>
            <a:endParaRPr lang="zh-CN" altLang="en-US"/>
          </a:p>
        </p:txBody>
      </p:sp>
      <p:sp>
        <p:nvSpPr>
          <p:cNvPr id="149508" name="AutoShape 4"/>
          <p:cNvSpPr>
            <a:spLocks noChangeArrowheads="1"/>
          </p:cNvSpPr>
          <p:nvPr/>
        </p:nvSpPr>
        <p:spPr bwMode="auto">
          <a:xfrm>
            <a:off x="533400" y="2847975"/>
            <a:ext cx="838200" cy="2997200"/>
          </a:xfrm>
          <a:prstGeom prst="cube">
            <a:avLst>
              <a:gd name="adj" fmla="val 10764"/>
            </a:avLst>
          </a:prstGeom>
          <a:solidFill>
            <a:srgbClr val="FFFF99"/>
          </a:solidFill>
          <a:ln w="19050">
            <a:solidFill>
              <a:schemeClr val="tx1"/>
            </a:solidFill>
            <a:miter lim="800000"/>
            <a:headEnd type="none" w="sm" len="lg"/>
            <a:tailEnd type="none" w="sm" len="lg"/>
          </a:ln>
        </p:spPr>
        <p:txBody>
          <a:bodyPr wrap="none" anchor="ctr"/>
          <a:lstStyle/>
          <a:p>
            <a:endParaRPr lang="zh-CN" altLang="en-US"/>
          </a:p>
        </p:txBody>
      </p:sp>
      <p:sp>
        <p:nvSpPr>
          <p:cNvPr id="149509" name="Text Box 5"/>
          <p:cNvSpPr txBox="1">
            <a:spLocks noChangeArrowheads="1"/>
          </p:cNvSpPr>
          <p:nvPr/>
        </p:nvSpPr>
        <p:spPr bwMode="auto">
          <a:xfrm>
            <a:off x="781050" y="3027363"/>
            <a:ext cx="325438" cy="396875"/>
          </a:xfrm>
          <a:prstGeom prst="rect">
            <a:avLst/>
          </a:prstGeom>
          <a:noFill/>
          <a:ln w="12700">
            <a:noFill/>
            <a:miter lim="800000"/>
            <a:headEnd/>
            <a:tailEnd/>
          </a:ln>
        </p:spPr>
        <p:txBody>
          <a:bodyPr wrap="none">
            <a:spAutoFit/>
          </a:bodyPr>
          <a:lstStyle/>
          <a:p>
            <a:pPr defTabSz="762000" eaLnBrk="0" hangingPunct="0"/>
            <a:r>
              <a:rPr kumimoji="1" lang="en-US" altLang="zh-CN" sz="2000">
                <a:solidFill>
                  <a:srgbClr val="333399"/>
                </a:solidFill>
              </a:rPr>
              <a:t>5</a:t>
            </a:r>
          </a:p>
        </p:txBody>
      </p:sp>
      <p:sp>
        <p:nvSpPr>
          <p:cNvPr id="149510" name="Text Box 6"/>
          <p:cNvSpPr txBox="1">
            <a:spLocks noChangeArrowheads="1"/>
          </p:cNvSpPr>
          <p:nvPr/>
        </p:nvSpPr>
        <p:spPr bwMode="auto">
          <a:xfrm>
            <a:off x="781050" y="3654425"/>
            <a:ext cx="325438" cy="396875"/>
          </a:xfrm>
          <a:prstGeom prst="rect">
            <a:avLst/>
          </a:prstGeom>
          <a:noFill/>
          <a:ln w="12700">
            <a:noFill/>
            <a:miter lim="800000"/>
            <a:headEnd/>
            <a:tailEnd/>
          </a:ln>
        </p:spPr>
        <p:txBody>
          <a:bodyPr wrap="none">
            <a:spAutoFit/>
          </a:bodyPr>
          <a:lstStyle/>
          <a:p>
            <a:pPr defTabSz="762000" eaLnBrk="0" hangingPunct="0"/>
            <a:r>
              <a:rPr kumimoji="1" lang="en-US" altLang="zh-CN" sz="2000">
                <a:solidFill>
                  <a:srgbClr val="333399"/>
                </a:solidFill>
              </a:rPr>
              <a:t>4</a:t>
            </a:r>
          </a:p>
        </p:txBody>
      </p:sp>
      <p:sp>
        <p:nvSpPr>
          <p:cNvPr id="149511" name="Text Box 7"/>
          <p:cNvSpPr txBox="1">
            <a:spLocks noChangeArrowheads="1"/>
          </p:cNvSpPr>
          <p:nvPr/>
        </p:nvSpPr>
        <p:spPr bwMode="auto">
          <a:xfrm>
            <a:off x="781050" y="4211638"/>
            <a:ext cx="325438" cy="396875"/>
          </a:xfrm>
          <a:prstGeom prst="rect">
            <a:avLst/>
          </a:prstGeom>
          <a:noFill/>
          <a:ln w="12700">
            <a:noFill/>
            <a:miter lim="800000"/>
            <a:headEnd/>
            <a:tailEnd/>
          </a:ln>
        </p:spPr>
        <p:txBody>
          <a:bodyPr wrap="none">
            <a:spAutoFit/>
          </a:bodyPr>
          <a:lstStyle/>
          <a:p>
            <a:pPr defTabSz="762000" eaLnBrk="0" hangingPunct="0"/>
            <a:r>
              <a:rPr kumimoji="1" lang="en-US" altLang="zh-CN" sz="2000">
                <a:solidFill>
                  <a:srgbClr val="333399"/>
                </a:solidFill>
              </a:rPr>
              <a:t>3</a:t>
            </a:r>
          </a:p>
        </p:txBody>
      </p:sp>
      <p:sp>
        <p:nvSpPr>
          <p:cNvPr id="149512" name="Text Box 8"/>
          <p:cNvSpPr txBox="1">
            <a:spLocks noChangeArrowheads="1"/>
          </p:cNvSpPr>
          <p:nvPr/>
        </p:nvSpPr>
        <p:spPr bwMode="auto">
          <a:xfrm>
            <a:off x="781050" y="4770438"/>
            <a:ext cx="325438" cy="396875"/>
          </a:xfrm>
          <a:prstGeom prst="rect">
            <a:avLst/>
          </a:prstGeom>
          <a:noFill/>
          <a:ln w="12700">
            <a:noFill/>
            <a:miter lim="800000"/>
            <a:headEnd/>
            <a:tailEnd/>
          </a:ln>
        </p:spPr>
        <p:txBody>
          <a:bodyPr wrap="none">
            <a:spAutoFit/>
          </a:bodyPr>
          <a:lstStyle/>
          <a:p>
            <a:pPr defTabSz="762000" eaLnBrk="0" hangingPunct="0"/>
            <a:r>
              <a:rPr kumimoji="1" lang="en-US" altLang="zh-CN" sz="2000">
                <a:solidFill>
                  <a:srgbClr val="333399"/>
                </a:solidFill>
              </a:rPr>
              <a:t>2</a:t>
            </a:r>
          </a:p>
        </p:txBody>
      </p:sp>
      <p:sp>
        <p:nvSpPr>
          <p:cNvPr id="149513" name="Text Box 9"/>
          <p:cNvSpPr txBox="1">
            <a:spLocks noChangeArrowheads="1"/>
          </p:cNvSpPr>
          <p:nvPr/>
        </p:nvSpPr>
        <p:spPr bwMode="auto">
          <a:xfrm>
            <a:off x="781050" y="5337175"/>
            <a:ext cx="325438" cy="396875"/>
          </a:xfrm>
          <a:prstGeom prst="rect">
            <a:avLst/>
          </a:prstGeom>
          <a:noFill/>
          <a:ln w="12700">
            <a:noFill/>
            <a:miter lim="800000"/>
            <a:headEnd/>
            <a:tailEnd/>
          </a:ln>
        </p:spPr>
        <p:txBody>
          <a:bodyPr wrap="none">
            <a:spAutoFit/>
          </a:bodyPr>
          <a:lstStyle/>
          <a:p>
            <a:pPr defTabSz="762000" eaLnBrk="0" hangingPunct="0"/>
            <a:r>
              <a:rPr kumimoji="1" lang="en-US" altLang="zh-CN" sz="2000">
                <a:solidFill>
                  <a:srgbClr val="333399"/>
                </a:solidFill>
              </a:rPr>
              <a:t>1</a:t>
            </a:r>
          </a:p>
        </p:txBody>
      </p:sp>
      <p:sp>
        <p:nvSpPr>
          <p:cNvPr id="149514" name="Freeform 10"/>
          <p:cNvSpPr>
            <a:spLocks/>
          </p:cNvSpPr>
          <p:nvPr/>
        </p:nvSpPr>
        <p:spPr bwMode="auto">
          <a:xfrm>
            <a:off x="533400" y="3449638"/>
            <a:ext cx="847725" cy="61912"/>
          </a:xfrm>
          <a:custGeom>
            <a:avLst/>
            <a:gdLst>
              <a:gd name="T0" fmla="*/ 0 w 534"/>
              <a:gd name="T1" fmla="*/ 2147483647 h 42"/>
              <a:gd name="T2" fmla="*/ 2147483647 w 534"/>
              <a:gd name="T3" fmla="*/ 2147483647 h 42"/>
              <a:gd name="T4" fmla="*/ 2147483647 w 534"/>
              <a:gd name="T5" fmla="*/ 0 h 42"/>
              <a:gd name="T6" fmla="*/ 0 60000 65536"/>
              <a:gd name="T7" fmla="*/ 0 60000 65536"/>
              <a:gd name="T8" fmla="*/ 0 60000 65536"/>
              <a:gd name="T9" fmla="*/ 0 w 534"/>
              <a:gd name="T10" fmla="*/ 0 h 42"/>
              <a:gd name="T11" fmla="*/ 534 w 534"/>
              <a:gd name="T12" fmla="*/ 42 h 42"/>
            </a:gdLst>
            <a:ahLst/>
            <a:cxnLst>
              <a:cxn ang="T6">
                <a:pos x="T0" y="T1"/>
              </a:cxn>
              <a:cxn ang="T7">
                <a:pos x="T2" y="T3"/>
              </a:cxn>
              <a:cxn ang="T8">
                <a:pos x="T4" y="T5"/>
              </a:cxn>
            </a:cxnLst>
            <a:rect l="T9" t="T10" r="T11" b="T12"/>
            <a:pathLst>
              <a:path w="534" h="42">
                <a:moveTo>
                  <a:pt x="0" y="42"/>
                </a:moveTo>
                <a:lnTo>
                  <a:pt x="468" y="42"/>
                </a:lnTo>
                <a:cubicBezTo>
                  <a:pt x="490" y="28"/>
                  <a:pt x="534" y="0"/>
                  <a:pt x="534" y="0"/>
                </a:cubicBezTo>
              </a:path>
            </a:pathLst>
          </a:custGeom>
          <a:noFill/>
          <a:ln w="19050">
            <a:solidFill>
              <a:schemeClr val="tx1"/>
            </a:solidFill>
            <a:round/>
            <a:headEnd type="none" w="sm" len="lg"/>
            <a:tailEnd type="none" w="sm" len="lg"/>
          </a:ln>
        </p:spPr>
        <p:txBody>
          <a:bodyPr wrap="none" anchor="ctr"/>
          <a:lstStyle/>
          <a:p>
            <a:endParaRPr lang="zh-CN" altLang="en-US"/>
          </a:p>
        </p:txBody>
      </p:sp>
      <p:sp>
        <p:nvSpPr>
          <p:cNvPr id="149515" name="Freeform 11"/>
          <p:cNvSpPr>
            <a:spLocks/>
          </p:cNvSpPr>
          <p:nvPr/>
        </p:nvSpPr>
        <p:spPr bwMode="auto">
          <a:xfrm>
            <a:off x="542925" y="4024313"/>
            <a:ext cx="847725" cy="61912"/>
          </a:xfrm>
          <a:custGeom>
            <a:avLst/>
            <a:gdLst>
              <a:gd name="T0" fmla="*/ 0 w 534"/>
              <a:gd name="T1" fmla="*/ 2147483647 h 42"/>
              <a:gd name="T2" fmla="*/ 2147483647 w 534"/>
              <a:gd name="T3" fmla="*/ 2147483647 h 42"/>
              <a:gd name="T4" fmla="*/ 2147483647 w 534"/>
              <a:gd name="T5" fmla="*/ 0 h 42"/>
              <a:gd name="T6" fmla="*/ 0 60000 65536"/>
              <a:gd name="T7" fmla="*/ 0 60000 65536"/>
              <a:gd name="T8" fmla="*/ 0 60000 65536"/>
              <a:gd name="T9" fmla="*/ 0 w 534"/>
              <a:gd name="T10" fmla="*/ 0 h 42"/>
              <a:gd name="T11" fmla="*/ 534 w 534"/>
              <a:gd name="T12" fmla="*/ 42 h 42"/>
            </a:gdLst>
            <a:ahLst/>
            <a:cxnLst>
              <a:cxn ang="T6">
                <a:pos x="T0" y="T1"/>
              </a:cxn>
              <a:cxn ang="T7">
                <a:pos x="T2" y="T3"/>
              </a:cxn>
              <a:cxn ang="T8">
                <a:pos x="T4" y="T5"/>
              </a:cxn>
            </a:cxnLst>
            <a:rect l="T9" t="T10" r="T11" b="T12"/>
            <a:pathLst>
              <a:path w="534" h="42">
                <a:moveTo>
                  <a:pt x="0" y="36"/>
                </a:moveTo>
                <a:lnTo>
                  <a:pt x="468" y="42"/>
                </a:lnTo>
                <a:cubicBezTo>
                  <a:pt x="490" y="28"/>
                  <a:pt x="534" y="0"/>
                  <a:pt x="534" y="0"/>
                </a:cubicBezTo>
              </a:path>
            </a:pathLst>
          </a:custGeom>
          <a:noFill/>
          <a:ln w="19050">
            <a:solidFill>
              <a:schemeClr val="tx1"/>
            </a:solidFill>
            <a:round/>
            <a:headEnd type="none" w="sm" len="lg"/>
            <a:tailEnd type="none" w="sm" len="lg"/>
          </a:ln>
        </p:spPr>
        <p:txBody>
          <a:bodyPr wrap="none" anchor="ctr"/>
          <a:lstStyle/>
          <a:p>
            <a:endParaRPr lang="zh-CN" altLang="en-US"/>
          </a:p>
        </p:txBody>
      </p:sp>
      <p:sp>
        <p:nvSpPr>
          <p:cNvPr id="149516" name="Freeform 12"/>
          <p:cNvSpPr>
            <a:spLocks/>
          </p:cNvSpPr>
          <p:nvPr/>
        </p:nvSpPr>
        <p:spPr bwMode="auto">
          <a:xfrm>
            <a:off x="520700" y="4600575"/>
            <a:ext cx="869950" cy="60325"/>
          </a:xfrm>
          <a:custGeom>
            <a:avLst/>
            <a:gdLst>
              <a:gd name="T0" fmla="*/ 0 w 548"/>
              <a:gd name="T1" fmla="*/ 2147483647 h 42"/>
              <a:gd name="T2" fmla="*/ 2147483647 w 548"/>
              <a:gd name="T3" fmla="*/ 2147483647 h 42"/>
              <a:gd name="T4" fmla="*/ 2147483647 w 548"/>
              <a:gd name="T5" fmla="*/ 0 h 42"/>
              <a:gd name="T6" fmla="*/ 0 60000 65536"/>
              <a:gd name="T7" fmla="*/ 0 60000 65536"/>
              <a:gd name="T8" fmla="*/ 0 60000 65536"/>
              <a:gd name="T9" fmla="*/ 0 w 548"/>
              <a:gd name="T10" fmla="*/ 0 h 42"/>
              <a:gd name="T11" fmla="*/ 548 w 548"/>
              <a:gd name="T12" fmla="*/ 42 h 42"/>
            </a:gdLst>
            <a:ahLst/>
            <a:cxnLst>
              <a:cxn ang="T6">
                <a:pos x="T0" y="T1"/>
              </a:cxn>
              <a:cxn ang="T7">
                <a:pos x="T2" y="T3"/>
              </a:cxn>
              <a:cxn ang="T8">
                <a:pos x="T4" y="T5"/>
              </a:cxn>
            </a:cxnLst>
            <a:rect l="T9" t="T10" r="T11" b="T12"/>
            <a:pathLst>
              <a:path w="548" h="42">
                <a:moveTo>
                  <a:pt x="0" y="42"/>
                </a:moveTo>
                <a:lnTo>
                  <a:pt x="482" y="42"/>
                </a:lnTo>
                <a:cubicBezTo>
                  <a:pt x="504" y="28"/>
                  <a:pt x="548" y="0"/>
                  <a:pt x="548" y="0"/>
                </a:cubicBezTo>
              </a:path>
            </a:pathLst>
          </a:custGeom>
          <a:noFill/>
          <a:ln w="19050">
            <a:solidFill>
              <a:schemeClr val="tx1"/>
            </a:solidFill>
            <a:round/>
            <a:headEnd type="none" w="sm" len="lg"/>
            <a:tailEnd type="none" w="sm" len="lg"/>
          </a:ln>
        </p:spPr>
        <p:txBody>
          <a:bodyPr wrap="none" anchor="ctr"/>
          <a:lstStyle/>
          <a:p>
            <a:endParaRPr lang="zh-CN" altLang="en-US"/>
          </a:p>
        </p:txBody>
      </p:sp>
      <p:sp>
        <p:nvSpPr>
          <p:cNvPr id="149517" name="Freeform 13"/>
          <p:cNvSpPr>
            <a:spLocks/>
          </p:cNvSpPr>
          <p:nvPr/>
        </p:nvSpPr>
        <p:spPr bwMode="auto">
          <a:xfrm>
            <a:off x="520700" y="5192713"/>
            <a:ext cx="860425" cy="60325"/>
          </a:xfrm>
          <a:custGeom>
            <a:avLst/>
            <a:gdLst>
              <a:gd name="T0" fmla="*/ 0 w 542"/>
              <a:gd name="T1" fmla="*/ 2147483647 h 42"/>
              <a:gd name="T2" fmla="*/ 2147483647 w 542"/>
              <a:gd name="T3" fmla="*/ 2147483647 h 42"/>
              <a:gd name="T4" fmla="*/ 2147483647 w 542"/>
              <a:gd name="T5" fmla="*/ 0 h 42"/>
              <a:gd name="T6" fmla="*/ 0 60000 65536"/>
              <a:gd name="T7" fmla="*/ 0 60000 65536"/>
              <a:gd name="T8" fmla="*/ 0 60000 65536"/>
              <a:gd name="T9" fmla="*/ 0 w 542"/>
              <a:gd name="T10" fmla="*/ 0 h 42"/>
              <a:gd name="T11" fmla="*/ 542 w 542"/>
              <a:gd name="T12" fmla="*/ 42 h 42"/>
            </a:gdLst>
            <a:ahLst/>
            <a:cxnLst>
              <a:cxn ang="T6">
                <a:pos x="T0" y="T1"/>
              </a:cxn>
              <a:cxn ang="T7">
                <a:pos x="T2" y="T3"/>
              </a:cxn>
              <a:cxn ang="T8">
                <a:pos x="T4" y="T5"/>
              </a:cxn>
            </a:cxnLst>
            <a:rect l="T9" t="T10" r="T11" b="T12"/>
            <a:pathLst>
              <a:path w="542" h="42">
                <a:moveTo>
                  <a:pt x="0" y="42"/>
                </a:moveTo>
                <a:lnTo>
                  <a:pt x="476" y="42"/>
                </a:lnTo>
                <a:cubicBezTo>
                  <a:pt x="498" y="28"/>
                  <a:pt x="542" y="0"/>
                  <a:pt x="542" y="0"/>
                </a:cubicBezTo>
              </a:path>
            </a:pathLst>
          </a:custGeom>
          <a:noFill/>
          <a:ln w="19050">
            <a:solidFill>
              <a:schemeClr val="tx1"/>
            </a:solidFill>
            <a:round/>
            <a:headEnd type="none" w="sm" len="lg"/>
            <a:tailEnd type="none" w="sm" len="lg"/>
          </a:ln>
        </p:spPr>
        <p:txBody>
          <a:bodyPr wrap="none" anchor="ctr"/>
          <a:lstStyle/>
          <a:p>
            <a:endParaRPr lang="zh-CN" altLang="en-US"/>
          </a:p>
        </p:txBody>
      </p:sp>
      <p:sp>
        <p:nvSpPr>
          <p:cNvPr id="149518" name="AutoShape 14"/>
          <p:cNvSpPr>
            <a:spLocks noChangeArrowheads="1"/>
          </p:cNvSpPr>
          <p:nvPr/>
        </p:nvSpPr>
        <p:spPr bwMode="auto">
          <a:xfrm>
            <a:off x="7886700" y="2814638"/>
            <a:ext cx="838200" cy="3030537"/>
          </a:xfrm>
          <a:prstGeom prst="cube">
            <a:avLst>
              <a:gd name="adj" fmla="val 10764"/>
            </a:avLst>
          </a:prstGeom>
          <a:solidFill>
            <a:srgbClr val="FFFF99"/>
          </a:solidFill>
          <a:ln w="19050">
            <a:solidFill>
              <a:schemeClr val="tx1"/>
            </a:solidFill>
            <a:miter lim="800000"/>
            <a:headEnd type="none" w="sm" len="lg"/>
            <a:tailEnd type="none" w="sm" len="lg"/>
          </a:ln>
        </p:spPr>
        <p:txBody>
          <a:bodyPr wrap="none" anchor="ctr"/>
          <a:lstStyle/>
          <a:p>
            <a:endParaRPr lang="zh-CN" altLang="en-US"/>
          </a:p>
        </p:txBody>
      </p:sp>
      <p:sp>
        <p:nvSpPr>
          <p:cNvPr id="149519" name="Text Box 15"/>
          <p:cNvSpPr txBox="1">
            <a:spLocks noChangeArrowheads="1"/>
          </p:cNvSpPr>
          <p:nvPr/>
        </p:nvSpPr>
        <p:spPr bwMode="auto">
          <a:xfrm>
            <a:off x="7924800" y="2992438"/>
            <a:ext cx="325438" cy="396875"/>
          </a:xfrm>
          <a:prstGeom prst="rect">
            <a:avLst/>
          </a:prstGeom>
          <a:noFill/>
          <a:ln w="12700">
            <a:noFill/>
            <a:miter lim="800000"/>
            <a:headEnd/>
            <a:tailEnd/>
          </a:ln>
        </p:spPr>
        <p:txBody>
          <a:bodyPr wrap="none">
            <a:spAutoFit/>
          </a:bodyPr>
          <a:lstStyle/>
          <a:p>
            <a:pPr defTabSz="762000" eaLnBrk="0" hangingPunct="0"/>
            <a:r>
              <a:rPr kumimoji="1" lang="en-US" altLang="zh-CN" sz="2000">
                <a:solidFill>
                  <a:srgbClr val="333399"/>
                </a:solidFill>
              </a:rPr>
              <a:t>5</a:t>
            </a:r>
          </a:p>
        </p:txBody>
      </p:sp>
      <p:sp>
        <p:nvSpPr>
          <p:cNvPr id="149520" name="Text Box 16"/>
          <p:cNvSpPr txBox="1">
            <a:spLocks noChangeArrowheads="1"/>
          </p:cNvSpPr>
          <p:nvPr/>
        </p:nvSpPr>
        <p:spPr bwMode="auto">
          <a:xfrm>
            <a:off x="7924800" y="3619500"/>
            <a:ext cx="325438" cy="396875"/>
          </a:xfrm>
          <a:prstGeom prst="rect">
            <a:avLst/>
          </a:prstGeom>
          <a:noFill/>
          <a:ln w="12700">
            <a:noFill/>
            <a:miter lim="800000"/>
            <a:headEnd/>
            <a:tailEnd/>
          </a:ln>
        </p:spPr>
        <p:txBody>
          <a:bodyPr wrap="none">
            <a:spAutoFit/>
          </a:bodyPr>
          <a:lstStyle/>
          <a:p>
            <a:pPr defTabSz="762000" eaLnBrk="0" hangingPunct="0"/>
            <a:r>
              <a:rPr kumimoji="1" lang="en-US" altLang="zh-CN" sz="2000">
                <a:solidFill>
                  <a:srgbClr val="333399"/>
                </a:solidFill>
              </a:rPr>
              <a:t>4</a:t>
            </a:r>
          </a:p>
        </p:txBody>
      </p:sp>
      <p:sp>
        <p:nvSpPr>
          <p:cNvPr id="149521" name="Text Box 17"/>
          <p:cNvSpPr txBox="1">
            <a:spLocks noChangeArrowheads="1"/>
          </p:cNvSpPr>
          <p:nvPr/>
        </p:nvSpPr>
        <p:spPr bwMode="auto">
          <a:xfrm>
            <a:off x="7924800" y="4176713"/>
            <a:ext cx="325438" cy="396875"/>
          </a:xfrm>
          <a:prstGeom prst="rect">
            <a:avLst/>
          </a:prstGeom>
          <a:noFill/>
          <a:ln w="12700">
            <a:noFill/>
            <a:miter lim="800000"/>
            <a:headEnd/>
            <a:tailEnd/>
          </a:ln>
        </p:spPr>
        <p:txBody>
          <a:bodyPr wrap="none">
            <a:spAutoFit/>
          </a:bodyPr>
          <a:lstStyle/>
          <a:p>
            <a:pPr defTabSz="762000" eaLnBrk="0" hangingPunct="0"/>
            <a:r>
              <a:rPr kumimoji="1" lang="en-US" altLang="zh-CN" sz="2000">
                <a:solidFill>
                  <a:srgbClr val="333399"/>
                </a:solidFill>
              </a:rPr>
              <a:t>3</a:t>
            </a:r>
          </a:p>
        </p:txBody>
      </p:sp>
      <p:sp>
        <p:nvSpPr>
          <p:cNvPr id="149522" name="Text Box 18"/>
          <p:cNvSpPr txBox="1">
            <a:spLocks noChangeArrowheads="1"/>
          </p:cNvSpPr>
          <p:nvPr/>
        </p:nvSpPr>
        <p:spPr bwMode="auto">
          <a:xfrm>
            <a:off x="7924800" y="4737100"/>
            <a:ext cx="325438" cy="396875"/>
          </a:xfrm>
          <a:prstGeom prst="rect">
            <a:avLst/>
          </a:prstGeom>
          <a:noFill/>
          <a:ln w="12700">
            <a:noFill/>
            <a:miter lim="800000"/>
            <a:headEnd/>
            <a:tailEnd/>
          </a:ln>
        </p:spPr>
        <p:txBody>
          <a:bodyPr wrap="none">
            <a:spAutoFit/>
          </a:bodyPr>
          <a:lstStyle/>
          <a:p>
            <a:pPr defTabSz="762000" eaLnBrk="0" hangingPunct="0"/>
            <a:r>
              <a:rPr kumimoji="1" lang="en-US" altLang="zh-CN" sz="2000">
                <a:solidFill>
                  <a:srgbClr val="333399"/>
                </a:solidFill>
              </a:rPr>
              <a:t>2</a:t>
            </a:r>
          </a:p>
        </p:txBody>
      </p:sp>
      <p:sp>
        <p:nvSpPr>
          <p:cNvPr id="149523" name="Text Box 19"/>
          <p:cNvSpPr txBox="1">
            <a:spLocks noChangeArrowheads="1"/>
          </p:cNvSpPr>
          <p:nvPr/>
        </p:nvSpPr>
        <p:spPr bwMode="auto">
          <a:xfrm>
            <a:off x="7924800" y="5302250"/>
            <a:ext cx="325438" cy="396875"/>
          </a:xfrm>
          <a:prstGeom prst="rect">
            <a:avLst/>
          </a:prstGeom>
          <a:noFill/>
          <a:ln w="12700">
            <a:noFill/>
            <a:miter lim="800000"/>
            <a:headEnd/>
            <a:tailEnd/>
          </a:ln>
        </p:spPr>
        <p:txBody>
          <a:bodyPr wrap="none">
            <a:spAutoFit/>
          </a:bodyPr>
          <a:lstStyle/>
          <a:p>
            <a:pPr defTabSz="762000" eaLnBrk="0" hangingPunct="0"/>
            <a:r>
              <a:rPr kumimoji="1" lang="en-US" altLang="zh-CN" sz="2000">
                <a:solidFill>
                  <a:srgbClr val="333399"/>
                </a:solidFill>
              </a:rPr>
              <a:t>1</a:t>
            </a:r>
          </a:p>
        </p:txBody>
      </p:sp>
      <p:sp>
        <p:nvSpPr>
          <p:cNvPr id="149524" name="Freeform 20"/>
          <p:cNvSpPr>
            <a:spLocks/>
          </p:cNvSpPr>
          <p:nvPr/>
        </p:nvSpPr>
        <p:spPr bwMode="auto">
          <a:xfrm>
            <a:off x="7886700" y="3414713"/>
            <a:ext cx="847725" cy="61912"/>
          </a:xfrm>
          <a:custGeom>
            <a:avLst/>
            <a:gdLst>
              <a:gd name="T0" fmla="*/ 0 w 534"/>
              <a:gd name="T1" fmla="*/ 2147483647 h 42"/>
              <a:gd name="T2" fmla="*/ 2147483647 w 534"/>
              <a:gd name="T3" fmla="*/ 2147483647 h 42"/>
              <a:gd name="T4" fmla="*/ 2147483647 w 534"/>
              <a:gd name="T5" fmla="*/ 0 h 42"/>
              <a:gd name="T6" fmla="*/ 0 60000 65536"/>
              <a:gd name="T7" fmla="*/ 0 60000 65536"/>
              <a:gd name="T8" fmla="*/ 0 60000 65536"/>
              <a:gd name="T9" fmla="*/ 0 w 534"/>
              <a:gd name="T10" fmla="*/ 0 h 42"/>
              <a:gd name="T11" fmla="*/ 534 w 534"/>
              <a:gd name="T12" fmla="*/ 42 h 42"/>
            </a:gdLst>
            <a:ahLst/>
            <a:cxnLst>
              <a:cxn ang="T6">
                <a:pos x="T0" y="T1"/>
              </a:cxn>
              <a:cxn ang="T7">
                <a:pos x="T2" y="T3"/>
              </a:cxn>
              <a:cxn ang="T8">
                <a:pos x="T4" y="T5"/>
              </a:cxn>
            </a:cxnLst>
            <a:rect l="T9" t="T10" r="T11" b="T12"/>
            <a:pathLst>
              <a:path w="534" h="42">
                <a:moveTo>
                  <a:pt x="0" y="42"/>
                </a:moveTo>
                <a:lnTo>
                  <a:pt x="468" y="42"/>
                </a:lnTo>
                <a:cubicBezTo>
                  <a:pt x="490" y="28"/>
                  <a:pt x="534" y="0"/>
                  <a:pt x="534" y="0"/>
                </a:cubicBezTo>
              </a:path>
            </a:pathLst>
          </a:custGeom>
          <a:noFill/>
          <a:ln w="19050">
            <a:solidFill>
              <a:schemeClr val="tx1"/>
            </a:solidFill>
            <a:round/>
            <a:headEnd type="none" w="sm" len="lg"/>
            <a:tailEnd type="none" w="sm" len="lg"/>
          </a:ln>
        </p:spPr>
        <p:txBody>
          <a:bodyPr wrap="none" anchor="ctr"/>
          <a:lstStyle/>
          <a:p>
            <a:endParaRPr lang="zh-CN" altLang="en-US"/>
          </a:p>
        </p:txBody>
      </p:sp>
      <p:sp>
        <p:nvSpPr>
          <p:cNvPr id="149525" name="Freeform 21"/>
          <p:cNvSpPr>
            <a:spLocks/>
          </p:cNvSpPr>
          <p:nvPr/>
        </p:nvSpPr>
        <p:spPr bwMode="auto">
          <a:xfrm>
            <a:off x="7896225" y="3989388"/>
            <a:ext cx="847725" cy="61912"/>
          </a:xfrm>
          <a:custGeom>
            <a:avLst/>
            <a:gdLst>
              <a:gd name="T0" fmla="*/ 0 w 534"/>
              <a:gd name="T1" fmla="*/ 2147483647 h 42"/>
              <a:gd name="T2" fmla="*/ 2147483647 w 534"/>
              <a:gd name="T3" fmla="*/ 2147483647 h 42"/>
              <a:gd name="T4" fmla="*/ 2147483647 w 534"/>
              <a:gd name="T5" fmla="*/ 0 h 42"/>
              <a:gd name="T6" fmla="*/ 0 60000 65536"/>
              <a:gd name="T7" fmla="*/ 0 60000 65536"/>
              <a:gd name="T8" fmla="*/ 0 60000 65536"/>
              <a:gd name="T9" fmla="*/ 0 w 534"/>
              <a:gd name="T10" fmla="*/ 0 h 42"/>
              <a:gd name="T11" fmla="*/ 534 w 534"/>
              <a:gd name="T12" fmla="*/ 42 h 42"/>
            </a:gdLst>
            <a:ahLst/>
            <a:cxnLst>
              <a:cxn ang="T6">
                <a:pos x="T0" y="T1"/>
              </a:cxn>
              <a:cxn ang="T7">
                <a:pos x="T2" y="T3"/>
              </a:cxn>
              <a:cxn ang="T8">
                <a:pos x="T4" y="T5"/>
              </a:cxn>
            </a:cxnLst>
            <a:rect l="T9" t="T10" r="T11" b="T12"/>
            <a:pathLst>
              <a:path w="534" h="42">
                <a:moveTo>
                  <a:pt x="0" y="36"/>
                </a:moveTo>
                <a:lnTo>
                  <a:pt x="468" y="42"/>
                </a:lnTo>
                <a:cubicBezTo>
                  <a:pt x="490" y="28"/>
                  <a:pt x="534" y="0"/>
                  <a:pt x="534" y="0"/>
                </a:cubicBezTo>
              </a:path>
            </a:pathLst>
          </a:custGeom>
          <a:noFill/>
          <a:ln w="19050">
            <a:solidFill>
              <a:schemeClr val="tx1"/>
            </a:solidFill>
            <a:round/>
            <a:headEnd type="none" w="sm" len="lg"/>
            <a:tailEnd type="none" w="sm" len="lg"/>
          </a:ln>
        </p:spPr>
        <p:txBody>
          <a:bodyPr wrap="none" anchor="ctr"/>
          <a:lstStyle/>
          <a:p>
            <a:endParaRPr lang="zh-CN" altLang="en-US"/>
          </a:p>
        </p:txBody>
      </p:sp>
      <p:sp>
        <p:nvSpPr>
          <p:cNvPr id="149526" name="Freeform 22"/>
          <p:cNvSpPr>
            <a:spLocks/>
          </p:cNvSpPr>
          <p:nvPr/>
        </p:nvSpPr>
        <p:spPr bwMode="auto">
          <a:xfrm>
            <a:off x="7874000" y="4565650"/>
            <a:ext cx="869950" cy="60325"/>
          </a:xfrm>
          <a:custGeom>
            <a:avLst/>
            <a:gdLst>
              <a:gd name="T0" fmla="*/ 0 w 548"/>
              <a:gd name="T1" fmla="*/ 2147483647 h 42"/>
              <a:gd name="T2" fmla="*/ 2147483647 w 548"/>
              <a:gd name="T3" fmla="*/ 2147483647 h 42"/>
              <a:gd name="T4" fmla="*/ 2147483647 w 548"/>
              <a:gd name="T5" fmla="*/ 0 h 42"/>
              <a:gd name="T6" fmla="*/ 0 60000 65536"/>
              <a:gd name="T7" fmla="*/ 0 60000 65536"/>
              <a:gd name="T8" fmla="*/ 0 60000 65536"/>
              <a:gd name="T9" fmla="*/ 0 w 548"/>
              <a:gd name="T10" fmla="*/ 0 h 42"/>
              <a:gd name="T11" fmla="*/ 548 w 548"/>
              <a:gd name="T12" fmla="*/ 42 h 42"/>
            </a:gdLst>
            <a:ahLst/>
            <a:cxnLst>
              <a:cxn ang="T6">
                <a:pos x="T0" y="T1"/>
              </a:cxn>
              <a:cxn ang="T7">
                <a:pos x="T2" y="T3"/>
              </a:cxn>
              <a:cxn ang="T8">
                <a:pos x="T4" y="T5"/>
              </a:cxn>
            </a:cxnLst>
            <a:rect l="T9" t="T10" r="T11" b="T12"/>
            <a:pathLst>
              <a:path w="548" h="42">
                <a:moveTo>
                  <a:pt x="0" y="42"/>
                </a:moveTo>
                <a:lnTo>
                  <a:pt x="482" y="42"/>
                </a:lnTo>
                <a:cubicBezTo>
                  <a:pt x="504" y="28"/>
                  <a:pt x="548" y="0"/>
                  <a:pt x="548" y="0"/>
                </a:cubicBezTo>
              </a:path>
            </a:pathLst>
          </a:custGeom>
          <a:noFill/>
          <a:ln w="19050">
            <a:solidFill>
              <a:schemeClr val="tx1"/>
            </a:solidFill>
            <a:round/>
            <a:headEnd type="none" w="sm" len="lg"/>
            <a:tailEnd type="none" w="sm" len="lg"/>
          </a:ln>
        </p:spPr>
        <p:txBody>
          <a:bodyPr wrap="none" anchor="ctr"/>
          <a:lstStyle/>
          <a:p>
            <a:endParaRPr lang="zh-CN" altLang="en-US"/>
          </a:p>
        </p:txBody>
      </p:sp>
      <p:sp>
        <p:nvSpPr>
          <p:cNvPr id="149527" name="Freeform 23"/>
          <p:cNvSpPr>
            <a:spLocks/>
          </p:cNvSpPr>
          <p:nvPr/>
        </p:nvSpPr>
        <p:spPr bwMode="auto">
          <a:xfrm>
            <a:off x="7874000" y="5157788"/>
            <a:ext cx="860425" cy="60325"/>
          </a:xfrm>
          <a:custGeom>
            <a:avLst/>
            <a:gdLst>
              <a:gd name="T0" fmla="*/ 0 w 542"/>
              <a:gd name="T1" fmla="*/ 2147483647 h 42"/>
              <a:gd name="T2" fmla="*/ 2147483647 w 542"/>
              <a:gd name="T3" fmla="*/ 2147483647 h 42"/>
              <a:gd name="T4" fmla="*/ 2147483647 w 542"/>
              <a:gd name="T5" fmla="*/ 0 h 42"/>
              <a:gd name="T6" fmla="*/ 0 60000 65536"/>
              <a:gd name="T7" fmla="*/ 0 60000 65536"/>
              <a:gd name="T8" fmla="*/ 0 60000 65536"/>
              <a:gd name="T9" fmla="*/ 0 w 542"/>
              <a:gd name="T10" fmla="*/ 0 h 42"/>
              <a:gd name="T11" fmla="*/ 542 w 542"/>
              <a:gd name="T12" fmla="*/ 42 h 42"/>
            </a:gdLst>
            <a:ahLst/>
            <a:cxnLst>
              <a:cxn ang="T6">
                <a:pos x="T0" y="T1"/>
              </a:cxn>
              <a:cxn ang="T7">
                <a:pos x="T2" y="T3"/>
              </a:cxn>
              <a:cxn ang="T8">
                <a:pos x="T4" y="T5"/>
              </a:cxn>
            </a:cxnLst>
            <a:rect l="T9" t="T10" r="T11" b="T12"/>
            <a:pathLst>
              <a:path w="542" h="42">
                <a:moveTo>
                  <a:pt x="0" y="42"/>
                </a:moveTo>
                <a:lnTo>
                  <a:pt x="476" y="42"/>
                </a:lnTo>
                <a:cubicBezTo>
                  <a:pt x="498" y="28"/>
                  <a:pt x="542" y="0"/>
                  <a:pt x="542" y="0"/>
                </a:cubicBezTo>
              </a:path>
            </a:pathLst>
          </a:custGeom>
          <a:noFill/>
          <a:ln w="19050">
            <a:solidFill>
              <a:schemeClr val="tx1"/>
            </a:solidFill>
            <a:round/>
            <a:headEnd type="none" w="sm" len="lg"/>
            <a:tailEnd type="none" w="sm" len="lg"/>
          </a:ln>
        </p:spPr>
        <p:txBody>
          <a:bodyPr wrap="none" anchor="ctr"/>
          <a:lstStyle/>
          <a:p>
            <a:endParaRPr lang="zh-CN" altLang="en-US"/>
          </a:p>
        </p:txBody>
      </p:sp>
      <p:sp>
        <p:nvSpPr>
          <p:cNvPr id="149528" name="Text Box 24"/>
          <p:cNvSpPr txBox="1">
            <a:spLocks noChangeArrowheads="1"/>
          </p:cNvSpPr>
          <p:nvPr/>
        </p:nvSpPr>
        <p:spPr bwMode="auto">
          <a:xfrm>
            <a:off x="395288" y="1989138"/>
            <a:ext cx="868362" cy="396875"/>
          </a:xfrm>
          <a:prstGeom prst="rect">
            <a:avLst/>
          </a:prstGeom>
          <a:noFill/>
          <a:ln w="12700">
            <a:noFill/>
            <a:miter lim="800000"/>
            <a:headEnd type="none" w="sm" len="lg"/>
            <a:tailEnd type="none" w="sm" len="lg"/>
          </a:ln>
        </p:spPr>
        <p:txBody>
          <a:bodyPr wrap="none">
            <a:spAutoFit/>
          </a:bodyPr>
          <a:lstStyle/>
          <a:p>
            <a:pPr defTabSz="762000" eaLnBrk="0" hangingPunct="0"/>
            <a:r>
              <a:rPr kumimoji="1" lang="zh-CN" altLang="en-US" sz="2000">
                <a:solidFill>
                  <a:srgbClr val="333399"/>
                </a:solidFill>
                <a:ea typeface="黑体" pitchFamily="49" charset="-122"/>
              </a:rPr>
              <a:t>主机</a:t>
            </a:r>
            <a:r>
              <a:rPr kumimoji="1" lang="zh-CN" altLang="en-US" sz="1000">
                <a:solidFill>
                  <a:srgbClr val="333399"/>
                </a:solidFill>
                <a:ea typeface="黑体" pitchFamily="49" charset="-122"/>
              </a:rPr>
              <a:t> </a:t>
            </a:r>
            <a:r>
              <a:rPr kumimoji="1" lang="en-US" altLang="zh-CN" sz="2000">
                <a:solidFill>
                  <a:srgbClr val="333399"/>
                </a:solidFill>
                <a:ea typeface="黑体" pitchFamily="49" charset="-122"/>
              </a:rPr>
              <a:t>1</a:t>
            </a:r>
          </a:p>
        </p:txBody>
      </p:sp>
      <p:sp>
        <p:nvSpPr>
          <p:cNvPr id="149529" name="AutoShape 25"/>
          <p:cNvSpPr>
            <a:spLocks noChangeArrowheads="1"/>
          </p:cNvSpPr>
          <p:nvPr/>
        </p:nvSpPr>
        <p:spPr bwMode="auto">
          <a:xfrm>
            <a:off x="8034338" y="2317750"/>
            <a:ext cx="685800" cy="557213"/>
          </a:xfrm>
          <a:prstGeom prst="cube">
            <a:avLst>
              <a:gd name="adj" fmla="val 17593"/>
            </a:avLst>
          </a:prstGeom>
          <a:solidFill>
            <a:srgbClr val="FFFF99"/>
          </a:solidFill>
          <a:ln w="19050">
            <a:solidFill>
              <a:schemeClr val="tx1"/>
            </a:solidFill>
            <a:miter lim="800000"/>
            <a:headEnd type="none" w="sm" len="lg"/>
            <a:tailEnd type="none" w="sm" len="lg"/>
          </a:ln>
        </p:spPr>
        <p:txBody>
          <a:bodyPr wrap="none" anchor="ctr"/>
          <a:lstStyle/>
          <a:p>
            <a:endParaRPr lang="zh-CN" altLang="en-US"/>
          </a:p>
        </p:txBody>
      </p:sp>
      <p:sp>
        <p:nvSpPr>
          <p:cNvPr id="149530" name="Text Box 26"/>
          <p:cNvSpPr txBox="1">
            <a:spLocks noChangeArrowheads="1"/>
          </p:cNvSpPr>
          <p:nvPr/>
        </p:nvSpPr>
        <p:spPr bwMode="auto">
          <a:xfrm>
            <a:off x="8027988" y="2422525"/>
            <a:ext cx="615950" cy="396875"/>
          </a:xfrm>
          <a:prstGeom prst="rect">
            <a:avLst/>
          </a:prstGeom>
          <a:noFill/>
          <a:ln w="12700">
            <a:noFill/>
            <a:miter lim="800000"/>
            <a:headEnd/>
            <a:tailEnd/>
          </a:ln>
        </p:spPr>
        <p:txBody>
          <a:bodyPr wrap="none">
            <a:spAutoFit/>
          </a:bodyPr>
          <a:lstStyle/>
          <a:p>
            <a:pPr defTabSz="762000" eaLnBrk="0" hangingPunct="0"/>
            <a:r>
              <a:rPr kumimoji="1" lang="en-US" altLang="zh-CN" sz="2000">
                <a:solidFill>
                  <a:srgbClr val="333399"/>
                </a:solidFill>
              </a:rPr>
              <a:t>AP</a:t>
            </a:r>
            <a:r>
              <a:rPr kumimoji="1" lang="en-US" altLang="zh-CN" sz="2000" b="1" baseline="-25000">
                <a:solidFill>
                  <a:srgbClr val="333399"/>
                </a:solidFill>
              </a:rPr>
              <a:t>2</a:t>
            </a:r>
            <a:endParaRPr kumimoji="1" lang="en-US" altLang="zh-CN" sz="2000" b="1">
              <a:solidFill>
                <a:srgbClr val="333399"/>
              </a:solidFill>
            </a:endParaRPr>
          </a:p>
        </p:txBody>
      </p:sp>
      <p:sp>
        <p:nvSpPr>
          <p:cNvPr id="149531" name="AutoShape 27"/>
          <p:cNvSpPr>
            <a:spLocks noChangeArrowheads="1"/>
          </p:cNvSpPr>
          <p:nvPr/>
        </p:nvSpPr>
        <p:spPr bwMode="auto">
          <a:xfrm>
            <a:off x="538163" y="2360613"/>
            <a:ext cx="685800" cy="557212"/>
          </a:xfrm>
          <a:prstGeom prst="cube">
            <a:avLst>
              <a:gd name="adj" fmla="val 17593"/>
            </a:avLst>
          </a:prstGeom>
          <a:solidFill>
            <a:srgbClr val="FFFF99"/>
          </a:solidFill>
          <a:ln w="19050">
            <a:solidFill>
              <a:schemeClr val="tx1"/>
            </a:solidFill>
            <a:miter lim="800000"/>
            <a:headEnd type="none" w="sm" len="lg"/>
            <a:tailEnd type="none" w="sm" len="lg"/>
          </a:ln>
        </p:spPr>
        <p:txBody>
          <a:bodyPr wrap="none" anchor="ctr"/>
          <a:lstStyle/>
          <a:p>
            <a:endParaRPr lang="zh-CN" altLang="en-US"/>
          </a:p>
        </p:txBody>
      </p:sp>
      <p:sp>
        <p:nvSpPr>
          <p:cNvPr id="149532" name="Text Box 28"/>
          <p:cNvSpPr txBox="1">
            <a:spLocks noChangeArrowheads="1"/>
          </p:cNvSpPr>
          <p:nvPr/>
        </p:nvSpPr>
        <p:spPr bwMode="auto">
          <a:xfrm>
            <a:off x="558800" y="2481263"/>
            <a:ext cx="615950" cy="396875"/>
          </a:xfrm>
          <a:prstGeom prst="rect">
            <a:avLst/>
          </a:prstGeom>
          <a:noFill/>
          <a:ln w="12700">
            <a:noFill/>
            <a:miter lim="800000"/>
            <a:headEnd/>
            <a:tailEnd/>
          </a:ln>
        </p:spPr>
        <p:txBody>
          <a:bodyPr wrap="none">
            <a:spAutoFit/>
          </a:bodyPr>
          <a:lstStyle/>
          <a:p>
            <a:pPr defTabSz="762000" eaLnBrk="0" hangingPunct="0"/>
            <a:r>
              <a:rPr kumimoji="1" lang="en-US" altLang="zh-CN" sz="2000">
                <a:solidFill>
                  <a:srgbClr val="333399"/>
                </a:solidFill>
              </a:rPr>
              <a:t>AP</a:t>
            </a:r>
            <a:r>
              <a:rPr kumimoji="1" lang="en-US" altLang="zh-CN" sz="2000" b="1" baseline="-25000">
                <a:solidFill>
                  <a:srgbClr val="333399"/>
                </a:solidFill>
              </a:rPr>
              <a:t>1</a:t>
            </a:r>
            <a:endParaRPr kumimoji="1" lang="en-US" altLang="zh-CN" sz="2000" b="1">
              <a:solidFill>
                <a:srgbClr val="333399"/>
              </a:solidFill>
            </a:endParaRPr>
          </a:p>
        </p:txBody>
      </p:sp>
      <p:sp>
        <p:nvSpPr>
          <p:cNvPr id="149533" name="Text Box 29"/>
          <p:cNvSpPr txBox="1">
            <a:spLocks noChangeArrowheads="1"/>
          </p:cNvSpPr>
          <p:nvPr/>
        </p:nvSpPr>
        <p:spPr bwMode="auto">
          <a:xfrm>
            <a:off x="7770813" y="1973263"/>
            <a:ext cx="868362" cy="396875"/>
          </a:xfrm>
          <a:prstGeom prst="rect">
            <a:avLst/>
          </a:prstGeom>
          <a:noFill/>
          <a:ln w="12700">
            <a:noFill/>
            <a:miter lim="800000"/>
            <a:headEnd type="none" w="sm" len="lg"/>
            <a:tailEnd type="none" w="sm" len="lg"/>
          </a:ln>
        </p:spPr>
        <p:txBody>
          <a:bodyPr wrap="none">
            <a:spAutoFit/>
          </a:bodyPr>
          <a:lstStyle/>
          <a:p>
            <a:pPr defTabSz="762000" eaLnBrk="0" hangingPunct="0"/>
            <a:r>
              <a:rPr kumimoji="1" lang="zh-CN" altLang="en-US" sz="2000">
                <a:solidFill>
                  <a:srgbClr val="333399"/>
                </a:solidFill>
                <a:ea typeface="黑体" pitchFamily="49" charset="-122"/>
              </a:rPr>
              <a:t>主机</a:t>
            </a:r>
            <a:r>
              <a:rPr kumimoji="1" lang="zh-CN" altLang="en-US" sz="1000">
                <a:solidFill>
                  <a:srgbClr val="333399"/>
                </a:solidFill>
                <a:ea typeface="黑体" pitchFamily="49" charset="-122"/>
              </a:rPr>
              <a:t> </a:t>
            </a:r>
            <a:r>
              <a:rPr kumimoji="1" lang="en-US" altLang="zh-CN" sz="2000">
                <a:solidFill>
                  <a:srgbClr val="333399"/>
                </a:solidFill>
                <a:ea typeface="黑体" pitchFamily="49" charset="-122"/>
              </a:rPr>
              <a:t>2</a:t>
            </a:r>
          </a:p>
        </p:txBody>
      </p:sp>
      <p:sp>
        <p:nvSpPr>
          <p:cNvPr id="149534" name="Text Box 30"/>
          <p:cNvSpPr txBox="1">
            <a:spLocks noChangeArrowheads="1"/>
          </p:cNvSpPr>
          <p:nvPr/>
        </p:nvSpPr>
        <p:spPr bwMode="auto">
          <a:xfrm>
            <a:off x="3355975" y="4581525"/>
            <a:ext cx="4451350" cy="822325"/>
          </a:xfrm>
          <a:prstGeom prst="rect">
            <a:avLst/>
          </a:prstGeom>
          <a:noFill/>
          <a:ln w="12700">
            <a:noFill/>
            <a:miter lim="800000"/>
            <a:headEnd type="none" w="sm" len="lg"/>
            <a:tailEnd type="none" w="sm" len="lg"/>
          </a:ln>
        </p:spPr>
        <p:txBody>
          <a:bodyPr wrap="none">
            <a:spAutoFit/>
          </a:bodyPr>
          <a:lstStyle/>
          <a:p>
            <a:pPr algn="ctr" defTabSz="762000" eaLnBrk="0" hangingPunct="0"/>
            <a:r>
              <a:rPr kumimoji="1" lang="zh-CN" altLang="en-US" sz="2400">
                <a:solidFill>
                  <a:srgbClr val="333399"/>
                </a:solidFill>
                <a:ea typeface="黑体" pitchFamily="49" charset="-122"/>
              </a:rPr>
              <a:t>数据链路层剥去帧首部和帧尾部</a:t>
            </a:r>
          </a:p>
          <a:p>
            <a:pPr algn="ctr" defTabSz="762000" eaLnBrk="0" hangingPunct="0"/>
            <a:r>
              <a:rPr kumimoji="1" lang="zh-CN" altLang="en-US" sz="2400">
                <a:solidFill>
                  <a:srgbClr val="333399"/>
                </a:solidFill>
                <a:ea typeface="黑体" pitchFamily="49" charset="-122"/>
              </a:rPr>
              <a:t>取出数据部分，上交给网络层</a:t>
            </a:r>
          </a:p>
        </p:txBody>
      </p:sp>
      <p:sp>
        <p:nvSpPr>
          <p:cNvPr id="122911" name="AutoShape 31"/>
          <p:cNvSpPr>
            <a:spLocks noChangeArrowheads="1"/>
          </p:cNvSpPr>
          <p:nvPr/>
        </p:nvSpPr>
        <p:spPr bwMode="auto">
          <a:xfrm rot="10800000" flipV="1">
            <a:off x="8305800" y="4437063"/>
            <a:ext cx="196850" cy="396875"/>
          </a:xfrm>
          <a:prstGeom prst="upArrow">
            <a:avLst>
              <a:gd name="adj1" fmla="val 50000"/>
              <a:gd name="adj2" fmla="val 50403"/>
            </a:avLst>
          </a:prstGeom>
          <a:solidFill>
            <a:schemeClr val="hlink"/>
          </a:solidFill>
          <a:ln w="12700">
            <a:solidFill>
              <a:schemeClr val="tx1"/>
            </a:solidFill>
            <a:miter lim="800000"/>
            <a:headEnd/>
            <a:tailEnd/>
          </a:ln>
        </p:spPr>
        <p:txBody>
          <a:bodyPr vert="eaVert" wrap="none" anchor="ctr"/>
          <a:lstStyle/>
          <a:p>
            <a:endParaRPr lang="zh-CN" alt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4" fill="hold" grpId="0" nodeType="afterEffect">
                                  <p:stCondLst>
                                    <p:cond delay="500"/>
                                  </p:stCondLst>
                                  <p:childTnLst>
                                    <p:set>
                                      <p:cBhvr>
                                        <p:cTn id="6" dur="1" fill="hold">
                                          <p:stCondLst>
                                            <p:cond delay="0"/>
                                          </p:stCondLst>
                                        </p:cTn>
                                        <p:tgtEl>
                                          <p:spTgt spid="122911"/>
                                        </p:tgtEl>
                                        <p:attrNameLst>
                                          <p:attrName>style.visibility</p:attrName>
                                        </p:attrNameLst>
                                      </p:cBhvr>
                                      <p:to>
                                        <p:strVal val="visible"/>
                                      </p:to>
                                    </p:set>
                                    <p:animEffect transition="in" filter="wipe(down)">
                                      <p:cBhvr>
                                        <p:cTn id="7" dur="1000"/>
                                        <p:tgtEl>
                                          <p:spTgt spid="1229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2911" grpId="0" animBg="1"/>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0530" name="Rectangle 2"/>
          <p:cNvSpPr>
            <a:spLocks noGrp="1" noChangeArrowheads="1"/>
          </p:cNvSpPr>
          <p:nvPr>
            <p:ph type="title"/>
          </p:nvPr>
        </p:nvSpPr>
        <p:spPr/>
        <p:txBody>
          <a:bodyPr/>
          <a:lstStyle/>
          <a:p>
            <a:pPr algn="ctr" eaLnBrk="1" hangingPunct="1"/>
            <a:r>
              <a:rPr lang="zh-CN" altLang="en-US" smtClean="0">
                <a:latin typeface="微软雅黑" pitchFamily="34" charset="-122"/>
                <a:ea typeface="微软雅黑" pitchFamily="34" charset="-122"/>
              </a:rPr>
              <a:t>主机</a:t>
            </a:r>
            <a:r>
              <a:rPr lang="zh-CN" altLang="en-US" sz="2400" smtClean="0">
                <a:latin typeface="微软雅黑" pitchFamily="34" charset="-122"/>
                <a:ea typeface="微软雅黑" pitchFamily="34" charset="-122"/>
              </a:rPr>
              <a:t> </a:t>
            </a:r>
            <a:r>
              <a:rPr lang="en-US" altLang="zh-CN" smtClean="0">
                <a:latin typeface="微软雅黑" pitchFamily="34" charset="-122"/>
                <a:ea typeface="微软雅黑" pitchFamily="34" charset="-122"/>
              </a:rPr>
              <a:t>1</a:t>
            </a:r>
            <a:r>
              <a:rPr lang="en-US" altLang="zh-CN" sz="2400" smtClean="0">
                <a:latin typeface="微软雅黑" pitchFamily="34" charset="-122"/>
                <a:ea typeface="微软雅黑" pitchFamily="34" charset="-122"/>
              </a:rPr>
              <a:t> </a:t>
            </a:r>
            <a:r>
              <a:rPr lang="zh-CN" altLang="en-US" smtClean="0">
                <a:latin typeface="微软雅黑" pitchFamily="34" charset="-122"/>
                <a:ea typeface="微软雅黑" pitchFamily="34" charset="-122"/>
              </a:rPr>
              <a:t>向主机</a:t>
            </a:r>
            <a:r>
              <a:rPr lang="zh-CN" altLang="en-US" sz="2400" smtClean="0">
                <a:latin typeface="微软雅黑" pitchFamily="34" charset="-122"/>
                <a:ea typeface="微软雅黑" pitchFamily="34" charset="-122"/>
              </a:rPr>
              <a:t> </a:t>
            </a:r>
            <a:r>
              <a:rPr lang="en-US" altLang="zh-CN" smtClean="0">
                <a:latin typeface="微软雅黑" pitchFamily="34" charset="-122"/>
                <a:ea typeface="微软雅黑" pitchFamily="34" charset="-122"/>
              </a:rPr>
              <a:t>2</a:t>
            </a:r>
            <a:r>
              <a:rPr lang="en-US" altLang="zh-CN" sz="2400" smtClean="0">
                <a:latin typeface="微软雅黑" pitchFamily="34" charset="-122"/>
                <a:ea typeface="微软雅黑" pitchFamily="34" charset="-122"/>
              </a:rPr>
              <a:t> </a:t>
            </a:r>
            <a:r>
              <a:rPr lang="zh-CN" altLang="en-US" smtClean="0">
                <a:latin typeface="微软雅黑" pitchFamily="34" charset="-122"/>
                <a:ea typeface="微软雅黑" pitchFamily="34" charset="-122"/>
              </a:rPr>
              <a:t>发送数据 </a:t>
            </a:r>
          </a:p>
        </p:txBody>
      </p:sp>
      <p:sp>
        <p:nvSpPr>
          <p:cNvPr id="150531" name="AutoShape 3"/>
          <p:cNvSpPr>
            <a:spLocks noChangeArrowheads="1"/>
          </p:cNvSpPr>
          <p:nvPr/>
        </p:nvSpPr>
        <p:spPr bwMode="auto">
          <a:xfrm rot="-5400000">
            <a:off x="4374356" y="1532732"/>
            <a:ext cx="417513" cy="8991600"/>
          </a:xfrm>
          <a:prstGeom prst="can">
            <a:avLst>
              <a:gd name="adj" fmla="val 48656"/>
            </a:avLst>
          </a:prstGeom>
          <a:gradFill rotWithShape="0">
            <a:gsLst>
              <a:gs pos="0">
                <a:srgbClr val="ACACAC"/>
              </a:gs>
              <a:gs pos="50000">
                <a:srgbClr val="EAEAEA"/>
              </a:gs>
              <a:gs pos="100000">
                <a:srgbClr val="ACACAC"/>
              </a:gs>
            </a:gsLst>
            <a:lin ang="5400000" scaled="1"/>
          </a:gradFill>
          <a:ln w="19050">
            <a:solidFill>
              <a:schemeClr val="tx1"/>
            </a:solidFill>
            <a:round/>
            <a:headEnd type="none" w="sm" len="lg"/>
            <a:tailEnd type="none" w="sm" len="lg"/>
          </a:ln>
        </p:spPr>
        <p:txBody>
          <a:bodyPr wrap="none" anchor="ctr"/>
          <a:lstStyle/>
          <a:p>
            <a:endParaRPr lang="zh-CN" altLang="en-US"/>
          </a:p>
        </p:txBody>
      </p:sp>
      <p:sp>
        <p:nvSpPr>
          <p:cNvPr id="150532" name="AutoShape 4"/>
          <p:cNvSpPr>
            <a:spLocks noChangeArrowheads="1"/>
          </p:cNvSpPr>
          <p:nvPr/>
        </p:nvSpPr>
        <p:spPr bwMode="auto">
          <a:xfrm>
            <a:off x="533400" y="2847975"/>
            <a:ext cx="838200" cy="2997200"/>
          </a:xfrm>
          <a:prstGeom prst="cube">
            <a:avLst>
              <a:gd name="adj" fmla="val 10764"/>
            </a:avLst>
          </a:prstGeom>
          <a:solidFill>
            <a:srgbClr val="FFFF99"/>
          </a:solidFill>
          <a:ln w="19050">
            <a:solidFill>
              <a:schemeClr val="tx1"/>
            </a:solidFill>
            <a:miter lim="800000"/>
            <a:headEnd type="none" w="sm" len="lg"/>
            <a:tailEnd type="none" w="sm" len="lg"/>
          </a:ln>
        </p:spPr>
        <p:txBody>
          <a:bodyPr wrap="none" anchor="ctr"/>
          <a:lstStyle/>
          <a:p>
            <a:endParaRPr lang="zh-CN" altLang="en-US"/>
          </a:p>
        </p:txBody>
      </p:sp>
      <p:sp>
        <p:nvSpPr>
          <p:cNvPr id="150533" name="Text Box 5"/>
          <p:cNvSpPr txBox="1">
            <a:spLocks noChangeArrowheads="1"/>
          </p:cNvSpPr>
          <p:nvPr/>
        </p:nvSpPr>
        <p:spPr bwMode="auto">
          <a:xfrm>
            <a:off x="781050" y="3027363"/>
            <a:ext cx="325438" cy="396875"/>
          </a:xfrm>
          <a:prstGeom prst="rect">
            <a:avLst/>
          </a:prstGeom>
          <a:noFill/>
          <a:ln w="12700">
            <a:noFill/>
            <a:miter lim="800000"/>
            <a:headEnd/>
            <a:tailEnd/>
          </a:ln>
        </p:spPr>
        <p:txBody>
          <a:bodyPr wrap="none">
            <a:spAutoFit/>
          </a:bodyPr>
          <a:lstStyle/>
          <a:p>
            <a:pPr defTabSz="762000" eaLnBrk="0" hangingPunct="0"/>
            <a:r>
              <a:rPr kumimoji="1" lang="en-US" altLang="zh-CN" sz="2000">
                <a:solidFill>
                  <a:srgbClr val="333399"/>
                </a:solidFill>
              </a:rPr>
              <a:t>5</a:t>
            </a:r>
          </a:p>
        </p:txBody>
      </p:sp>
      <p:sp>
        <p:nvSpPr>
          <p:cNvPr id="150534" name="Text Box 6"/>
          <p:cNvSpPr txBox="1">
            <a:spLocks noChangeArrowheads="1"/>
          </p:cNvSpPr>
          <p:nvPr/>
        </p:nvSpPr>
        <p:spPr bwMode="auto">
          <a:xfrm>
            <a:off x="781050" y="3654425"/>
            <a:ext cx="325438" cy="396875"/>
          </a:xfrm>
          <a:prstGeom prst="rect">
            <a:avLst/>
          </a:prstGeom>
          <a:noFill/>
          <a:ln w="12700">
            <a:noFill/>
            <a:miter lim="800000"/>
            <a:headEnd/>
            <a:tailEnd/>
          </a:ln>
        </p:spPr>
        <p:txBody>
          <a:bodyPr wrap="none">
            <a:spAutoFit/>
          </a:bodyPr>
          <a:lstStyle/>
          <a:p>
            <a:pPr defTabSz="762000" eaLnBrk="0" hangingPunct="0"/>
            <a:r>
              <a:rPr kumimoji="1" lang="en-US" altLang="zh-CN" sz="2000">
                <a:solidFill>
                  <a:srgbClr val="333399"/>
                </a:solidFill>
              </a:rPr>
              <a:t>4</a:t>
            </a:r>
          </a:p>
        </p:txBody>
      </p:sp>
      <p:sp>
        <p:nvSpPr>
          <p:cNvPr id="150535" name="Text Box 7"/>
          <p:cNvSpPr txBox="1">
            <a:spLocks noChangeArrowheads="1"/>
          </p:cNvSpPr>
          <p:nvPr/>
        </p:nvSpPr>
        <p:spPr bwMode="auto">
          <a:xfrm>
            <a:off x="781050" y="4211638"/>
            <a:ext cx="325438" cy="396875"/>
          </a:xfrm>
          <a:prstGeom prst="rect">
            <a:avLst/>
          </a:prstGeom>
          <a:noFill/>
          <a:ln w="12700">
            <a:noFill/>
            <a:miter lim="800000"/>
            <a:headEnd/>
            <a:tailEnd/>
          </a:ln>
        </p:spPr>
        <p:txBody>
          <a:bodyPr wrap="none">
            <a:spAutoFit/>
          </a:bodyPr>
          <a:lstStyle/>
          <a:p>
            <a:pPr defTabSz="762000" eaLnBrk="0" hangingPunct="0"/>
            <a:r>
              <a:rPr kumimoji="1" lang="en-US" altLang="zh-CN" sz="2000">
                <a:solidFill>
                  <a:srgbClr val="333399"/>
                </a:solidFill>
              </a:rPr>
              <a:t>3</a:t>
            </a:r>
          </a:p>
        </p:txBody>
      </p:sp>
      <p:sp>
        <p:nvSpPr>
          <p:cNvPr id="150536" name="Text Box 8"/>
          <p:cNvSpPr txBox="1">
            <a:spLocks noChangeArrowheads="1"/>
          </p:cNvSpPr>
          <p:nvPr/>
        </p:nvSpPr>
        <p:spPr bwMode="auto">
          <a:xfrm>
            <a:off x="781050" y="4770438"/>
            <a:ext cx="325438" cy="396875"/>
          </a:xfrm>
          <a:prstGeom prst="rect">
            <a:avLst/>
          </a:prstGeom>
          <a:noFill/>
          <a:ln w="12700">
            <a:noFill/>
            <a:miter lim="800000"/>
            <a:headEnd/>
            <a:tailEnd/>
          </a:ln>
        </p:spPr>
        <p:txBody>
          <a:bodyPr wrap="none">
            <a:spAutoFit/>
          </a:bodyPr>
          <a:lstStyle/>
          <a:p>
            <a:pPr defTabSz="762000" eaLnBrk="0" hangingPunct="0"/>
            <a:r>
              <a:rPr kumimoji="1" lang="en-US" altLang="zh-CN" sz="2000">
                <a:solidFill>
                  <a:srgbClr val="333399"/>
                </a:solidFill>
              </a:rPr>
              <a:t>2</a:t>
            </a:r>
          </a:p>
        </p:txBody>
      </p:sp>
      <p:sp>
        <p:nvSpPr>
          <p:cNvPr id="150537" name="Text Box 9"/>
          <p:cNvSpPr txBox="1">
            <a:spLocks noChangeArrowheads="1"/>
          </p:cNvSpPr>
          <p:nvPr/>
        </p:nvSpPr>
        <p:spPr bwMode="auto">
          <a:xfrm>
            <a:off x="781050" y="5337175"/>
            <a:ext cx="325438" cy="396875"/>
          </a:xfrm>
          <a:prstGeom prst="rect">
            <a:avLst/>
          </a:prstGeom>
          <a:noFill/>
          <a:ln w="12700">
            <a:noFill/>
            <a:miter lim="800000"/>
            <a:headEnd/>
            <a:tailEnd/>
          </a:ln>
        </p:spPr>
        <p:txBody>
          <a:bodyPr wrap="none">
            <a:spAutoFit/>
          </a:bodyPr>
          <a:lstStyle/>
          <a:p>
            <a:pPr defTabSz="762000" eaLnBrk="0" hangingPunct="0"/>
            <a:r>
              <a:rPr kumimoji="1" lang="en-US" altLang="zh-CN" sz="2000">
                <a:solidFill>
                  <a:srgbClr val="333399"/>
                </a:solidFill>
              </a:rPr>
              <a:t>1</a:t>
            </a:r>
          </a:p>
        </p:txBody>
      </p:sp>
      <p:sp>
        <p:nvSpPr>
          <p:cNvPr id="150538" name="Freeform 10"/>
          <p:cNvSpPr>
            <a:spLocks/>
          </p:cNvSpPr>
          <p:nvPr/>
        </p:nvSpPr>
        <p:spPr bwMode="auto">
          <a:xfrm>
            <a:off x="533400" y="3449638"/>
            <a:ext cx="847725" cy="61912"/>
          </a:xfrm>
          <a:custGeom>
            <a:avLst/>
            <a:gdLst>
              <a:gd name="T0" fmla="*/ 0 w 534"/>
              <a:gd name="T1" fmla="*/ 2147483647 h 42"/>
              <a:gd name="T2" fmla="*/ 2147483647 w 534"/>
              <a:gd name="T3" fmla="*/ 2147483647 h 42"/>
              <a:gd name="T4" fmla="*/ 2147483647 w 534"/>
              <a:gd name="T5" fmla="*/ 0 h 42"/>
              <a:gd name="T6" fmla="*/ 0 60000 65536"/>
              <a:gd name="T7" fmla="*/ 0 60000 65536"/>
              <a:gd name="T8" fmla="*/ 0 60000 65536"/>
              <a:gd name="T9" fmla="*/ 0 w 534"/>
              <a:gd name="T10" fmla="*/ 0 h 42"/>
              <a:gd name="T11" fmla="*/ 534 w 534"/>
              <a:gd name="T12" fmla="*/ 42 h 42"/>
            </a:gdLst>
            <a:ahLst/>
            <a:cxnLst>
              <a:cxn ang="T6">
                <a:pos x="T0" y="T1"/>
              </a:cxn>
              <a:cxn ang="T7">
                <a:pos x="T2" y="T3"/>
              </a:cxn>
              <a:cxn ang="T8">
                <a:pos x="T4" y="T5"/>
              </a:cxn>
            </a:cxnLst>
            <a:rect l="T9" t="T10" r="T11" b="T12"/>
            <a:pathLst>
              <a:path w="534" h="42">
                <a:moveTo>
                  <a:pt x="0" y="42"/>
                </a:moveTo>
                <a:lnTo>
                  <a:pt x="468" y="42"/>
                </a:lnTo>
                <a:cubicBezTo>
                  <a:pt x="490" y="28"/>
                  <a:pt x="534" y="0"/>
                  <a:pt x="534" y="0"/>
                </a:cubicBezTo>
              </a:path>
            </a:pathLst>
          </a:custGeom>
          <a:noFill/>
          <a:ln w="19050">
            <a:solidFill>
              <a:schemeClr val="tx1"/>
            </a:solidFill>
            <a:round/>
            <a:headEnd type="none" w="sm" len="lg"/>
            <a:tailEnd type="none" w="sm" len="lg"/>
          </a:ln>
        </p:spPr>
        <p:txBody>
          <a:bodyPr wrap="none" anchor="ctr"/>
          <a:lstStyle/>
          <a:p>
            <a:endParaRPr lang="zh-CN" altLang="en-US"/>
          </a:p>
        </p:txBody>
      </p:sp>
      <p:sp>
        <p:nvSpPr>
          <p:cNvPr id="150539" name="Freeform 11"/>
          <p:cNvSpPr>
            <a:spLocks/>
          </p:cNvSpPr>
          <p:nvPr/>
        </p:nvSpPr>
        <p:spPr bwMode="auto">
          <a:xfrm>
            <a:off x="542925" y="4024313"/>
            <a:ext cx="847725" cy="61912"/>
          </a:xfrm>
          <a:custGeom>
            <a:avLst/>
            <a:gdLst>
              <a:gd name="T0" fmla="*/ 0 w 534"/>
              <a:gd name="T1" fmla="*/ 2147483647 h 42"/>
              <a:gd name="T2" fmla="*/ 2147483647 w 534"/>
              <a:gd name="T3" fmla="*/ 2147483647 h 42"/>
              <a:gd name="T4" fmla="*/ 2147483647 w 534"/>
              <a:gd name="T5" fmla="*/ 0 h 42"/>
              <a:gd name="T6" fmla="*/ 0 60000 65536"/>
              <a:gd name="T7" fmla="*/ 0 60000 65536"/>
              <a:gd name="T8" fmla="*/ 0 60000 65536"/>
              <a:gd name="T9" fmla="*/ 0 w 534"/>
              <a:gd name="T10" fmla="*/ 0 h 42"/>
              <a:gd name="T11" fmla="*/ 534 w 534"/>
              <a:gd name="T12" fmla="*/ 42 h 42"/>
            </a:gdLst>
            <a:ahLst/>
            <a:cxnLst>
              <a:cxn ang="T6">
                <a:pos x="T0" y="T1"/>
              </a:cxn>
              <a:cxn ang="T7">
                <a:pos x="T2" y="T3"/>
              </a:cxn>
              <a:cxn ang="T8">
                <a:pos x="T4" y="T5"/>
              </a:cxn>
            </a:cxnLst>
            <a:rect l="T9" t="T10" r="T11" b="T12"/>
            <a:pathLst>
              <a:path w="534" h="42">
                <a:moveTo>
                  <a:pt x="0" y="36"/>
                </a:moveTo>
                <a:lnTo>
                  <a:pt x="468" y="42"/>
                </a:lnTo>
                <a:cubicBezTo>
                  <a:pt x="490" y="28"/>
                  <a:pt x="534" y="0"/>
                  <a:pt x="534" y="0"/>
                </a:cubicBezTo>
              </a:path>
            </a:pathLst>
          </a:custGeom>
          <a:noFill/>
          <a:ln w="19050">
            <a:solidFill>
              <a:schemeClr val="tx1"/>
            </a:solidFill>
            <a:round/>
            <a:headEnd type="none" w="sm" len="lg"/>
            <a:tailEnd type="none" w="sm" len="lg"/>
          </a:ln>
        </p:spPr>
        <p:txBody>
          <a:bodyPr wrap="none" anchor="ctr"/>
          <a:lstStyle/>
          <a:p>
            <a:endParaRPr lang="zh-CN" altLang="en-US"/>
          </a:p>
        </p:txBody>
      </p:sp>
      <p:sp>
        <p:nvSpPr>
          <p:cNvPr id="150540" name="Freeform 12"/>
          <p:cNvSpPr>
            <a:spLocks/>
          </p:cNvSpPr>
          <p:nvPr/>
        </p:nvSpPr>
        <p:spPr bwMode="auto">
          <a:xfrm>
            <a:off x="520700" y="4600575"/>
            <a:ext cx="869950" cy="60325"/>
          </a:xfrm>
          <a:custGeom>
            <a:avLst/>
            <a:gdLst>
              <a:gd name="T0" fmla="*/ 0 w 548"/>
              <a:gd name="T1" fmla="*/ 2147483647 h 42"/>
              <a:gd name="T2" fmla="*/ 2147483647 w 548"/>
              <a:gd name="T3" fmla="*/ 2147483647 h 42"/>
              <a:gd name="T4" fmla="*/ 2147483647 w 548"/>
              <a:gd name="T5" fmla="*/ 0 h 42"/>
              <a:gd name="T6" fmla="*/ 0 60000 65536"/>
              <a:gd name="T7" fmla="*/ 0 60000 65536"/>
              <a:gd name="T8" fmla="*/ 0 60000 65536"/>
              <a:gd name="T9" fmla="*/ 0 w 548"/>
              <a:gd name="T10" fmla="*/ 0 h 42"/>
              <a:gd name="T11" fmla="*/ 548 w 548"/>
              <a:gd name="T12" fmla="*/ 42 h 42"/>
            </a:gdLst>
            <a:ahLst/>
            <a:cxnLst>
              <a:cxn ang="T6">
                <a:pos x="T0" y="T1"/>
              </a:cxn>
              <a:cxn ang="T7">
                <a:pos x="T2" y="T3"/>
              </a:cxn>
              <a:cxn ang="T8">
                <a:pos x="T4" y="T5"/>
              </a:cxn>
            </a:cxnLst>
            <a:rect l="T9" t="T10" r="T11" b="T12"/>
            <a:pathLst>
              <a:path w="548" h="42">
                <a:moveTo>
                  <a:pt x="0" y="42"/>
                </a:moveTo>
                <a:lnTo>
                  <a:pt x="482" y="42"/>
                </a:lnTo>
                <a:cubicBezTo>
                  <a:pt x="504" y="28"/>
                  <a:pt x="548" y="0"/>
                  <a:pt x="548" y="0"/>
                </a:cubicBezTo>
              </a:path>
            </a:pathLst>
          </a:custGeom>
          <a:noFill/>
          <a:ln w="19050">
            <a:solidFill>
              <a:schemeClr val="tx1"/>
            </a:solidFill>
            <a:round/>
            <a:headEnd type="none" w="sm" len="lg"/>
            <a:tailEnd type="none" w="sm" len="lg"/>
          </a:ln>
        </p:spPr>
        <p:txBody>
          <a:bodyPr wrap="none" anchor="ctr"/>
          <a:lstStyle/>
          <a:p>
            <a:endParaRPr lang="zh-CN" altLang="en-US"/>
          </a:p>
        </p:txBody>
      </p:sp>
      <p:sp>
        <p:nvSpPr>
          <p:cNvPr id="150541" name="Freeform 13"/>
          <p:cNvSpPr>
            <a:spLocks/>
          </p:cNvSpPr>
          <p:nvPr/>
        </p:nvSpPr>
        <p:spPr bwMode="auto">
          <a:xfrm>
            <a:off x="520700" y="5192713"/>
            <a:ext cx="860425" cy="60325"/>
          </a:xfrm>
          <a:custGeom>
            <a:avLst/>
            <a:gdLst>
              <a:gd name="T0" fmla="*/ 0 w 542"/>
              <a:gd name="T1" fmla="*/ 2147483647 h 42"/>
              <a:gd name="T2" fmla="*/ 2147483647 w 542"/>
              <a:gd name="T3" fmla="*/ 2147483647 h 42"/>
              <a:gd name="T4" fmla="*/ 2147483647 w 542"/>
              <a:gd name="T5" fmla="*/ 0 h 42"/>
              <a:gd name="T6" fmla="*/ 0 60000 65536"/>
              <a:gd name="T7" fmla="*/ 0 60000 65536"/>
              <a:gd name="T8" fmla="*/ 0 60000 65536"/>
              <a:gd name="T9" fmla="*/ 0 w 542"/>
              <a:gd name="T10" fmla="*/ 0 h 42"/>
              <a:gd name="T11" fmla="*/ 542 w 542"/>
              <a:gd name="T12" fmla="*/ 42 h 42"/>
            </a:gdLst>
            <a:ahLst/>
            <a:cxnLst>
              <a:cxn ang="T6">
                <a:pos x="T0" y="T1"/>
              </a:cxn>
              <a:cxn ang="T7">
                <a:pos x="T2" y="T3"/>
              </a:cxn>
              <a:cxn ang="T8">
                <a:pos x="T4" y="T5"/>
              </a:cxn>
            </a:cxnLst>
            <a:rect l="T9" t="T10" r="T11" b="T12"/>
            <a:pathLst>
              <a:path w="542" h="42">
                <a:moveTo>
                  <a:pt x="0" y="42"/>
                </a:moveTo>
                <a:lnTo>
                  <a:pt x="476" y="42"/>
                </a:lnTo>
                <a:cubicBezTo>
                  <a:pt x="498" y="28"/>
                  <a:pt x="542" y="0"/>
                  <a:pt x="542" y="0"/>
                </a:cubicBezTo>
              </a:path>
            </a:pathLst>
          </a:custGeom>
          <a:noFill/>
          <a:ln w="19050">
            <a:solidFill>
              <a:schemeClr val="tx1"/>
            </a:solidFill>
            <a:round/>
            <a:headEnd type="none" w="sm" len="lg"/>
            <a:tailEnd type="none" w="sm" len="lg"/>
          </a:ln>
        </p:spPr>
        <p:txBody>
          <a:bodyPr wrap="none" anchor="ctr"/>
          <a:lstStyle/>
          <a:p>
            <a:endParaRPr lang="zh-CN" altLang="en-US"/>
          </a:p>
        </p:txBody>
      </p:sp>
      <p:sp>
        <p:nvSpPr>
          <p:cNvPr id="150542" name="AutoShape 14"/>
          <p:cNvSpPr>
            <a:spLocks noChangeArrowheads="1"/>
          </p:cNvSpPr>
          <p:nvPr/>
        </p:nvSpPr>
        <p:spPr bwMode="auto">
          <a:xfrm>
            <a:off x="7886700" y="2814638"/>
            <a:ext cx="838200" cy="3030537"/>
          </a:xfrm>
          <a:prstGeom prst="cube">
            <a:avLst>
              <a:gd name="adj" fmla="val 10764"/>
            </a:avLst>
          </a:prstGeom>
          <a:solidFill>
            <a:srgbClr val="FFFF99"/>
          </a:solidFill>
          <a:ln w="19050">
            <a:solidFill>
              <a:schemeClr val="tx1"/>
            </a:solidFill>
            <a:miter lim="800000"/>
            <a:headEnd type="none" w="sm" len="lg"/>
            <a:tailEnd type="none" w="sm" len="lg"/>
          </a:ln>
        </p:spPr>
        <p:txBody>
          <a:bodyPr wrap="none" anchor="ctr"/>
          <a:lstStyle/>
          <a:p>
            <a:endParaRPr lang="zh-CN" altLang="en-US"/>
          </a:p>
        </p:txBody>
      </p:sp>
      <p:sp>
        <p:nvSpPr>
          <p:cNvPr id="150543" name="Text Box 15"/>
          <p:cNvSpPr txBox="1">
            <a:spLocks noChangeArrowheads="1"/>
          </p:cNvSpPr>
          <p:nvPr/>
        </p:nvSpPr>
        <p:spPr bwMode="auto">
          <a:xfrm>
            <a:off x="7924800" y="2992438"/>
            <a:ext cx="325438" cy="396875"/>
          </a:xfrm>
          <a:prstGeom prst="rect">
            <a:avLst/>
          </a:prstGeom>
          <a:noFill/>
          <a:ln w="12700">
            <a:noFill/>
            <a:miter lim="800000"/>
            <a:headEnd/>
            <a:tailEnd/>
          </a:ln>
        </p:spPr>
        <p:txBody>
          <a:bodyPr wrap="none">
            <a:spAutoFit/>
          </a:bodyPr>
          <a:lstStyle/>
          <a:p>
            <a:pPr defTabSz="762000" eaLnBrk="0" hangingPunct="0"/>
            <a:r>
              <a:rPr kumimoji="1" lang="en-US" altLang="zh-CN" sz="2000">
                <a:solidFill>
                  <a:srgbClr val="333399"/>
                </a:solidFill>
              </a:rPr>
              <a:t>5</a:t>
            </a:r>
          </a:p>
        </p:txBody>
      </p:sp>
      <p:sp>
        <p:nvSpPr>
          <p:cNvPr id="150544" name="Text Box 16"/>
          <p:cNvSpPr txBox="1">
            <a:spLocks noChangeArrowheads="1"/>
          </p:cNvSpPr>
          <p:nvPr/>
        </p:nvSpPr>
        <p:spPr bwMode="auto">
          <a:xfrm>
            <a:off x="7924800" y="3619500"/>
            <a:ext cx="325438" cy="396875"/>
          </a:xfrm>
          <a:prstGeom prst="rect">
            <a:avLst/>
          </a:prstGeom>
          <a:noFill/>
          <a:ln w="12700">
            <a:noFill/>
            <a:miter lim="800000"/>
            <a:headEnd/>
            <a:tailEnd/>
          </a:ln>
        </p:spPr>
        <p:txBody>
          <a:bodyPr wrap="none">
            <a:spAutoFit/>
          </a:bodyPr>
          <a:lstStyle/>
          <a:p>
            <a:pPr defTabSz="762000" eaLnBrk="0" hangingPunct="0"/>
            <a:r>
              <a:rPr kumimoji="1" lang="en-US" altLang="zh-CN" sz="2000">
                <a:solidFill>
                  <a:srgbClr val="333399"/>
                </a:solidFill>
              </a:rPr>
              <a:t>4</a:t>
            </a:r>
          </a:p>
        </p:txBody>
      </p:sp>
      <p:sp>
        <p:nvSpPr>
          <p:cNvPr id="150545" name="Text Box 17"/>
          <p:cNvSpPr txBox="1">
            <a:spLocks noChangeArrowheads="1"/>
          </p:cNvSpPr>
          <p:nvPr/>
        </p:nvSpPr>
        <p:spPr bwMode="auto">
          <a:xfrm>
            <a:off x="7924800" y="4176713"/>
            <a:ext cx="325438" cy="396875"/>
          </a:xfrm>
          <a:prstGeom prst="rect">
            <a:avLst/>
          </a:prstGeom>
          <a:noFill/>
          <a:ln w="12700">
            <a:noFill/>
            <a:miter lim="800000"/>
            <a:headEnd/>
            <a:tailEnd/>
          </a:ln>
        </p:spPr>
        <p:txBody>
          <a:bodyPr wrap="none">
            <a:spAutoFit/>
          </a:bodyPr>
          <a:lstStyle/>
          <a:p>
            <a:pPr defTabSz="762000" eaLnBrk="0" hangingPunct="0"/>
            <a:r>
              <a:rPr kumimoji="1" lang="en-US" altLang="zh-CN" sz="2000">
                <a:solidFill>
                  <a:srgbClr val="333399"/>
                </a:solidFill>
              </a:rPr>
              <a:t>3</a:t>
            </a:r>
          </a:p>
        </p:txBody>
      </p:sp>
      <p:sp>
        <p:nvSpPr>
          <p:cNvPr id="150546" name="Text Box 18"/>
          <p:cNvSpPr txBox="1">
            <a:spLocks noChangeArrowheads="1"/>
          </p:cNvSpPr>
          <p:nvPr/>
        </p:nvSpPr>
        <p:spPr bwMode="auto">
          <a:xfrm>
            <a:off x="7924800" y="4737100"/>
            <a:ext cx="325438" cy="396875"/>
          </a:xfrm>
          <a:prstGeom prst="rect">
            <a:avLst/>
          </a:prstGeom>
          <a:noFill/>
          <a:ln w="12700">
            <a:noFill/>
            <a:miter lim="800000"/>
            <a:headEnd/>
            <a:tailEnd/>
          </a:ln>
        </p:spPr>
        <p:txBody>
          <a:bodyPr wrap="none">
            <a:spAutoFit/>
          </a:bodyPr>
          <a:lstStyle/>
          <a:p>
            <a:pPr defTabSz="762000" eaLnBrk="0" hangingPunct="0"/>
            <a:r>
              <a:rPr kumimoji="1" lang="en-US" altLang="zh-CN" sz="2000">
                <a:solidFill>
                  <a:srgbClr val="333399"/>
                </a:solidFill>
              </a:rPr>
              <a:t>2</a:t>
            </a:r>
          </a:p>
        </p:txBody>
      </p:sp>
      <p:sp>
        <p:nvSpPr>
          <p:cNvPr id="150547" name="Text Box 19"/>
          <p:cNvSpPr txBox="1">
            <a:spLocks noChangeArrowheads="1"/>
          </p:cNvSpPr>
          <p:nvPr/>
        </p:nvSpPr>
        <p:spPr bwMode="auto">
          <a:xfrm>
            <a:off x="7924800" y="5302250"/>
            <a:ext cx="325438" cy="396875"/>
          </a:xfrm>
          <a:prstGeom prst="rect">
            <a:avLst/>
          </a:prstGeom>
          <a:noFill/>
          <a:ln w="12700">
            <a:noFill/>
            <a:miter lim="800000"/>
            <a:headEnd/>
            <a:tailEnd/>
          </a:ln>
        </p:spPr>
        <p:txBody>
          <a:bodyPr wrap="none">
            <a:spAutoFit/>
          </a:bodyPr>
          <a:lstStyle/>
          <a:p>
            <a:pPr defTabSz="762000" eaLnBrk="0" hangingPunct="0"/>
            <a:r>
              <a:rPr kumimoji="1" lang="en-US" altLang="zh-CN" sz="2000">
                <a:solidFill>
                  <a:srgbClr val="333399"/>
                </a:solidFill>
              </a:rPr>
              <a:t>1</a:t>
            </a:r>
          </a:p>
        </p:txBody>
      </p:sp>
      <p:sp>
        <p:nvSpPr>
          <p:cNvPr id="150548" name="Freeform 20"/>
          <p:cNvSpPr>
            <a:spLocks/>
          </p:cNvSpPr>
          <p:nvPr/>
        </p:nvSpPr>
        <p:spPr bwMode="auto">
          <a:xfrm>
            <a:off x="7886700" y="3414713"/>
            <a:ext cx="847725" cy="61912"/>
          </a:xfrm>
          <a:custGeom>
            <a:avLst/>
            <a:gdLst>
              <a:gd name="T0" fmla="*/ 0 w 534"/>
              <a:gd name="T1" fmla="*/ 2147483647 h 42"/>
              <a:gd name="T2" fmla="*/ 2147483647 w 534"/>
              <a:gd name="T3" fmla="*/ 2147483647 h 42"/>
              <a:gd name="T4" fmla="*/ 2147483647 w 534"/>
              <a:gd name="T5" fmla="*/ 0 h 42"/>
              <a:gd name="T6" fmla="*/ 0 60000 65536"/>
              <a:gd name="T7" fmla="*/ 0 60000 65536"/>
              <a:gd name="T8" fmla="*/ 0 60000 65536"/>
              <a:gd name="T9" fmla="*/ 0 w 534"/>
              <a:gd name="T10" fmla="*/ 0 h 42"/>
              <a:gd name="T11" fmla="*/ 534 w 534"/>
              <a:gd name="T12" fmla="*/ 42 h 42"/>
            </a:gdLst>
            <a:ahLst/>
            <a:cxnLst>
              <a:cxn ang="T6">
                <a:pos x="T0" y="T1"/>
              </a:cxn>
              <a:cxn ang="T7">
                <a:pos x="T2" y="T3"/>
              </a:cxn>
              <a:cxn ang="T8">
                <a:pos x="T4" y="T5"/>
              </a:cxn>
            </a:cxnLst>
            <a:rect l="T9" t="T10" r="T11" b="T12"/>
            <a:pathLst>
              <a:path w="534" h="42">
                <a:moveTo>
                  <a:pt x="0" y="42"/>
                </a:moveTo>
                <a:lnTo>
                  <a:pt x="468" y="42"/>
                </a:lnTo>
                <a:cubicBezTo>
                  <a:pt x="490" y="28"/>
                  <a:pt x="534" y="0"/>
                  <a:pt x="534" y="0"/>
                </a:cubicBezTo>
              </a:path>
            </a:pathLst>
          </a:custGeom>
          <a:noFill/>
          <a:ln w="19050">
            <a:solidFill>
              <a:schemeClr val="tx1"/>
            </a:solidFill>
            <a:round/>
            <a:headEnd type="none" w="sm" len="lg"/>
            <a:tailEnd type="none" w="sm" len="lg"/>
          </a:ln>
        </p:spPr>
        <p:txBody>
          <a:bodyPr wrap="none" anchor="ctr"/>
          <a:lstStyle/>
          <a:p>
            <a:endParaRPr lang="zh-CN" altLang="en-US"/>
          </a:p>
        </p:txBody>
      </p:sp>
      <p:sp>
        <p:nvSpPr>
          <p:cNvPr id="150549" name="Freeform 21"/>
          <p:cNvSpPr>
            <a:spLocks/>
          </p:cNvSpPr>
          <p:nvPr/>
        </p:nvSpPr>
        <p:spPr bwMode="auto">
          <a:xfrm>
            <a:off x="7896225" y="3989388"/>
            <a:ext cx="847725" cy="61912"/>
          </a:xfrm>
          <a:custGeom>
            <a:avLst/>
            <a:gdLst>
              <a:gd name="T0" fmla="*/ 0 w 534"/>
              <a:gd name="T1" fmla="*/ 2147483647 h 42"/>
              <a:gd name="T2" fmla="*/ 2147483647 w 534"/>
              <a:gd name="T3" fmla="*/ 2147483647 h 42"/>
              <a:gd name="T4" fmla="*/ 2147483647 w 534"/>
              <a:gd name="T5" fmla="*/ 0 h 42"/>
              <a:gd name="T6" fmla="*/ 0 60000 65536"/>
              <a:gd name="T7" fmla="*/ 0 60000 65536"/>
              <a:gd name="T8" fmla="*/ 0 60000 65536"/>
              <a:gd name="T9" fmla="*/ 0 w 534"/>
              <a:gd name="T10" fmla="*/ 0 h 42"/>
              <a:gd name="T11" fmla="*/ 534 w 534"/>
              <a:gd name="T12" fmla="*/ 42 h 42"/>
            </a:gdLst>
            <a:ahLst/>
            <a:cxnLst>
              <a:cxn ang="T6">
                <a:pos x="T0" y="T1"/>
              </a:cxn>
              <a:cxn ang="T7">
                <a:pos x="T2" y="T3"/>
              </a:cxn>
              <a:cxn ang="T8">
                <a:pos x="T4" y="T5"/>
              </a:cxn>
            </a:cxnLst>
            <a:rect l="T9" t="T10" r="T11" b="T12"/>
            <a:pathLst>
              <a:path w="534" h="42">
                <a:moveTo>
                  <a:pt x="0" y="36"/>
                </a:moveTo>
                <a:lnTo>
                  <a:pt x="468" y="42"/>
                </a:lnTo>
                <a:cubicBezTo>
                  <a:pt x="490" y="28"/>
                  <a:pt x="534" y="0"/>
                  <a:pt x="534" y="0"/>
                </a:cubicBezTo>
              </a:path>
            </a:pathLst>
          </a:custGeom>
          <a:noFill/>
          <a:ln w="19050">
            <a:solidFill>
              <a:schemeClr val="tx1"/>
            </a:solidFill>
            <a:round/>
            <a:headEnd type="none" w="sm" len="lg"/>
            <a:tailEnd type="none" w="sm" len="lg"/>
          </a:ln>
        </p:spPr>
        <p:txBody>
          <a:bodyPr wrap="none" anchor="ctr"/>
          <a:lstStyle/>
          <a:p>
            <a:endParaRPr lang="zh-CN" altLang="en-US"/>
          </a:p>
        </p:txBody>
      </p:sp>
      <p:sp>
        <p:nvSpPr>
          <p:cNvPr id="150550" name="Freeform 22"/>
          <p:cNvSpPr>
            <a:spLocks/>
          </p:cNvSpPr>
          <p:nvPr/>
        </p:nvSpPr>
        <p:spPr bwMode="auto">
          <a:xfrm>
            <a:off x="7874000" y="4565650"/>
            <a:ext cx="869950" cy="60325"/>
          </a:xfrm>
          <a:custGeom>
            <a:avLst/>
            <a:gdLst>
              <a:gd name="T0" fmla="*/ 0 w 548"/>
              <a:gd name="T1" fmla="*/ 2147483647 h 42"/>
              <a:gd name="T2" fmla="*/ 2147483647 w 548"/>
              <a:gd name="T3" fmla="*/ 2147483647 h 42"/>
              <a:gd name="T4" fmla="*/ 2147483647 w 548"/>
              <a:gd name="T5" fmla="*/ 0 h 42"/>
              <a:gd name="T6" fmla="*/ 0 60000 65536"/>
              <a:gd name="T7" fmla="*/ 0 60000 65536"/>
              <a:gd name="T8" fmla="*/ 0 60000 65536"/>
              <a:gd name="T9" fmla="*/ 0 w 548"/>
              <a:gd name="T10" fmla="*/ 0 h 42"/>
              <a:gd name="T11" fmla="*/ 548 w 548"/>
              <a:gd name="T12" fmla="*/ 42 h 42"/>
            </a:gdLst>
            <a:ahLst/>
            <a:cxnLst>
              <a:cxn ang="T6">
                <a:pos x="T0" y="T1"/>
              </a:cxn>
              <a:cxn ang="T7">
                <a:pos x="T2" y="T3"/>
              </a:cxn>
              <a:cxn ang="T8">
                <a:pos x="T4" y="T5"/>
              </a:cxn>
            </a:cxnLst>
            <a:rect l="T9" t="T10" r="T11" b="T12"/>
            <a:pathLst>
              <a:path w="548" h="42">
                <a:moveTo>
                  <a:pt x="0" y="42"/>
                </a:moveTo>
                <a:lnTo>
                  <a:pt x="482" y="42"/>
                </a:lnTo>
                <a:cubicBezTo>
                  <a:pt x="504" y="28"/>
                  <a:pt x="548" y="0"/>
                  <a:pt x="548" y="0"/>
                </a:cubicBezTo>
              </a:path>
            </a:pathLst>
          </a:custGeom>
          <a:noFill/>
          <a:ln w="19050">
            <a:solidFill>
              <a:schemeClr val="tx1"/>
            </a:solidFill>
            <a:round/>
            <a:headEnd type="none" w="sm" len="lg"/>
            <a:tailEnd type="none" w="sm" len="lg"/>
          </a:ln>
        </p:spPr>
        <p:txBody>
          <a:bodyPr wrap="none" anchor="ctr"/>
          <a:lstStyle/>
          <a:p>
            <a:endParaRPr lang="zh-CN" altLang="en-US"/>
          </a:p>
        </p:txBody>
      </p:sp>
      <p:sp>
        <p:nvSpPr>
          <p:cNvPr id="150551" name="Freeform 23"/>
          <p:cNvSpPr>
            <a:spLocks/>
          </p:cNvSpPr>
          <p:nvPr/>
        </p:nvSpPr>
        <p:spPr bwMode="auto">
          <a:xfrm>
            <a:off x="7874000" y="5157788"/>
            <a:ext cx="860425" cy="60325"/>
          </a:xfrm>
          <a:custGeom>
            <a:avLst/>
            <a:gdLst>
              <a:gd name="T0" fmla="*/ 0 w 542"/>
              <a:gd name="T1" fmla="*/ 2147483647 h 42"/>
              <a:gd name="T2" fmla="*/ 2147483647 w 542"/>
              <a:gd name="T3" fmla="*/ 2147483647 h 42"/>
              <a:gd name="T4" fmla="*/ 2147483647 w 542"/>
              <a:gd name="T5" fmla="*/ 0 h 42"/>
              <a:gd name="T6" fmla="*/ 0 60000 65536"/>
              <a:gd name="T7" fmla="*/ 0 60000 65536"/>
              <a:gd name="T8" fmla="*/ 0 60000 65536"/>
              <a:gd name="T9" fmla="*/ 0 w 542"/>
              <a:gd name="T10" fmla="*/ 0 h 42"/>
              <a:gd name="T11" fmla="*/ 542 w 542"/>
              <a:gd name="T12" fmla="*/ 42 h 42"/>
            </a:gdLst>
            <a:ahLst/>
            <a:cxnLst>
              <a:cxn ang="T6">
                <a:pos x="T0" y="T1"/>
              </a:cxn>
              <a:cxn ang="T7">
                <a:pos x="T2" y="T3"/>
              </a:cxn>
              <a:cxn ang="T8">
                <a:pos x="T4" y="T5"/>
              </a:cxn>
            </a:cxnLst>
            <a:rect l="T9" t="T10" r="T11" b="T12"/>
            <a:pathLst>
              <a:path w="542" h="42">
                <a:moveTo>
                  <a:pt x="0" y="42"/>
                </a:moveTo>
                <a:lnTo>
                  <a:pt x="476" y="42"/>
                </a:lnTo>
                <a:cubicBezTo>
                  <a:pt x="498" y="28"/>
                  <a:pt x="542" y="0"/>
                  <a:pt x="542" y="0"/>
                </a:cubicBezTo>
              </a:path>
            </a:pathLst>
          </a:custGeom>
          <a:noFill/>
          <a:ln w="19050">
            <a:solidFill>
              <a:schemeClr val="tx1"/>
            </a:solidFill>
            <a:round/>
            <a:headEnd type="none" w="sm" len="lg"/>
            <a:tailEnd type="none" w="sm" len="lg"/>
          </a:ln>
        </p:spPr>
        <p:txBody>
          <a:bodyPr wrap="none" anchor="ctr"/>
          <a:lstStyle/>
          <a:p>
            <a:endParaRPr lang="zh-CN" altLang="en-US"/>
          </a:p>
        </p:txBody>
      </p:sp>
      <p:sp>
        <p:nvSpPr>
          <p:cNvPr id="150552" name="Text Box 24"/>
          <p:cNvSpPr txBox="1">
            <a:spLocks noChangeArrowheads="1"/>
          </p:cNvSpPr>
          <p:nvPr/>
        </p:nvSpPr>
        <p:spPr bwMode="auto">
          <a:xfrm>
            <a:off x="395288" y="1973263"/>
            <a:ext cx="868362" cy="396875"/>
          </a:xfrm>
          <a:prstGeom prst="rect">
            <a:avLst/>
          </a:prstGeom>
          <a:noFill/>
          <a:ln w="12700">
            <a:noFill/>
            <a:miter lim="800000"/>
            <a:headEnd type="none" w="sm" len="lg"/>
            <a:tailEnd type="none" w="sm" len="lg"/>
          </a:ln>
        </p:spPr>
        <p:txBody>
          <a:bodyPr wrap="none">
            <a:spAutoFit/>
          </a:bodyPr>
          <a:lstStyle/>
          <a:p>
            <a:pPr defTabSz="762000" eaLnBrk="0" hangingPunct="0"/>
            <a:r>
              <a:rPr kumimoji="1" lang="zh-CN" altLang="en-US" sz="2000">
                <a:solidFill>
                  <a:srgbClr val="333399"/>
                </a:solidFill>
                <a:ea typeface="黑体" pitchFamily="49" charset="-122"/>
              </a:rPr>
              <a:t>主机</a:t>
            </a:r>
            <a:r>
              <a:rPr kumimoji="1" lang="zh-CN" altLang="en-US" sz="1000">
                <a:solidFill>
                  <a:srgbClr val="333399"/>
                </a:solidFill>
                <a:ea typeface="黑体" pitchFamily="49" charset="-122"/>
              </a:rPr>
              <a:t> </a:t>
            </a:r>
            <a:r>
              <a:rPr kumimoji="1" lang="en-US" altLang="zh-CN" sz="2000">
                <a:solidFill>
                  <a:srgbClr val="333399"/>
                </a:solidFill>
                <a:ea typeface="黑体" pitchFamily="49" charset="-122"/>
              </a:rPr>
              <a:t>1</a:t>
            </a:r>
          </a:p>
        </p:txBody>
      </p:sp>
      <p:sp>
        <p:nvSpPr>
          <p:cNvPr id="150553" name="AutoShape 25"/>
          <p:cNvSpPr>
            <a:spLocks noChangeArrowheads="1"/>
          </p:cNvSpPr>
          <p:nvPr/>
        </p:nvSpPr>
        <p:spPr bwMode="auto">
          <a:xfrm>
            <a:off x="8034338" y="2317750"/>
            <a:ext cx="685800" cy="557213"/>
          </a:xfrm>
          <a:prstGeom prst="cube">
            <a:avLst>
              <a:gd name="adj" fmla="val 17593"/>
            </a:avLst>
          </a:prstGeom>
          <a:solidFill>
            <a:srgbClr val="FFFF99"/>
          </a:solidFill>
          <a:ln w="19050">
            <a:solidFill>
              <a:schemeClr val="tx1"/>
            </a:solidFill>
            <a:miter lim="800000"/>
            <a:headEnd type="none" w="sm" len="lg"/>
            <a:tailEnd type="none" w="sm" len="lg"/>
          </a:ln>
        </p:spPr>
        <p:txBody>
          <a:bodyPr wrap="none" anchor="ctr"/>
          <a:lstStyle/>
          <a:p>
            <a:endParaRPr lang="zh-CN" altLang="en-US"/>
          </a:p>
        </p:txBody>
      </p:sp>
      <p:sp>
        <p:nvSpPr>
          <p:cNvPr id="150554" name="Text Box 26"/>
          <p:cNvSpPr txBox="1">
            <a:spLocks noChangeArrowheads="1"/>
          </p:cNvSpPr>
          <p:nvPr/>
        </p:nvSpPr>
        <p:spPr bwMode="auto">
          <a:xfrm>
            <a:off x="8027988" y="2422525"/>
            <a:ext cx="615950" cy="396875"/>
          </a:xfrm>
          <a:prstGeom prst="rect">
            <a:avLst/>
          </a:prstGeom>
          <a:noFill/>
          <a:ln w="12700">
            <a:noFill/>
            <a:miter lim="800000"/>
            <a:headEnd/>
            <a:tailEnd/>
          </a:ln>
        </p:spPr>
        <p:txBody>
          <a:bodyPr wrap="none">
            <a:spAutoFit/>
          </a:bodyPr>
          <a:lstStyle/>
          <a:p>
            <a:pPr defTabSz="762000" eaLnBrk="0" hangingPunct="0"/>
            <a:r>
              <a:rPr kumimoji="1" lang="en-US" altLang="zh-CN" sz="2000">
                <a:solidFill>
                  <a:srgbClr val="333399"/>
                </a:solidFill>
              </a:rPr>
              <a:t>AP</a:t>
            </a:r>
            <a:r>
              <a:rPr kumimoji="1" lang="en-US" altLang="zh-CN" sz="2000" b="1" baseline="-25000">
                <a:solidFill>
                  <a:srgbClr val="333399"/>
                </a:solidFill>
              </a:rPr>
              <a:t>2</a:t>
            </a:r>
            <a:endParaRPr kumimoji="1" lang="en-US" altLang="zh-CN" sz="2000" b="1">
              <a:solidFill>
                <a:srgbClr val="333399"/>
              </a:solidFill>
            </a:endParaRPr>
          </a:p>
        </p:txBody>
      </p:sp>
      <p:sp>
        <p:nvSpPr>
          <p:cNvPr id="150555" name="AutoShape 27"/>
          <p:cNvSpPr>
            <a:spLocks noChangeArrowheads="1"/>
          </p:cNvSpPr>
          <p:nvPr/>
        </p:nvSpPr>
        <p:spPr bwMode="auto">
          <a:xfrm>
            <a:off x="538163" y="2360613"/>
            <a:ext cx="685800" cy="557212"/>
          </a:xfrm>
          <a:prstGeom prst="cube">
            <a:avLst>
              <a:gd name="adj" fmla="val 17593"/>
            </a:avLst>
          </a:prstGeom>
          <a:solidFill>
            <a:srgbClr val="FFFF99"/>
          </a:solidFill>
          <a:ln w="19050">
            <a:solidFill>
              <a:schemeClr val="tx1"/>
            </a:solidFill>
            <a:miter lim="800000"/>
            <a:headEnd type="none" w="sm" len="lg"/>
            <a:tailEnd type="none" w="sm" len="lg"/>
          </a:ln>
        </p:spPr>
        <p:txBody>
          <a:bodyPr wrap="none" anchor="ctr"/>
          <a:lstStyle/>
          <a:p>
            <a:endParaRPr lang="zh-CN" altLang="en-US"/>
          </a:p>
        </p:txBody>
      </p:sp>
      <p:sp>
        <p:nvSpPr>
          <p:cNvPr id="150556" name="Text Box 28"/>
          <p:cNvSpPr txBox="1">
            <a:spLocks noChangeArrowheads="1"/>
          </p:cNvSpPr>
          <p:nvPr/>
        </p:nvSpPr>
        <p:spPr bwMode="auto">
          <a:xfrm>
            <a:off x="558800" y="2481263"/>
            <a:ext cx="615950" cy="396875"/>
          </a:xfrm>
          <a:prstGeom prst="rect">
            <a:avLst/>
          </a:prstGeom>
          <a:noFill/>
          <a:ln w="12700">
            <a:noFill/>
            <a:miter lim="800000"/>
            <a:headEnd/>
            <a:tailEnd/>
          </a:ln>
        </p:spPr>
        <p:txBody>
          <a:bodyPr wrap="none">
            <a:spAutoFit/>
          </a:bodyPr>
          <a:lstStyle/>
          <a:p>
            <a:pPr defTabSz="762000" eaLnBrk="0" hangingPunct="0"/>
            <a:r>
              <a:rPr kumimoji="1" lang="en-US" altLang="zh-CN" sz="2000">
                <a:solidFill>
                  <a:srgbClr val="333399"/>
                </a:solidFill>
              </a:rPr>
              <a:t>AP</a:t>
            </a:r>
            <a:r>
              <a:rPr kumimoji="1" lang="en-US" altLang="zh-CN" sz="2000" b="1" baseline="-25000">
                <a:solidFill>
                  <a:srgbClr val="333399"/>
                </a:solidFill>
              </a:rPr>
              <a:t>1</a:t>
            </a:r>
            <a:endParaRPr kumimoji="1" lang="en-US" altLang="zh-CN" sz="2000" b="1">
              <a:solidFill>
                <a:srgbClr val="333399"/>
              </a:solidFill>
            </a:endParaRPr>
          </a:p>
        </p:txBody>
      </p:sp>
      <p:sp>
        <p:nvSpPr>
          <p:cNvPr id="150557" name="Text Box 29"/>
          <p:cNvSpPr txBox="1">
            <a:spLocks noChangeArrowheads="1"/>
          </p:cNvSpPr>
          <p:nvPr/>
        </p:nvSpPr>
        <p:spPr bwMode="auto">
          <a:xfrm>
            <a:off x="7770813" y="1973263"/>
            <a:ext cx="868362" cy="396875"/>
          </a:xfrm>
          <a:prstGeom prst="rect">
            <a:avLst/>
          </a:prstGeom>
          <a:noFill/>
          <a:ln w="12700">
            <a:noFill/>
            <a:miter lim="800000"/>
            <a:headEnd type="none" w="sm" len="lg"/>
            <a:tailEnd type="none" w="sm" len="lg"/>
          </a:ln>
        </p:spPr>
        <p:txBody>
          <a:bodyPr wrap="none">
            <a:spAutoFit/>
          </a:bodyPr>
          <a:lstStyle/>
          <a:p>
            <a:pPr defTabSz="762000" eaLnBrk="0" hangingPunct="0"/>
            <a:r>
              <a:rPr kumimoji="1" lang="zh-CN" altLang="en-US" sz="2000">
                <a:solidFill>
                  <a:srgbClr val="333399"/>
                </a:solidFill>
                <a:ea typeface="黑体" pitchFamily="49" charset="-122"/>
              </a:rPr>
              <a:t>主机</a:t>
            </a:r>
            <a:r>
              <a:rPr kumimoji="1" lang="zh-CN" altLang="en-US" sz="1000">
                <a:solidFill>
                  <a:srgbClr val="333399"/>
                </a:solidFill>
                <a:ea typeface="黑体" pitchFamily="49" charset="-122"/>
              </a:rPr>
              <a:t> </a:t>
            </a:r>
            <a:r>
              <a:rPr kumimoji="1" lang="en-US" altLang="zh-CN" sz="2000">
                <a:solidFill>
                  <a:srgbClr val="333399"/>
                </a:solidFill>
                <a:ea typeface="黑体" pitchFamily="49" charset="-122"/>
              </a:rPr>
              <a:t>2</a:t>
            </a:r>
          </a:p>
        </p:txBody>
      </p:sp>
      <p:sp>
        <p:nvSpPr>
          <p:cNvPr id="150558" name="Text Box 30"/>
          <p:cNvSpPr txBox="1">
            <a:spLocks noChangeArrowheads="1"/>
          </p:cNvSpPr>
          <p:nvPr/>
        </p:nvSpPr>
        <p:spPr bwMode="auto">
          <a:xfrm>
            <a:off x="3441700" y="4005263"/>
            <a:ext cx="4451350" cy="822325"/>
          </a:xfrm>
          <a:prstGeom prst="rect">
            <a:avLst/>
          </a:prstGeom>
          <a:noFill/>
          <a:ln w="12700">
            <a:noFill/>
            <a:miter lim="800000"/>
            <a:headEnd type="none" w="sm" len="lg"/>
            <a:tailEnd type="none" w="sm" len="lg"/>
          </a:ln>
        </p:spPr>
        <p:txBody>
          <a:bodyPr wrap="none">
            <a:spAutoFit/>
          </a:bodyPr>
          <a:lstStyle/>
          <a:p>
            <a:pPr algn="ctr" defTabSz="762000" eaLnBrk="0" hangingPunct="0"/>
            <a:r>
              <a:rPr kumimoji="1" lang="zh-CN" altLang="en-US" sz="2400">
                <a:solidFill>
                  <a:srgbClr val="333399"/>
                </a:solidFill>
                <a:ea typeface="黑体" pitchFamily="49" charset="-122"/>
              </a:rPr>
              <a:t>网络层剥去首部，取出数据部分</a:t>
            </a:r>
          </a:p>
          <a:p>
            <a:pPr algn="ctr" defTabSz="762000" eaLnBrk="0" hangingPunct="0"/>
            <a:r>
              <a:rPr kumimoji="1" lang="zh-CN" altLang="en-US" sz="2400">
                <a:solidFill>
                  <a:srgbClr val="333399"/>
                </a:solidFill>
                <a:ea typeface="黑体" pitchFamily="49" charset="-122"/>
              </a:rPr>
              <a:t>上交给运输层</a:t>
            </a:r>
          </a:p>
        </p:txBody>
      </p:sp>
      <p:sp>
        <p:nvSpPr>
          <p:cNvPr id="123935" name="AutoShape 31"/>
          <p:cNvSpPr>
            <a:spLocks noChangeArrowheads="1"/>
          </p:cNvSpPr>
          <p:nvPr/>
        </p:nvSpPr>
        <p:spPr bwMode="auto">
          <a:xfrm rot="10800000" flipV="1">
            <a:off x="8305800" y="3824288"/>
            <a:ext cx="196850" cy="396875"/>
          </a:xfrm>
          <a:prstGeom prst="upArrow">
            <a:avLst>
              <a:gd name="adj1" fmla="val 50000"/>
              <a:gd name="adj2" fmla="val 50403"/>
            </a:avLst>
          </a:prstGeom>
          <a:solidFill>
            <a:schemeClr val="hlink"/>
          </a:solidFill>
          <a:ln w="12700">
            <a:solidFill>
              <a:schemeClr val="tx1"/>
            </a:solidFill>
            <a:miter lim="800000"/>
            <a:headEnd/>
            <a:tailEnd/>
          </a:ln>
        </p:spPr>
        <p:txBody>
          <a:bodyPr vert="eaVert" wrap="none" anchor="ctr"/>
          <a:lstStyle/>
          <a:p>
            <a:endParaRPr lang="zh-CN" alt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4" fill="hold" grpId="0" nodeType="afterEffect">
                                  <p:stCondLst>
                                    <p:cond delay="500"/>
                                  </p:stCondLst>
                                  <p:childTnLst>
                                    <p:set>
                                      <p:cBhvr>
                                        <p:cTn id="6" dur="1" fill="hold">
                                          <p:stCondLst>
                                            <p:cond delay="0"/>
                                          </p:stCondLst>
                                        </p:cTn>
                                        <p:tgtEl>
                                          <p:spTgt spid="123935"/>
                                        </p:tgtEl>
                                        <p:attrNameLst>
                                          <p:attrName>style.visibility</p:attrName>
                                        </p:attrNameLst>
                                      </p:cBhvr>
                                      <p:to>
                                        <p:strVal val="visible"/>
                                      </p:to>
                                    </p:set>
                                    <p:animEffect transition="in" filter="wipe(down)">
                                      <p:cBhvr>
                                        <p:cTn id="7" dur="1000"/>
                                        <p:tgtEl>
                                          <p:spTgt spid="1239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3935" grpId="0" animBg="1"/>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1554" name="Rectangle 2"/>
          <p:cNvSpPr>
            <a:spLocks noGrp="1" noChangeArrowheads="1"/>
          </p:cNvSpPr>
          <p:nvPr>
            <p:ph type="title"/>
          </p:nvPr>
        </p:nvSpPr>
        <p:spPr/>
        <p:txBody>
          <a:bodyPr/>
          <a:lstStyle/>
          <a:p>
            <a:pPr algn="ctr" eaLnBrk="1" hangingPunct="1"/>
            <a:r>
              <a:rPr lang="zh-CN" altLang="en-US" smtClean="0">
                <a:latin typeface="微软雅黑" pitchFamily="34" charset="-122"/>
                <a:ea typeface="微软雅黑" pitchFamily="34" charset="-122"/>
              </a:rPr>
              <a:t>主机</a:t>
            </a:r>
            <a:r>
              <a:rPr lang="zh-CN" altLang="en-US" sz="2400" smtClean="0">
                <a:latin typeface="微软雅黑" pitchFamily="34" charset="-122"/>
                <a:ea typeface="微软雅黑" pitchFamily="34" charset="-122"/>
              </a:rPr>
              <a:t> </a:t>
            </a:r>
            <a:r>
              <a:rPr lang="en-US" altLang="zh-CN" smtClean="0">
                <a:latin typeface="微软雅黑" pitchFamily="34" charset="-122"/>
                <a:ea typeface="微软雅黑" pitchFamily="34" charset="-122"/>
              </a:rPr>
              <a:t>1</a:t>
            </a:r>
            <a:r>
              <a:rPr lang="en-US" altLang="zh-CN" sz="2400" smtClean="0">
                <a:latin typeface="微软雅黑" pitchFamily="34" charset="-122"/>
                <a:ea typeface="微软雅黑" pitchFamily="34" charset="-122"/>
              </a:rPr>
              <a:t> </a:t>
            </a:r>
            <a:r>
              <a:rPr lang="zh-CN" altLang="en-US" smtClean="0">
                <a:latin typeface="微软雅黑" pitchFamily="34" charset="-122"/>
                <a:ea typeface="微软雅黑" pitchFamily="34" charset="-122"/>
              </a:rPr>
              <a:t>向主机</a:t>
            </a:r>
            <a:r>
              <a:rPr lang="zh-CN" altLang="en-US" sz="2400" smtClean="0">
                <a:latin typeface="微软雅黑" pitchFamily="34" charset="-122"/>
                <a:ea typeface="微软雅黑" pitchFamily="34" charset="-122"/>
              </a:rPr>
              <a:t> </a:t>
            </a:r>
            <a:r>
              <a:rPr lang="en-US" altLang="zh-CN" smtClean="0">
                <a:latin typeface="微软雅黑" pitchFamily="34" charset="-122"/>
                <a:ea typeface="微软雅黑" pitchFamily="34" charset="-122"/>
              </a:rPr>
              <a:t>2</a:t>
            </a:r>
            <a:r>
              <a:rPr lang="en-US" altLang="zh-CN" sz="2400" smtClean="0">
                <a:latin typeface="微软雅黑" pitchFamily="34" charset="-122"/>
                <a:ea typeface="微软雅黑" pitchFamily="34" charset="-122"/>
              </a:rPr>
              <a:t> </a:t>
            </a:r>
            <a:r>
              <a:rPr lang="zh-CN" altLang="en-US" smtClean="0">
                <a:latin typeface="微软雅黑" pitchFamily="34" charset="-122"/>
                <a:ea typeface="微软雅黑" pitchFamily="34" charset="-122"/>
              </a:rPr>
              <a:t>发送数据 </a:t>
            </a:r>
          </a:p>
        </p:txBody>
      </p:sp>
      <p:sp>
        <p:nvSpPr>
          <p:cNvPr id="151555" name="AutoShape 3"/>
          <p:cNvSpPr>
            <a:spLocks noChangeArrowheads="1"/>
          </p:cNvSpPr>
          <p:nvPr/>
        </p:nvSpPr>
        <p:spPr bwMode="auto">
          <a:xfrm rot="-5400000">
            <a:off x="4374356" y="1532732"/>
            <a:ext cx="417513" cy="8991600"/>
          </a:xfrm>
          <a:prstGeom prst="can">
            <a:avLst>
              <a:gd name="adj" fmla="val 48656"/>
            </a:avLst>
          </a:prstGeom>
          <a:gradFill rotWithShape="0">
            <a:gsLst>
              <a:gs pos="0">
                <a:srgbClr val="ACACAC"/>
              </a:gs>
              <a:gs pos="50000">
                <a:srgbClr val="EAEAEA"/>
              </a:gs>
              <a:gs pos="100000">
                <a:srgbClr val="ACACAC"/>
              </a:gs>
            </a:gsLst>
            <a:lin ang="5400000" scaled="1"/>
          </a:gradFill>
          <a:ln w="19050">
            <a:solidFill>
              <a:schemeClr val="tx1"/>
            </a:solidFill>
            <a:round/>
            <a:headEnd type="none" w="sm" len="lg"/>
            <a:tailEnd type="none" w="sm" len="lg"/>
          </a:ln>
        </p:spPr>
        <p:txBody>
          <a:bodyPr wrap="none" anchor="ctr"/>
          <a:lstStyle/>
          <a:p>
            <a:endParaRPr lang="zh-CN" altLang="en-US"/>
          </a:p>
        </p:txBody>
      </p:sp>
      <p:sp>
        <p:nvSpPr>
          <p:cNvPr id="151556" name="AutoShape 4"/>
          <p:cNvSpPr>
            <a:spLocks noChangeArrowheads="1"/>
          </p:cNvSpPr>
          <p:nvPr/>
        </p:nvSpPr>
        <p:spPr bwMode="auto">
          <a:xfrm>
            <a:off x="533400" y="2847975"/>
            <a:ext cx="838200" cy="2997200"/>
          </a:xfrm>
          <a:prstGeom prst="cube">
            <a:avLst>
              <a:gd name="adj" fmla="val 10764"/>
            </a:avLst>
          </a:prstGeom>
          <a:solidFill>
            <a:srgbClr val="FFFF99"/>
          </a:solidFill>
          <a:ln w="19050">
            <a:solidFill>
              <a:schemeClr val="tx1"/>
            </a:solidFill>
            <a:miter lim="800000"/>
            <a:headEnd type="none" w="sm" len="lg"/>
            <a:tailEnd type="none" w="sm" len="lg"/>
          </a:ln>
        </p:spPr>
        <p:txBody>
          <a:bodyPr wrap="none" anchor="ctr"/>
          <a:lstStyle/>
          <a:p>
            <a:endParaRPr lang="zh-CN" altLang="en-US"/>
          </a:p>
        </p:txBody>
      </p:sp>
      <p:sp>
        <p:nvSpPr>
          <p:cNvPr id="151557" name="Text Box 5"/>
          <p:cNvSpPr txBox="1">
            <a:spLocks noChangeArrowheads="1"/>
          </p:cNvSpPr>
          <p:nvPr/>
        </p:nvSpPr>
        <p:spPr bwMode="auto">
          <a:xfrm>
            <a:off x="781050" y="3027363"/>
            <a:ext cx="325438" cy="396875"/>
          </a:xfrm>
          <a:prstGeom prst="rect">
            <a:avLst/>
          </a:prstGeom>
          <a:noFill/>
          <a:ln w="12700">
            <a:noFill/>
            <a:miter lim="800000"/>
            <a:headEnd/>
            <a:tailEnd/>
          </a:ln>
        </p:spPr>
        <p:txBody>
          <a:bodyPr wrap="none">
            <a:spAutoFit/>
          </a:bodyPr>
          <a:lstStyle/>
          <a:p>
            <a:pPr defTabSz="762000" eaLnBrk="0" hangingPunct="0"/>
            <a:r>
              <a:rPr kumimoji="1" lang="en-US" altLang="zh-CN" sz="2000">
                <a:solidFill>
                  <a:srgbClr val="333399"/>
                </a:solidFill>
              </a:rPr>
              <a:t>5</a:t>
            </a:r>
          </a:p>
        </p:txBody>
      </p:sp>
      <p:sp>
        <p:nvSpPr>
          <p:cNvPr id="151558" name="Text Box 6"/>
          <p:cNvSpPr txBox="1">
            <a:spLocks noChangeArrowheads="1"/>
          </p:cNvSpPr>
          <p:nvPr/>
        </p:nvSpPr>
        <p:spPr bwMode="auto">
          <a:xfrm>
            <a:off x="781050" y="3654425"/>
            <a:ext cx="325438" cy="396875"/>
          </a:xfrm>
          <a:prstGeom prst="rect">
            <a:avLst/>
          </a:prstGeom>
          <a:noFill/>
          <a:ln w="12700">
            <a:noFill/>
            <a:miter lim="800000"/>
            <a:headEnd/>
            <a:tailEnd/>
          </a:ln>
        </p:spPr>
        <p:txBody>
          <a:bodyPr wrap="none">
            <a:spAutoFit/>
          </a:bodyPr>
          <a:lstStyle/>
          <a:p>
            <a:pPr defTabSz="762000" eaLnBrk="0" hangingPunct="0"/>
            <a:r>
              <a:rPr kumimoji="1" lang="en-US" altLang="zh-CN" sz="2000">
                <a:solidFill>
                  <a:srgbClr val="333399"/>
                </a:solidFill>
              </a:rPr>
              <a:t>4</a:t>
            </a:r>
          </a:p>
        </p:txBody>
      </p:sp>
      <p:sp>
        <p:nvSpPr>
          <p:cNvPr id="151559" name="Text Box 7"/>
          <p:cNvSpPr txBox="1">
            <a:spLocks noChangeArrowheads="1"/>
          </p:cNvSpPr>
          <p:nvPr/>
        </p:nvSpPr>
        <p:spPr bwMode="auto">
          <a:xfrm>
            <a:off x="781050" y="4211638"/>
            <a:ext cx="325438" cy="396875"/>
          </a:xfrm>
          <a:prstGeom prst="rect">
            <a:avLst/>
          </a:prstGeom>
          <a:noFill/>
          <a:ln w="12700">
            <a:noFill/>
            <a:miter lim="800000"/>
            <a:headEnd/>
            <a:tailEnd/>
          </a:ln>
        </p:spPr>
        <p:txBody>
          <a:bodyPr wrap="none">
            <a:spAutoFit/>
          </a:bodyPr>
          <a:lstStyle/>
          <a:p>
            <a:pPr defTabSz="762000" eaLnBrk="0" hangingPunct="0"/>
            <a:r>
              <a:rPr kumimoji="1" lang="en-US" altLang="zh-CN" sz="2000">
                <a:solidFill>
                  <a:srgbClr val="333399"/>
                </a:solidFill>
              </a:rPr>
              <a:t>3</a:t>
            </a:r>
          </a:p>
        </p:txBody>
      </p:sp>
      <p:sp>
        <p:nvSpPr>
          <p:cNvPr id="151560" name="Text Box 8"/>
          <p:cNvSpPr txBox="1">
            <a:spLocks noChangeArrowheads="1"/>
          </p:cNvSpPr>
          <p:nvPr/>
        </p:nvSpPr>
        <p:spPr bwMode="auto">
          <a:xfrm>
            <a:off x="781050" y="4770438"/>
            <a:ext cx="325438" cy="396875"/>
          </a:xfrm>
          <a:prstGeom prst="rect">
            <a:avLst/>
          </a:prstGeom>
          <a:noFill/>
          <a:ln w="12700">
            <a:noFill/>
            <a:miter lim="800000"/>
            <a:headEnd/>
            <a:tailEnd/>
          </a:ln>
        </p:spPr>
        <p:txBody>
          <a:bodyPr wrap="none">
            <a:spAutoFit/>
          </a:bodyPr>
          <a:lstStyle/>
          <a:p>
            <a:pPr defTabSz="762000" eaLnBrk="0" hangingPunct="0"/>
            <a:r>
              <a:rPr kumimoji="1" lang="en-US" altLang="zh-CN" sz="2000">
                <a:solidFill>
                  <a:srgbClr val="333399"/>
                </a:solidFill>
              </a:rPr>
              <a:t>2</a:t>
            </a:r>
          </a:p>
        </p:txBody>
      </p:sp>
      <p:sp>
        <p:nvSpPr>
          <p:cNvPr id="151561" name="Text Box 9"/>
          <p:cNvSpPr txBox="1">
            <a:spLocks noChangeArrowheads="1"/>
          </p:cNvSpPr>
          <p:nvPr/>
        </p:nvSpPr>
        <p:spPr bwMode="auto">
          <a:xfrm>
            <a:off x="781050" y="5337175"/>
            <a:ext cx="325438" cy="396875"/>
          </a:xfrm>
          <a:prstGeom prst="rect">
            <a:avLst/>
          </a:prstGeom>
          <a:noFill/>
          <a:ln w="12700">
            <a:noFill/>
            <a:miter lim="800000"/>
            <a:headEnd/>
            <a:tailEnd/>
          </a:ln>
        </p:spPr>
        <p:txBody>
          <a:bodyPr wrap="none">
            <a:spAutoFit/>
          </a:bodyPr>
          <a:lstStyle/>
          <a:p>
            <a:pPr defTabSz="762000" eaLnBrk="0" hangingPunct="0"/>
            <a:r>
              <a:rPr kumimoji="1" lang="en-US" altLang="zh-CN" sz="2000">
                <a:solidFill>
                  <a:srgbClr val="333399"/>
                </a:solidFill>
              </a:rPr>
              <a:t>1</a:t>
            </a:r>
          </a:p>
        </p:txBody>
      </p:sp>
      <p:sp>
        <p:nvSpPr>
          <p:cNvPr id="151562" name="Freeform 10"/>
          <p:cNvSpPr>
            <a:spLocks/>
          </p:cNvSpPr>
          <p:nvPr/>
        </p:nvSpPr>
        <p:spPr bwMode="auto">
          <a:xfrm>
            <a:off x="533400" y="3449638"/>
            <a:ext cx="847725" cy="61912"/>
          </a:xfrm>
          <a:custGeom>
            <a:avLst/>
            <a:gdLst>
              <a:gd name="T0" fmla="*/ 0 w 534"/>
              <a:gd name="T1" fmla="*/ 2147483647 h 42"/>
              <a:gd name="T2" fmla="*/ 2147483647 w 534"/>
              <a:gd name="T3" fmla="*/ 2147483647 h 42"/>
              <a:gd name="T4" fmla="*/ 2147483647 w 534"/>
              <a:gd name="T5" fmla="*/ 0 h 42"/>
              <a:gd name="T6" fmla="*/ 0 60000 65536"/>
              <a:gd name="T7" fmla="*/ 0 60000 65536"/>
              <a:gd name="T8" fmla="*/ 0 60000 65536"/>
              <a:gd name="T9" fmla="*/ 0 w 534"/>
              <a:gd name="T10" fmla="*/ 0 h 42"/>
              <a:gd name="T11" fmla="*/ 534 w 534"/>
              <a:gd name="T12" fmla="*/ 42 h 42"/>
            </a:gdLst>
            <a:ahLst/>
            <a:cxnLst>
              <a:cxn ang="T6">
                <a:pos x="T0" y="T1"/>
              </a:cxn>
              <a:cxn ang="T7">
                <a:pos x="T2" y="T3"/>
              </a:cxn>
              <a:cxn ang="T8">
                <a:pos x="T4" y="T5"/>
              </a:cxn>
            </a:cxnLst>
            <a:rect l="T9" t="T10" r="T11" b="T12"/>
            <a:pathLst>
              <a:path w="534" h="42">
                <a:moveTo>
                  <a:pt x="0" y="42"/>
                </a:moveTo>
                <a:lnTo>
                  <a:pt x="468" y="42"/>
                </a:lnTo>
                <a:cubicBezTo>
                  <a:pt x="490" y="28"/>
                  <a:pt x="534" y="0"/>
                  <a:pt x="534" y="0"/>
                </a:cubicBezTo>
              </a:path>
            </a:pathLst>
          </a:custGeom>
          <a:noFill/>
          <a:ln w="19050">
            <a:solidFill>
              <a:schemeClr val="tx1"/>
            </a:solidFill>
            <a:round/>
            <a:headEnd type="none" w="sm" len="lg"/>
            <a:tailEnd type="none" w="sm" len="lg"/>
          </a:ln>
        </p:spPr>
        <p:txBody>
          <a:bodyPr wrap="none" anchor="ctr"/>
          <a:lstStyle/>
          <a:p>
            <a:endParaRPr lang="zh-CN" altLang="en-US"/>
          </a:p>
        </p:txBody>
      </p:sp>
      <p:sp>
        <p:nvSpPr>
          <p:cNvPr id="151563" name="Freeform 11"/>
          <p:cNvSpPr>
            <a:spLocks/>
          </p:cNvSpPr>
          <p:nvPr/>
        </p:nvSpPr>
        <p:spPr bwMode="auto">
          <a:xfrm>
            <a:off x="542925" y="4024313"/>
            <a:ext cx="847725" cy="61912"/>
          </a:xfrm>
          <a:custGeom>
            <a:avLst/>
            <a:gdLst>
              <a:gd name="T0" fmla="*/ 0 w 534"/>
              <a:gd name="T1" fmla="*/ 2147483647 h 42"/>
              <a:gd name="T2" fmla="*/ 2147483647 w 534"/>
              <a:gd name="T3" fmla="*/ 2147483647 h 42"/>
              <a:gd name="T4" fmla="*/ 2147483647 w 534"/>
              <a:gd name="T5" fmla="*/ 0 h 42"/>
              <a:gd name="T6" fmla="*/ 0 60000 65536"/>
              <a:gd name="T7" fmla="*/ 0 60000 65536"/>
              <a:gd name="T8" fmla="*/ 0 60000 65536"/>
              <a:gd name="T9" fmla="*/ 0 w 534"/>
              <a:gd name="T10" fmla="*/ 0 h 42"/>
              <a:gd name="T11" fmla="*/ 534 w 534"/>
              <a:gd name="T12" fmla="*/ 42 h 42"/>
            </a:gdLst>
            <a:ahLst/>
            <a:cxnLst>
              <a:cxn ang="T6">
                <a:pos x="T0" y="T1"/>
              </a:cxn>
              <a:cxn ang="T7">
                <a:pos x="T2" y="T3"/>
              </a:cxn>
              <a:cxn ang="T8">
                <a:pos x="T4" y="T5"/>
              </a:cxn>
            </a:cxnLst>
            <a:rect l="T9" t="T10" r="T11" b="T12"/>
            <a:pathLst>
              <a:path w="534" h="42">
                <a:moveTo>
                  <a:pt x="0" y="36"/>
                </a:moveTo>
                <a:lnTo>
                  <a:pt x="468" y="42"/>
                </a:lnTo>
                <a:cubicBezTo>
                  <a:pt x="490" y="28"/>
                  <a:pt x="534" y="0"/>
                  <a:pt x="534" y="0"/>
                </a:cubicBezTo>
              </a:path>
            </a:pathLst>
          </a:custGeom>
          <a:noFill/>
          <a:ln w="19050">
            <a:solidFill>
              <a:schemeClr val="tx1"/>
            </a:solidFill>
            <a:round/>
            <a:headEnd type="none" w="sm" len="lg"/>
            <a:tailEnd type="none" w="sm" len="lg"/>
          </a:ln>
        </p:spPr>
        <p:txBody>
          <a:bodyPr wrap="none" anchor="ctr"/>
          <a:lstStyle/>
          <a:p>
            <a:endParaRPr lang="zh-CN" altLang="en-US"/>
          </a:p>
        </p:txBody>
      </p:sp>
      <p:sp>
        <p:nvSpPr>
          <p:cNvPr id="151564" name="Freeform 12"/>
          <p:cNvSpPr>
            <a:spLocks/>
          </p:cNvSpPr>
          <p:nvPr/>
        </p:nvSpPr>
        <p:spPr bwMode="auto">
          <a:xfrm>
            <a:off x="520700" y="4600575"/>
            <a:ext cx="869950" cy="60325"/>
          </a:xfrm>
          <a:custGeom>
            <a:avLst/>
            <a:gdLst>
              <a:gd name="T0" fmla="*/ 0 w 548"/>
              <a:gd name="T1" fmla="*/ 2147483647 h 42"/>
              <a:gd name="T2" fmla="*/ 2147483647 w 548"/>
              <a:gd name="T3" fmla="*/ 2147483647 h 42"/>
              <a:gd name="T4" fmla="*/ 2147483647 w 548"/>
              <a:gd name="T5" fmla="*/ 0 h 42"/>
              <a:gd name="T6" fmla="*/ 0 60000 65536"/>
              <a:gd name="T7" fmla="*/ 0 60000 65536"/>
              <a:gd name="T8" fmla="*/ 0 60000 65536"/>
              <a:gd name="T9" fmla="*/ 0 w 548"/>
              <a:gd name="T10" fmla="*/ 0 h 42"/>
              <a:gd name="T11" fmla="*/ 548 w 548"/>
              <a:gd name="T12" fmla="*/ 42 h 42"/>
            </a:gdLst>
            <a:ahLst/>
            <a:cxnLst>
              <a:cxn ang="T6">
                <a:pos x="T0" y="T1"/>
              </a:cxn>
              <a:cxn ang="T7">
                <a:pos x="T2" y="T3"/>
              </a:cxn>
              <a:cxn ang="T8">
                <a:pos x="T4" y="T5"/>
              </a:cxn>
            </a:cxnLst>
            <a:rect l="T9" t="T10" r="T11" b="T12"/>
            <a:pathLst>
              <a:path w="548" h="42">
                <a:moveTo>
                  <a:pt x="0" y="42"/>
                </a:moveTo>
                <a:lnTo>
                  <a:pt x="482" y="42"/>
                </a:lnTo>
                <a:cubicBezTo>
                  <a:pt x="504" y="28"/>
                  <a:pt x="548" y="0"/>
                  <a:pt x="548" y="0"/>
                </a:cubicBezTo>
              </a:path>
            </a:pathLst>
          </a:custGeom>
          <a:noFill/>
          <a:ln w="19050">
            <a:solidFill>
              <a:schemeClr val="tx1"/>
            </a:solidFill>
            <a:round/>
            <a:headEnd type="none" w="sm" len="lg"/>
            <a:tailEnd type="none" w="sm" len="lg"/>
          </a:ln>
        </p:spPr>
        <p:txBody>
          <a:bodyPr wrap="none" anchor="ctr"/>
          <a:lstStyle/>
          <a:p>
            <a:endParaRPr lang="zh-CN" altLang="en-US"/>
          </a:p>
        </p:txBody>
      </p:sp>
      <p:sp>
        <p:nvSpPr>
          <p:cNvPr id="151565" name="Freeform 13"/>
          <p:cNvSpPr>
            <a:spLocks/>
          </p:cNvSpPr>
          <p:nvPr/>
        </p:nvSpPr>
        <p:spPr bwMode="auto">
          <a:xfrm>
            <a:off x="520700" y="5192713"/>
            <a:ext cx="860425" cy="60325"/>
          </a:xfrm>
          <a:custGeom>
            <a:avLst/>
            <a:gdLst>
              <a:gd name="T0" fmla="*/ 0 w 542"/>
              <a:gd name="T1" fmla="*/ 2147483647 h 42"/>
              <a:gd name="T2" fmla="*/ 2147483647 w 542"/>
              <a:gd name="T3" fmla="*/ 2147483647 h 42"/>
              <a:gd name="T4" fmla="*/ 2147483647 w 542"/>
              <a:gd name="T5" fmla="*/ 0 h 42"/>
              <a:gd name="T6" fmla="*/ 0 60000 65536"/>
              <a:gd name="T7" fmla="*/ 0 60000 65536"/>
              <a:gd name="T8" fmla="*/ 0 60000 65536"/>
              <a:gd name="T9" fmla="*/ 0 w 542"/>
              <a:gd name="T10" fmla="*/ 0 h 42"/>
              <a:gd name="T11" fmla="*/ 542 w 542"/>
              <a:gd name="T12" fmla="*/ 42 h 42"/>
            </a:gdLst>
            <a:ahLst/>
            <a:cxnLst>
              <a:cxn ang="T6">
                <a:pos x="T0" y="T1"/>
              </a:cxn>
              <a:cxn ang="T7">
                <a:pos x="T2" y="T3"/>
              </a:cxn>
              <a:cxn ang="T8">
                <a:pos x="T4" y="T5"/>
              </a:cxn>
            </a:cxnLst>
            <a:rect l="T9" t="T10" r="T11" b="T12"/>
            <a:pathLst>
              <a:path w="542" h="42">
                <a:moveTo>
                  <a:pt x="0" y="42"/>
                </a:moveTo>
                <a:lnTo>
                  <a:pt x="476" y="42"/>
                </a:lnTo>
                <a:cubicBezTo>
                  <a:pt x="498" y="28"/>
                  <a:pt x="542" y="0"/>
                  <a:pt x="542" y="0"/>
                </a:cubicBezTo>
              </a:path>
            </a:pathLst>
          </a:custGeom>
          <a:noFill/>
          <a:ln w="19050">
            <a:solidFill>
              <a:schemeClr val="tx1"/>
            </a:solidFill>
            <a:round/>
            <a:headEnd type="none" w="sm" len="lg"/>
            <a:tailEnd type="none" w="sm" len="lg"/>
          </a:ln>
        </p:spPr>
        <p:txBody>
          <a:bodyPr wrap="none" anchor="ctr"/>
          <a:lstStyle/>
          <a:p>
            <a:endParaRPr lang="zh-CN" altLang="en-US"/>
          </a:p>
        </p:txBody>
      </p:sp>
      <p:sp>
        <p:nvSpPr>
          <p:cNvPr id="151566" name="AutoShape 14"/>
          <p:cNvSpPr>
            <a:spLocks noChangeArrowheads="1"/>
          </p:cNvSpPr>
          <p:nvPr/>
        </p:nvSpPr>
        <p:spPr bwMode="auto">
          <a:xfrm>
            <a:off x="7886700" y="2814638"/>
            <a:ext cx="838200" cy="3030537"/>
          </a:xfrm>
          <a:prstGeom prst="cube">
            <a:avLst>
              <a:gd name="adj" fmla="val 10764"/>
            </a:avLst>
          </a:prstGeom>
          <a:solidFill>
            <a:srgbClr val="FFFF99"/>
          </a:solidFill>
          <a:ln w="19050">
            <a:solidFill>
              <a:schemeClr val="tx1"/>
            </a:solidFill>
            <a:miter lim="800000"/>
            <a:headEnd type="none" w="sm" len="lg"/>
            <a:tailEnd type="none" w="sm" len="lg"/>
          </a:ln>
        </p:spPr>
        <p:txBody>
          <a:bodyPr wrap="none" anchor="ctr"/>
          <a:lstStyle/>
          <a:p>
            <a:endParaRPr lang="zh-CN" altLang="en-US"/>
          </a:p>
        </p:txBody>
      </p:sp>
      <p:sp>
        <p:nvSpPr>
          <p:cNvPr id="151567" name="Text Box 15"/>
          <p:cNvSpPr txBox="1">
            <a:spLocks noChangeArrowheads="1"/>
          </p:cNvSpPr>
          <p:nvPr/>
        </p:nvSpPr>
        <p:spPr bwMode="auto">
          <a:xfrm>
            <a:off x="7924800" y="2992438"/>
            <a:ext cx="325438" cy="396875"/>
          </a:xfrm>
          <a:prstGeom prst="rect">
            <a:avLst/>
          </a:prstGeom>
          <a:noFill/>
          <a:ln w="12700">
            <a:noFill/>
            <a:miter lim="800000"/>
            <a:headEnd/>
            <a:tailEnd/>
          </a:ln>
        </p:spPr>
        <p:txBody>
          <a:bodyPr wrap="none">
            <a:spAutoFit/>
          </a:bodyPr>
          <a:lstStyle/>
          <a:p>
            <a:pPr defTabSz="762000" eaLnBrk="0" hangingPunct="0"/>
            <a:r>
              <a:rPr kumimoji="1" lang="en-US" altLang="zh-CN" sz="2000">
                <a:solidFill>
                  <a:srgbClr val="333399"/>
                </a:solidFill>
              </a:rPr>
              <a:t>5</a:t>
            </a:r>
          </a:p>
        </p:txBody>
      </p:sp>
      <p:sp>
        <p:nvSpPr>
          <p:cNvPr id="151568" name="Text Box 16"/>
          <p:cNvSpPr txBox="1">
            <a:spLocks noChangeArrowheads="1"/>
          </p:cNvSpPr>
          <p:nvPr/>
        </p:nvSpPr>
        <p:spPr bwMode="auto">
          <a:xfrm>
            <a:off x="7924800" y="3619500"/>
            <a:ext cx="325438" cy="396875"/>
          </a:xfrm>
          <a:prstGeom prst="rect">
            <a:avLst/>
          </a:prstGeom>
          <a:noFill/>
          <a:ln w="12700">
            <a:noFill/>
            <a:miter lim="800000"/>
            <a:headEnd/>
            <a:tailEnd/>
          </a:ln>
        </p:spPr>
        <p:txBody>
          <a:bodyPr wrap="none">
            <a:spAutoFit/>
          </a:bodyPr>
          <a:lstStyle/>
          <a:p>
            <a:pPr defTabSz="762000" eaLnBrk="0" hangingPunct="0"/>
            <a:r>
              <a:rPr kumimoji="1" lang="en-US" altLang="zh-CN" sz="2000">
                <a:solidFill>
                  <a:srgbClr val="333399"/>
                </a:solidFill>
              </a:rPr>
              <a:t>4</a:t>
            </a:r>
          </a:p>
        </p:txBody>
      </p:sp>
      <p:sp>
        <p:nvSpPr>
          <p:cNvPr id="151569" name="Text Box 17"/>
          <p:cNvSpPr txBox="1">
            <a:spLocks noChangeArrowheads="1"/>
          </p:cNvSpPr>
          <p:nvPr/>
        </p:nvSpPr>
        <p:spPr bwMode="auto">
          <a:xfrm>
            <a:off x="7924800" y="4176713"/>
            <a:ext cx="325438" cy="396875"/>
          </a:xfrm>
          <a:prstGeom prst="rect">
            <a:avLst/>
          </a:prstGeom>
          <a:noFill/>
          <a:ln w="12700">
            <a:noFill/>
            <a:miter lim="800000"/>
            <a:headEnd/>
            <a:tailEnd/>
          </a:ln>
        </p:spPr>
        <p:txBody>
          <a:bodyPr wrap="none">
            <a:spAutoFit/>
          </a:bodyPr>
          <a:lstStyle/>
          <a:p>
            <a:pPr defTabSz="762000" eaLnBrk="0" hangingPunct="0"/>
            <a:r>
              <a:rPr kumimoji="1" lang="en-US" altLang="zh-CN" sz="2000">
                <a:solidFill>
                  <a:srgbClr val="333399"/>
                </a:solidFill>
              </a:rPr>
              <a:t>3</a:t>
            </a:r>
          </a:p>
        </p:txBody>
      </p:sp>
      <p:sp>
        <p:nvSpPr>
          <p:cNvPr id="151570" name="Text Box 18"/>
          <p:cNvSpPr txBox="1">
            <a:spLocks noChangeArrowheads="1"/>
          </p:cNvSpPr>
          <p:nvPr/>
        </p:nvSpPr>
        <p:spPr bwMode="auto">
          <a:xfrm>
            <a:off x="7924800" y="4737100"/>
            <a:ext cx="325438" cy="396875"/>
          </a:xfrm>
          <a:prstGeom prst="rect">
            <a:avLst/>
          </a:prstGeom>
          <a:noFill/>
          <a:ln w="12700">
            <a:noFill/>
            <a:miter lim="800000"/>
            <a:headEnd/>
            <a:tailEnd/>
          </a:ln>
        </p:spPr>
        <p:txBody>
          <a:bodyPr wrap="none">
            <a:spAutoFit/>
          </a:bodyPr>
          <a:lstStyle/>
          <a:p>
            <a:pPr defTabSz="762000" eaLnBrk="0" hangingPunct="0"/>
            <a:r>
              <a:rPr kumimoji="1" lang="en-US" altLang="zh-CN" sz="2000">
                <a:solidFill>
                  <a:srgbClr val="333399"/>
                </a:solidFill>
              </a:rPr>
              <a:t>2</a:t>
            </a:r>
          </a:p>
        </p:txBody>
      </p:sp>
      <p:sp>
        <p:nvSpPr>
          <p:cNvPr id="151571" name="Text Box 19"/>
          <p:cNvSpPr txBox="1">
            <a:spLocks noChangeArrowheads="1"/>
          </p:cNvSpPr>
          <p:nvPr/>
        </p:nvSpPr>
        <p:spPr bwMode="auto">
          <a:xfrm>
            <a:off x="7924800" y="5302250"/>
            <a:ext cx="325438" cy="396875"/>
          </a:xfrm>
          <a:prstGeom prst="rect">
            <a:avLst/>
          </a:prstGeom>
          <a:noFill/>
          <a:ln w="12700">
            <a:noFill/>
            <a:miter lim="800000"/>
            <a:headEnd/>
            <a:tailEnd/>
          </a:ln>
        </p:spPr>
        <p:txBody>
          <a:bodyPr wrap="none">
            <a:spAutoFit/>
          </a:bodyPr>
          <a:lstStyle/>
          <a:p>
            <a:pPr defTabSz="762000" eaLnBrk="0" hangingPunct="0"/>
            <a:r>
              <a:rPr kumimoji="1" lang="en-US" altLang="zh-CN" sz="2000">
                <a:solidFill>
                  <a:srgbClr val="333399"/>
                </a:solidFill>
              </a:rPr>
              <a:t>1</a:t>
            </a:r>
          </a:p>
        </p:txBody>
      </p:sp>
      <p:sp>
        <p:nvSpPr>
          <p:cNvPr id="151572" name="Freeform 20"/>
          <p:cNvSpPr>
            <a:spLocks/>
          </p:cNvSpPr>
          <p:nvPr/>
        </p:nvSpPr>
        <p:spPr bwMode="auto">
          <a:xfrm>
            <a:off x="7886700" y="3414713"/>
            <a:ext cx="847725" cy="61912"/>
          </a:xfrm>
          <a:custGeom>
            <a:avLst/>
            <a:gdLst>
              <a:gd name="T0" fmla="*/ 0 w 534"/>
              <a:gd name="T1" fmla="*/ 2147483647 h 42"/>
              <a:gd name="T2" fmla="*/ 2147483647 w 534"/>
              <a:gd name="T3" fmla="*/ 2147483647 h 42"/>
              <a:gd name="T4" fmla="*/ 2147483647 w 534"/>
              <a:gd name="T5" fmla="*/ 0 h 42"/>
              <a:gd name="T6" fmla="*/ 0 60000 65536"/>
              <a:gd name="T7" fmla="*/ 0 60000 65536"/>
              <a:gd name="T8" fmla="*/ 0 60000 65536"/>
              <a:gd name="T9" fmla="*/ 0 w 534"/>
              <a:gd name="T10" fmla="*/ 0 h 42"/>
              <a:gd name="T11" fmla="*/ 534 w 534"/>
              <a:gd name="T12" fmla="*/ 42 h 42"/>
            </a:gdLst>
            <a:ahLst/>
            <a:cxnLst>
              <a:cxn ang="T6">
                <a:pos x="T0" y="T1"/>
              </a:cxn>
              <a:cxn ang="T7">
                <a:pos x="T2" y="T3"/>
              </a:cxn>
              <a:cxn ang="T8">
                <a:pos x="T4" y="T5"/>
              </a:cxn>
            </a:cxnLst>
            <a:rect l="T9" t="T10" r="T11" b="T12"/>
            <a:pathLst>
              <a:path w="534" h="42">
                <a:moveTo>
                  <a:pt x="0" y="42"/>
                </a:moveTo>
                <a:lnTo>
                  <a:pt x="468" y="42"/>
                </a:lnTo>
                <a:cubicBezTo>
                  <a:pt x="490" y="28"/>
                  <a:pt x="534" y="0"/>
                  <a:pt x="534" y="0"/>
                </a:cubicBezTo>
              </a:path>
            </a:pathLst>
          </a:custGeom>
          <a:noFill/>
          <a:ln w="19050">
            <a:solidFill>
              <a:schemeClr val="tx1"/>
            </a:solidFill>
            <a:round/>
            <a:headEnd type="none" w="sm" len="lg"/>
            <a:tailEnd type="none" w="sm" len="lg"/>
          </a:ln>
        </p:spPr>
        <p:txBody>
          <a:bodyPr wrap="none" anchor="ctr"/>
          <a:lstStyle/>
          <a:p>
            <a:endParaRPr lang="zh-CN" altLang="en-US"/>
          </a:p>
        </p:txBody>
      </p:sp>
      <p:sp>
        <p:nvSpPr>
          <p:cNvPr id="151573" name="Freeform 21"/>
          <p:cNvSpPr>
            <a:spLocks/>
          </p:cNvSpPr>
          <p:nvPr/>
        </p:nvSpPr>
        <p:spPr bwMode="auto">
          <a:xfrm>
            <a:off x="7896225" y="3989388"/>
            <a:ext cx="847725" cy="61912"/>
          </a:xfrm>
          <a:custGeom>
            <a:avLst/>
            <a:gdLst>
              <a:gd name="T0" fmla="*/ 0 w 534"/>
              <a:gd name="T1" fmla="*/ 2147483647 h 42"/>
              <a:gd name="T2" fmla="*/ 2147483647 w 534"/>
              <a:gd name="T3" fmla="*/ 2147483647 h 42"/>
              <a:gd name="T4" fmla="*/ 2147483647 w 534"/>
              <a:gd name="T5" fmla="*/ 0 h 42"/>
              <a:gd name="T6" fmla="*/ 0 60000 65536"/>
              <a:gd name="T7" fmla="*/ 0 60000 65536"/>
              <a:gd name="T8" fmla="*/ 0 60000 65536"/>
              <a:gd name="T9" fmla="*/ 0 w 534"/>
              <a:gd name="T10" fmla="*/ 0 h 42"/>
              <a:gd name="T11" fmla="*/ 534 w 534"/>
              <a:gd name="T12" fmla="*/ 42 h 42"/>
            </a:gdLst>
            <a:ahLst/>
            <a:cxnLst>
              <a:cxn ang="T6">
                <a:pos x="T0" y="T1"/>
              </a:cxn>
              <a:cxn ang="T7">
                <a:pos x="T2" y="T3"/>
              </a:cxn>
              <a:cxn ang="T8">
                <a:pos x="T4" y="T5"/>
              </a:cxn>
            </a:cxnLst>
            <a:rect l="T9" t="T10" r="T11" b="T12"/>
            <a:pathLst>
              <a:path w="534" h="42">
                <a:moveTo>
                  <a:pt x="0" y="36"/>
                </a:moveTo>
                <a:lnTo>
                  <a:pt x="468" y="42"/>
                </a:lnTo>
                <a:cubicBezTo>
                  <a:pt x="490" y="28"/>
                  <a:pt x="534" y="0"/>
                  <a:pt x="534" y="0"/>
                </a:cubicBezTo>
              </a:path>
            </a:pathLst>
          </a:custGeom>
          <a:noFill/>
          <a:ln w="19050">
            <a:solidFill>
              <a:schemeClr val="tx1"/>
            </a:solidFill>
            <a:round/>
            <a:headEnd type="none" w="sm" len="lg"/>
            <a:tailEnd type="none" w="sm" len="lg"/>
          </a:ln>
        </p:spPr>
        <p:txBody>
          <a:bodyPr wrap="none" anchor="ctr"/>
          <a:lstStyle/>
          <a:p>
            <a:endParaRPr lang="zh-CN" altLang="en-US"/>
          </a:p>
        </p:txBody>
      </p:sp>
      <p:sp>
        <p:nvSpPr>
          <p:cNvPr id="151574" name="Freeform 22"/>
          <p:cNvSpPr>
            <a:spLocks/>
          </p:cNvSpPr>
          <p:nvPr/>
        </p:nvSpPr>
        <p:spPr bwMode="auto">
          <a:xfrm>
            <a:off x="7874000" y="4565650"/>
            <a:ext cx="869950" cy="60325"/>
          </a:xfrm>
          <a:custGeom>
            <a:avLst/>
            <a:gdLst>
              <a:gd name="T0" fmla="*/ 0 w 548"/>
              <a:gd name="T1" fmla="*/ 2147483647 h 42"/>
              <a:gd name="T2" fmla="*/ 2147483647 w 548"/>
              <a:gd name="T3" fmla="*/ 2147483647 h 42"/>
              <a:gd name="T4" fmla="*/ 2147483647 w 548"/>
              <a:gd name="T5" fmla="*/ 0 h 42"/>
              <a:gd name="T6" fmla="*/ 0 60000 65536"/>
              <a:gd name="T7" fmla="*/ 0 60000 65536"/>
              <a:gd name="T8" fmla="*/ 0 60000 65536"/>
              <a:gd name="T9" fmla="*/ 0 w 548"/>
              <a:gd name="T10" fmla="*/ 0 h 42"/>
              <a:gd name="T11" fmla="*/ 548 w 548"/>
              <a:gd name="T12" fmla="*/ 42 h 42"/>
            </a:gdLst>
            <a:ahLst/>
            <a:cxnLst>
              <a:cxn ang="T6">
                <a:pos x="T0" y="T1"/>
              </a:cxn>
              <a:cxn ang="T7">
                <a:pos x="T2" y="T3"/>
              </a:cxn>
              <a:cxn ang="T8">
                <a:pos x="T4" y="T5"/>
              </a:cxn>
            </a:cxnLst>
            <a:rect l="T9" t="T10" r="T11" b="T12"/>
            <a:pathLst>
              <a:path w="548" h="42">
                <a:moveTo>
                  <a:pt x="0" y="42"/>
                </a:moveTo>
                <a:lnTo>
                  <a:pt x="482" y="42"/>
                </a:lnTo>
                <a:cubicBezTo>
                  <a:pt x="504" y="28"/>
                  <a:pt x="548" y="0"/>
                  <a:pt x="548" y="0"/>
                </a:cubicBezTo>
              </a:path>
            </a:pathLst>
          </a:custGeom>
          <a:noFill/>
          <a:ln w="19050">
            <a:solidFill>
              <a:schemeClr val="tx1"/>
            </a:solidFill>
            <a:round/>
            <a:headEnd type="none" w="sm" len="lg"/>
            <a:tailEnd type="none" w="sm" len="lg"/>
          </a:ln>
        </p:spPr>
        <p:txBody>
          <a:bodyPr wrap="none" anchor="ctr"/>
          <a:lstStyle/>
          <a:p>
            <a:endParaRPr lang="zh-CN" altLang="en-US"/>
          </a:p>
        </p:txBody>
      </p:sp>
      <p:sp>
        <p:nvSpPr>
          <p:cNvPr id="151575" name="Freeform 23"/>
          <p:cNvSpPr>
            <a:spLocks/>
          </p:cNvSpPr>
          <p:nvPr/>
        </p:nvSpPr>
        <p:spPr bwMode="auto">
          <a:xfrm>
            <a:off x="7874000" y="5157788"/>
            <a:ext cx="860425" cy="60325"/>
          </a:xfrm>
          <a:custGeom>
            <a:avLst/>
            <a:gdLst>
              <a:gd name="T0" fmla="*/ 0 w 542"/>
              <a:gd name="T1" fmla="*/ 2147483647 h 42"/>
              <a:gd name="T2" fmla="*/ 2147483647 w 542"/>
              <a:gd name="T3" fmla="*/ 2147483647 h 42"/>
              <a:gd name="T4" fmla="*/ 2147483647 w 542"/>
              <a:gd name="T5" fmla="*/ 0 h 42"/>
              <a:gd name="T6" fmla="*/ 0 60000 65536"/>
              <a:gd name="T7" fmla="*/ 0 60000 65536"/>
              <a:gd name="T8" fmla="*/ 0 60000 65536"/>
              <a:gd name="T9" fmla="*/ 0 w 542"/>
              <a:gd name="T10" fmla="*/ 0 h 42"/>
              <a:gd name="T11" fmla="*/ 542 w 542"/>
              <a:gd name="T12" fmla="*/ 42 h 42"/>
            </a:gdLst>
            <a:ahLst/>
            <a:cxnLst>
              <a:cxn ang="T6">
                <a:pos x="T0" y="T1"/>
              </a:cxn>
              <a:cxn ang="T7">
                <a:pos x="T2" y="T3"/>
              </a:cxn>
              <a:cxn ang="T8">
                <a:pos x="T4" y="T5"/>
              </a:cxn>
            </a:cxnLst>
            <a:rect l="T9" t="T10" r="T11" b="T12"/>
            <a:pathLst>
              <a:path w="542" h="42">
                <a:moveTo>
                  <a:pt x="0" y="42"/>
                </a:moveTo>
                <a:lnTo>
                  <a:pt x="476" y="42"/>
                </a:lnTo>
                <a:cubicBezTo>
                  <a:pt x="498" y="28"/>
                  <a:pt x="542" y="0"/>
                  <a:pt x="542" y="0"/>
                </a:cubicBezTo>
              </a:path>
            </a:pathLst>
          </a:custGeom>
          <a:noFill/>
          <a:ln w="19050">
            <a:solidFill>
              <a:schemeClr val="tx1"/>
            </a:solidFill>
            <a:round/>
            <a:headEnd type="none" w="sm" len="lg"/>
            <a:tailEnd type="none" w="sm" len="lg"/>
          </a:ln>
        </p:spPr>
        <p:txBody>
          <a:bodyPr wrap="none" anchor="ctr"/>
          <a:lstStyle/>
          <a:p>
            <a:endParaRPr lang="zh-CN" altLang="en-US"/>
          </a:p>
        </p:txBody>
      </p:sp>
      <p:sp>
        <p:nvSpPr>
          <p:cNvPr id="151576" name="Text Box 24"/>
          <p:cNvSpPr txBox="1">
            <a:spLocks noChangeArrowheads="1"/>
          </p:cNvSpPr>
          <p:nvPr/>
        </p:nvSpPr>
        <p:spPr bwMode="auto">
          <a:xfrm>
            <a:off x="395288" y="1973263"/>
            <a:ext cx="868362" cy="396875"/>
          </a:xfrm>
          <a:prstGeom prst="rect">
            <a:avLst/>
          </a:prstGeom>
          <a:noFill/>
          <a:ln w="12700">
            <a:noFill/>
            <a:miter lim="800000"/>
            <a:headEnd type="none" w="sm" len="lg"/>
            <a:tailEnd type="none" w="sm" len="lg"/>
          </a:ln>
        </p:spPr>
        <p:txBody>
          <a:bodyPr wrap="none">
            <a:spAutoFit/>
          </a:bodyPr>
          <a:lstStyle/>
          <a:p>
            <a:pPr defTabSz="762000" eaLnBrk="0" hangingPunct="0"/>
            <a:r>
              <a:rPr kumimoji="1" lang="zh-CN" altLang="en-US" sz="2000">
                <a:solidFill>
                  <a:srgbClr val="333399"/>
                </a:solidFill>
                <a:ea typeface="黑体" pitchFamily="49" charset="-122"/>
              </a:rPr>
              <a:t>主机</a:t>
            </a:r>
            <a:r>
              <a:rPr kumimoji="1" lang="zh-CN" altLang="en-US" sz="1000">
                <a:solidFill>
                  <a:srgbClr val="333399"/>
                </a:solidFill>
                <a:ea typeface="黑体" pitchFamily="49" charset="-122"/>
              </a:rPr>
              <a:t> </a:t>
            </a:r>
            <a:r>
              <a:rPr kumimoji="1" lang="en-US" altLang="zh-CN" sz="2000">
                <a:solidFill>
                  <a:srgbClr val="333399"/>
                </a:solidFill>
                <a:ea typeface="黑体" pitchFamily="49" charset="-122"/>
              </a:rPr>
              <a:t>1</a:t>
            </a:r>
          </a:p>
        </p:txBody>
      </p:sp>
      <p:sp>
        <p:nvSpPr>
          <p:cNvPr id="151577" name="AutoShape 25"/>
          <p:cNvSpPr>
            <a:spLocks noChangeArrowheads="1"/>
          </p:cNvSpPr>
          <p:nvPr/>
        </p:nvSpPr>
        <p:spPr bwMode="auto">
          <a:xfrm>
            <a:off x="8034338" y="2317750"/>
            <a:ext cx="685800" cy="557213"/>
          </a:xfrm>
          <a:prstGeom prst="cube">
            <a:avLst>
              <a:gd name="adj" fmla="val 17593"/>
            </a:avLst>
          </a:prstGeom>
          <a:solidFill>
            <a:srgbClr val="FFFF99"/>
          </a:solidFill>
          <a:ln w="19050">
            <a:solidFill>
              <a:schemeClr val="tx1"/>
            </a:solidFill>
            <a:miter lim="800000"/>
            <a:headEnd type="none" w="sm" len="lg"/>
            <a:tailEnd type="none" w="sm" len="lg"/>
          </a:ln>
        </p:spPr>
        <p:txBody>
          <a:bodyPr wrap="none" anchor="ctr"/>
          <a:lstStyle/>
          <a:p>
            <a:endParaRPr lang="zh-CN" altLang="en-US"/>
          </a:p>
        </p:txBody>
      </p:sp>
      <p:sp>
        <p:nvSpPr>
          <p:cNvPr id="151578" name="Text Box 26"/>
          <p:cNvSpPr txBox="1">
            <a:spLocks noChangeArrowheads="1"/>
          </p:cNvSpPr>
          <p:nvPr/>
        </p:nvSpPr>
        <p:spPr bwMode="auto">
          <a:xfrm>
            <a:off x="8027988" y="2422525"/>
            <a:ext cx="615950" cy="396875"/>
          </a:xfrm>
          <a:prstGeom prst="rect">
            <a:avLst/>
          </a:prstGeom>
          <a:noFill/>
          <a:ln w="12700">
            <a:noFill/>
            <a:miter lim="800000"/>
            <a:headEnd/>
            <a:tailEnd/>
          </a:ln>
        </p:spPr>
        <p:txBody>
          <a:bodyPr wrap="none">
            <a:spAutoFit/>
          </a:bodyPr>
          <a:lstStyle/>
          <a:p>
            <a:pPr defTabSz="762000" eaLnBrk="0" hangingPunct="0"/>
            <a:r>
              <a:rPr kumimoji="1" lang="en-US" altLang="zh-CN" sz="2000">
                <a:solidFill>
                  <a:srgbClr val="333399"/>
                </a:solidFill>
              </a:rPr>
              <a:t>AP</a:t>
            </a:r>
            <a:r>
              <a:rPr kumimoji="1" lang="en-US" altLang="zh-CN" sz="2000" b="1" baseline="-25000">
                <a:solidFill>
                  <a:srgbClr val="333399"/>
                </a:solidFill>
              </a:rPr>
              <a:t>2</a:t>
            </a:r>
            <a:endParaRPr kumimoji="1" lang="en-US" altLang="zh-CN" sz="2000" b="1">
              <a:solidFill>
                <a:srgbClr val="333399"/>
              </a:solidFill>
            </a:endParaRPr>
          </a:p>
        </p:txBody>
      </p:sp>
      <p:sp>
        <p:nvSpPr>
          <p:cNvPr id="151579" name="AutoShape 27"/>
          <p:cNvSpPr>
            <a:spLocks noChangeArrowheads="1"/>
          </p:cNvSpPr>
          <p:nvPr/>
        </p:nvSpPr>
        <p:spPr bwMode="auto">
          <a:xfrm>
            <a:off x="538163" y="2360613"/>
            <a:ext cx="685800" cy="557212"/>
          </a:xfrm>
          <a:prstGeom prst="cube">
            <a:avLst>
              <a:gd name="adj" fmla="val 17593"/>
            </a:avLst>
          </a:prstGeom>
          <a:solidFill>
            <a:srgbClr val="FFFF99"/>
          </a:solidFill>
          <a:ln w="19050">
            <a:solidFill>
              <a:schemeClr val="tx1"/>
            </a:solidFill>
            <a:miter lim="800000"/>
            <a:headEnd type="none" w="sm" len="lg"/>
            <a:tailEnd type="none" w="sm" len="lg"/>
          </a:ln>
        </p:spPr>
        <p:txBody>
          <a:bodyPr wrap="none" anchor="ctr"/>
          <a:lstStyle/>
          <a:p>
            <a:endParaRPr lang="zh-CN" altLang="en-US"/>
          </a:p>
        </p:txBody>
      </p:sp>
      <p:sp>
        <p:nvSpPr>
          <p:cNvPr id="151580" name="Text Box 28"/>
          <p:cNvSpPr txBox="1">
            <a:spLocks noChangeArrowheads="1"/>
          </p:cNvSpPr>
          <p:nvPr/>
        </p:nvSpPr>
        <p:spPr bwMode="auto">
          <a:xfrm>
            <a:off x="558800" y="2481263"/>
            <a:ext cx="615950" cy="396875"/>
          </a:xfrm>
          <a:prstGeom prst="rect">
            <a:avLst/>
          </a:prstGeom>
          <a:noFill/>
          <a:ln w="12700">
            <a:noFill/>
            <a:miter lim="800000"/>
            <a:headEnd/>
            <a:tailEnd/>
          </a:ln>
        </p:spPr>
        <p:txBody>
          <a:bodyPr wrap="none">
            <a:spAutoFit/>
          </a:bodyPr>
          <a:lstStyle/>
          <a:p>
            <a:pPr defTabSz="762000" eaLnBrk="0" hangingPunct="0"/>
            <a:r>
              <a:rPr kumimoji="1" lang="en-US" altLang="zh-CN" sz="2000">
                <a:solidFill>
                  <a:srgbClr val="333399"/>
                </a:solidFill>
              </a:rPr>
              <a:t>AP</a:t>
            </a:r>
            <a:r>
              <a:rPr kumimoji="1" lang="en-US" altLang="zh-CN" sz="2000" b="1" baseline="-25000">
                <a:solidFill>
                  <a:srgbClr val="333399"/>
                </a:solidFill>
              </a:rPr>
              <a:t>1</a:t>
            </a:r>
            <a:endParaRPr kumimoji="1" lang="en-US" altLang="zh-CN" sz="2000" b="1">
              <a:solidFill>
                <a:srgbClr val="333399"/>
              </a:solidFill>
            </a:endParaRPr>
          </a:p>
        </p:txBody>
      </p:sp>
      <p:sp>
        <p:nvSpPr>
          <p:cNvPr id="151581" name="Text Box 29"/>
          <p:cNvSpPr txBox="1">
            <a:spLocks noChangeArrowheads="1"/>
          </p:cNvSpPr>
          <p:nvPr/>
        </p:nvSpPr>
        <p:spPr bwMode="auto">
          <a:xfrm>
            <a:off x="7770813" y="1973263"/>
            <a:ext cx="868362" cy="396875"/>
          </a:xfrm>
          <a:prstGeom prst="rect">
            <a:avLst/>
          </a:prstGeom>
          <a:noFill/>
          <a:ln w="12700">
            <a:noFill/>
            <a:miter lim="800000"/>
            <a:headEnd type="none" w="sm" len="lg"/>
            <a:tailEnd type="none" w="sm" len="lg"/>
          </a:ln>
        </p:spPr>
        <p:txBody>
          <a:bodyPr wrap="none">
            <a:spAutoFit/>
          </a:bodyPr>
          <a:lstStyle/>
          <a:p>
            <a:pPr defTabSz="762000" eaLnBrk="0" hangingPunct="0"/>
            <a:r>
              <a:rPr kumimoji="1" lang="zh-CN" altLang="en-US" sz="2000">
                <a:solidFill>
                  <a:srgbClr val="333399"/>
                </a:solidFill>
                <a:ea typeface="黑体" pitchFamily="49" charset="-122"/>
              </a:rPr>
              <a:t>主机</a:t>
            </a:r>
            <a:r>
              <a:rPr kumimoji="1" lang="zh-CN" altLang="en-US" sz="1000">
                <a:solidFill>
                  <a:srgbClr val="333399"/>
                </a:solidFill>
                <a:ea typeface="黑体" pitchFamily="49" charset="-122"/>
              </a:rPr>
              <a:t> </a:t>
            </a:r>
            <a:r>
              <a:rPr kumimoji="1" lang="en-US" altLang="zh-CN" sz="2000">
                <a:solidFill>
                  <a:srgbClr val="333399"/>
                </a:solidFill>
                <a:ea typeface="黑体" pitchFamily="49" charset="-122"/>
              </a:rPr>
              <a:t>2</a:t>
            </a:r>
          </a:p>
        </p:txBody>
      </p:sp>
      <p:sp>
        <p:nvSpPr>
          <p:cNvPr id="151582" name="Text Box 30"/>
          <p:cNvSpPr txBox="1">
            <a:spLocks noChangeArrowheads="1"/>
          </p:cNvSpPr>
          <p:nvPr/>
        </p:nvSpPr>
        <p:spPr bwMode="auto">
          <a:xfrm>
            <a:off x="3441700" y="3357563"/>
            <a:ext cx="4451350" cy="822325"/>
          </a:xfrm>
          <a:prstGeom prst="rect">
            <a:avLst/>
          </a:prstGeom>
          <a:noFill/>
          <a:ln w="12700">
            <a:noFill/>
            <a:miter lim="800000"/>
            <a:headEnd type="none" w="sm" len="lg"/>
            <a:tailEnd type="none" w="sm" len="lg"/>
          </a:ln>
        </p:spPr>
        <p:txBody>
          <a:bodyPr wrap="none">
            <a:spAutoFit/>
          </a:bodyPr>
          <a:lstStyle/>
          <a:p>
            <a:pPr algn="ctr" defTabSz="762000" eaLnBrk="0" hangingPunct="0"/>
            <a:r>
              <a:rPr kumimoji="1" lang="zh-CN" altLang="en-US" sz="2400">
                <a:solidFill>
                  <a:srgbClr val="333399"/>
                </a:solidFill>
                <a:ea typeface="黑体" pitchFamily="49" charset="-122"/>
              </a:rPr>
              <a:t>运输层剥去首部，取出数据部分</a:t>
            </a:r>
          </a:p>
          <a:p>
            <a:pPr algn="ctr" defTabSz="762000" eaLnBrk="0" hangingPunct="0"/>
            <a:r>
              <a:rPr kumimoji="1" lang="zh-CN" altLang="en-US" sz="2400">
                <a:solidFill>
                  <a:srgbClr val="333399"/>
                </a:solidFill>
                <a:ea typeface="黑体" pitchFamily="49" charset="-122"/>
              </a:rPr>
              <a:t>上交给应用层</a:t>
            </a:r>
          </a:p>
        </p:txBody>
      </p:sp>
      <p:sp>
        <p:nvSpPr>
          <p:cNvPr id="124959" name="AutoShape 31"/>
          <p:cNvSpPr>
            <a:spLocks noChangeArrowheads="1"/>
          </p:cNvSpPr>
          <p:nvPr/>
        </p:nvSpPr>
        <p:spPr bwMode="auto">
          <a:xfrm rot="10800000" flipV="1">
            <a:off x="8305800" y="3248025"/>
            <a:ext cx="196850" cy="396875"/>
          </a:xfrm>
          <a:prstGeom prst="upArrow">
            <a:avLst>
              <a:gd name="adj1" fmla="val 50000"/>
              <a:gd name="adj2" fmla="val 50403"/>
            </a:avLst>
          </a:prstGeom>
          <a:solidFill>
            <a:schemeClr val="hlink"/>
          </a:solidFill>
          <a:ln w="12700">
            <a:solidFill>
              <a:schemeClr val="tx1"/>
            </a:solidFill>
            <a:miter lim="800000"/>
            <a:headEnd/>
            <a:tailEnd/>
          </a:ln>
        </p:spPr>
        <p:txBody>
          <a:bodyPr vert="eaVert" wrap="none" anchor="ctr"/>
          <a:lstStyle/>
          <a:p>
            <a:endParaRPr lang="zh-CN" alt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4" fill="hold" grpId="0" nodeType="afterEffect">
                                  <p:stCondLst>
                                    <p:cond delay="500"/>
                                  </p:stCondLst>
                                  <p:childTnLst>
                                    <p:set>
                                      <p:cBhvr>
                                        <p:cTn id="6" dur="1" fill="hold">
                                          <p:stCondLst>
                                            <p:cond delay="0"/>
                                          </p:stCondLst>
                                        </p:cTn>
                                        <p:tgtEl>
                                          <p:spTgt spid="124959"/>
                                        </p:tgtEl>
                                        <p:attrNameLst>
                                          <p:attrName>style.visibility</p:attrName>
                                        </p:attrNameLst>
                                      </p:cBhvr>
                                      <p:to>
                                        <p:strVal val="visible"/>
                                      </p:to>
                                    </p:set>
                                    <p:animEffect transition="in" filter="wipe(down)">
                                      <p:cBhvr>
                                        <p:cTn id="7" dur="1000"/>
                                        <p:tgtEl>
                                          <p:spTgt spid="12495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4959" grpId="0" animBg="1"/>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2578" name="Rectangle 2"/>
          <p:cNvSpPr>
            <a:spLocks noGrp="1" noChangeArrowheads="1"/>
          </p:cNvSpPr>
          <p:nvPr>
            <p:ph type="title"/>
          </p:nvPr>
        </p:nvSpPr>
        <p:spPr/>
        <p:txBody>
          <a:bodyPr/>
          <a:lstStyle/>
          <a:p>
            <a:pPr algn="ctr" eaLnBrk="1" hangingPunct="1"/>
            <a:r>
              <a:rPr lang="zh-CN" altLang="en-US" smtClean="0">
                <a:latin typeface="微软雅黑" pitchFamily="34" charset="-122"/>
                <a:ea typeface="微软雅黑" pitchFamily="34" charset="-122"/>
              </a:rPr>
              <a:t>主机</a:t>
            </a:r>
            <a:r>
              <a:rPr lang="zh-CN" altLang="en-US" sz="2400" smtClean="0">
                <a:latin typeface="微软雅黑" pitchFamily="34" charset="-122"/>
                <a:ea typeface="微软雅黑" pitchFamily="34" charset="-122"/>
              </a:rPr>
              <a:t> </a:t>
            </a:r>
            <a:r>
              <a:rPr lang="en-US" altLang="zh-CN" smtClean="0">
                <a:latin typeface="微软雅黑" pitchFamily="34" charset="-122"/>
                <a:ea typeface="微软雅黑" pitchFamily="34" charset="-122"/>
              </a:rPr>
              <a:t>1</a:t>
            </a:r>
            <a:r>
              <a:rPr lang="en-US" altLang="zh-CN" sz="2400" smtClean="0">
                <a:latin typeface="微软雅黑" pitchFamily="34" charset="-122"/>
                <a:ea typeface="微软雅黑" pitchFamily="34" charset="-122"/>
              </a:rPr>
              <a:t> </a:t>
            </a:r>
            <a:r>
              <a:rPr lang="zh-CN" altLang="en-US" smtClean="0">
                <a:latin typeface="微软雅黑" pitchFamily="34" charset="-122"/>
                <a:ea typeface="微软雅黑" pitchFamily="34" charset="-122"/>
              </a:rPr>
              <a:t>向主机</a:t>
            </a:r>
            <a:r>
              <a:rPr lang="zh-CN" altLang="en-US" sz="2400" smtClean="0">
                <a:latin typeface="微软雅黑" pitchFamily="34" charset="-122"/>
                <a:ea typeface="微软雅黑" pitchFamily="34" charset="-122"/>
              </a:rPr>
              <a:t> </a:t>
            </a:r>
            <a:r>
              <a:rPr lang="en-US" altLang="zh-CN" smtClean="0">
                <a:latin typeface="微软雅黑" pitchFamily="34" charset="-122"/>
                <a:ea typeface="微软雅黑" pitchFamily="34" charset="-122"/>
              </a:rPr>
              <a:t>2</a:t>
            </a:r>
            <a:r>
              <a:rPr lang="en-US" altLang="zh-CN" sz="2400" smtClean="0">
                <a:latin typeface="微软雅黑" pitchFamily="34" charset="-122"/>
                <a:ea typeface="微软雅黑" pitchFamily="34" charset="-122"/>
              </a:rPr>
              <a:t> </a:t>
            </a:r>
            <a:r>
              <a:rPr lang="zh-CN" altLang="en-US" smtClean="0">
                <a:latin typeface="微软雅黑" pitchFamily="34" charset="-122"/>
                <a:ea typeface="微软雅黑" pitchFamily="34" charset="-122"/>
              </a:rPr>
              <a:t>发送数据 </a:t>
            </a:r>
          </a:p>
        </p:txBody>
      </p:sp>
      <p:sp>
        <p:nvSpPr>
          <p:cNvPr id="152579" name="AutoShape 3"/>
          <p:cNvSpPr>
            <a:spLocks noChangeArrowheads="1"/>
          </p:cNvSpPr>
          <p:nvPr/>
        </p:nvSpPr>
        <p:spPr bwMode="auto">
          <a:xfrm rot="-5400000">
            <a:off x="4374356" y="1532732"/>
            <a:ext cx="417513" cy="8991600"/>
          </a:xfrm>
          <a:prstGeom prst="can">
            <a:avLst>
              <a:gd name="adj" fmla="val 48656"/>
            </a:avLst>
          </a:prstGeom>
          <a:gradFill rotWithShape="0">
            <a:gsLst>
              <a:gs pos="0">
                <a:srgbClr val="ACACAC"/>
              </a:gs>
              <a:gs pos="50000">
                <a:srgbClr val="EAEAEA"/>
              </a:gs>
              <a:gs pos="100000">
                <a:srgbClr val="ACACAC"/>
              </a:gs>
            </a:gsLst>
            <a:lin ang="5400000" scaled="1"/>
          </a:gradFill>
          <a:ln w="19050">
            <a:solidFill>
              <a:schemeClr val="tx1"/>
            </a:solidFill>
            <a:round/>
            <a:headEnd type="none" w="sm" len="lg"/>
            <a:tailEnd type="none" w="sm" len="lg"/>
          </a:ln>
        </p:spPr>
        <p:txBody>
          <a:bodyPr wrap="none" anchor="ctr"/>
          <a:lstStyle/>
          <a:p>
            <a:endParaRPr lang="zh-CN" altLang="en-US"/>
          </a:p>
        </p:txBody>
      </p:sp>
      <p:sp>
        <p:nvSpPr>
          <p:cNvPr id="152580" name="AutoShape 4"/>
          <p:cNvSpPr>
            <a:spLocks noChangeArrowheads="1"/>
          </p:cNvSpPr>
          <p:nvPr/>
        </p:nvSpPr>
        <p:spPr bwMode="auto">
          <a:xfrm>
            <a:off x="533400" y="2847975"/>
            <a:ext cx="838200" cy="2997200"/>
          </a:xfrm>
          <a:prstGeom prst="cube">
            <a:avLst>
              <a:gd name="adj" fmla="val 10764"/>
            </a:avLst>
          </a:prstGeom>
          <a:solidFill>
            <a:srgbClr val="FFFF99"/>
          </a:solidFill>
          <a:ln w="19050">
            <a:solidFill>
              <a:schemeClr val="tx1"/>
            </a:solidFill>
            <a:miter lim="800000"/>
            <a:headEnd type="none" w="sm" len="lg"/>
            <a:tailEnd type="none" w="sm" len="lg"/>
          </a:ln>
        </p:spPr>
        <p:txBody>
          <a:bodyPr wrap="none" anchor="ctr"/>
          <a:lstStyle/>
          <a:p>
            <a:endParaRPr lang="zh-CN" altLang="en-US"/>
          </a:p>
        </p:txBody>
      </p:sp>
      <p:sp>
        <p:nvSpPr>
          <p:cNvPr id="152581" name="Text Box 5"/>
          <p:cNvSpPr txBox="1">
            <a:spLocks noChangeArrowheads="1"/>
          </p:cNvSpPr>
          <p:nvPr/>
        </p:nvSpPr>
        <p:spPr bwMode="auto">
          <a:xfrm>
            <a:off x="781050" y="3027363"/>
            <a:ext cx="325438" cy="396875"/>
          </a:xfrm>
          <a:prstGeom prst="rect">
            <a:avLst/>
          </a:prstGeom>
          <a:noFill/>
          <a:ln w="12700">
            <a:noFill/>
            <a:miter lim="800000"/>
            <a:headEnd/>
            <a:tailEnd/>
          </a:ln>
        </p:spPr>
        <p:txBody>
          <a:bodyPr wrap="none">
            <a:spAutoFit/>
          </a:bodyPr>
          <a:lstStyle/>
          <a:p>
            <a:pPr defTabSz="762000" eaLnBrk="0" hangingPunct="0"/>
            <a:r>
              <a:rPr kumimoji="1" lang="en-US" altLang="zh-CN" sz="2000">
                <a:solidFill>
                  <a:srgbClr val="333399"/>
                </a:solidFill>
              </a:rPr>
              <a:t>5</a:t>
            </a:r>
          </a:p>
        </p:txBody>
      </p:sp>
      <p:sp>
        <p:nvSpPr>
          <p:cNvPr id="152582" name="Text Box 6"/>
          <p:cNvSpPr txBox="1">
            <a:spLocks noChangeArrowheads="1"/>
          </p:cNvSpPr>
          <p:nvPr/>
        </p:nvSpPr>
        <p:spPr bwMode="auto">
          <a:xfrm>
            <a:off x="781050" y="3654425"/>
            <a:ext cx="325438" cy="396875"/>
          </a:xfrm>
          <a:prstGeom prst="rect">
            <a:avLst/>
          </a:prstGeom>
          <a:noFill/>
          <a:ln w="12700">
            <a:noFill/>
            <a:miter lim="800000"/>
            <a:headEnd/>
            <a:tailEnd/>
          </a:ln>
        </p:spPr>
        <p:txBody>
          <a:bodyPr wrap="none">
            <a:spAutoFit/>
          </a:bodyPr>
          <a:lstStyle/>
          <a:p>
            <a:pPr defTabSz="762000" eaLnBrk="0" hangingPunct="0"/>
            <a:r>
              <a:rPr kumimoji="1" lang="en-US" altLang="zh-CN" sz="2000">
                <a:solidFill>
                  <a:srgbClr val="333399"/>
                </a:solidFill>
              </a:rPr>
              <a:t>4</a:t>
            </a:r>
          </a:p>
        </p:txBody>
      </p:sp>
      <p:sp>
        <p:nvSpPr>
          <p:cNvPr id="152583" name="Text Box 7"/>
          <p:cNvSpPr txBox="1">
            <a:spLocks noChangeArrowheads="1"/>
          </p:cNvSpPr>
          <p:nvPr/>
        </p:nvSpPr>
        <p:spPr bwMode="auto">
          <a:xfrm>
            <a:off x="781050" y="4211638"/>
            <a:ext cx="325438" cy="396875"/>
          </a:xfrm>
          <a:prstGeom prst="rect">
            <a:avLst/>
          </a:prstGeom>
          <a:noFill/>
          <a:ln w="12700">
            <a:noFill/>
            <a:miter lim="800000"/>
            <a:headEnd/>
            <a:tailEnd/>
          </a:ln>
        </p:spPr>
        <p:txBody>
          <a:bodyPr wrap="none">
            <a:spAutoFit/>
          </a:bodyPr>
          <a:lstStyle/>
          <a:p>
            <a:pPr defTabSz="762000" eaLnBrk="0" hangingPunct="0"/>
            <a:r>
              <a:rPr kumimoji="1" lang="en-US" altLang="zh-CN" sz="2000">
                <a:solidFill>
                  <a:srgbClr val="333399"/>
                </a:solidFill>
              </a:rPr>
              <a:t>3</a:t>
            </a:r>
          </a:p>
        </p:txBody>
      </p:sp>
      <p:sp>
        <p:nvSpPr>
          <p:cNvPr id="152584" name="Text Box 8"/>
          <p:cNvSpPr txBox="1">
            <a:spLocks noChangeArrowheads="1"/>
          </p:cNvSpPr>
          <p:nvPr/>
        </p:nvSpPr>
        <p:spPr bwMode="auto">
          <a:xfrm>
            <a:off x="781050" y="4770438"/>
            <a:ext cx="325438" cy="396875"/>
          </a:xfrm>
          <a:prstGeom prst="rect">
            <a:avLst/>
          </a:prstGeom>
          <a:noFill/>
          <a:ln w="12700">
            <a:noFill/>
            <a:miter lim="800000"/>
            <a:headEnd/>
            <a:tailEnd/>
          </a:ln>
        </p:spPr>
        <p:txBody>
          <a:bodyPr wrap="none">
            <a:spAutoFit/>
          </a:bodyPr>
          <a:lstStyle/>
          <a:p>
            <a:pPr defTabSz="762000" eaLnBrk="0" hangingPunct="0"/>
            <a:r>
              <a:rPr kumimoji="1" lang="en-US" altLang="zh-CN" sz="2000">
                <a:solidFill>
                  <a:srgbClr val="333399"/>
                </a:solidFill>
              </a:rPr>
              <a:t>2</a:t>
            </a:r>
          </a:p>
        </p:txBody>
      </p:sp>
      <p:sp>
        <p:nvSpPr>
          <p:cNvPr id="152585" name="Text Box 9"/>
          <p:cNvSpPr txBox="1">
            <a:spLocks noChangeArrowheads="1"/>
          </p:cNvSpPr>
          <p:nvPr/>
        </p:nvSpPr>
        <p:spPr bwMode="auto">
          <a:xfrm>
            <a:off x="781050" y="5337175"/>
            <a:ext cx="325438" cy="396875"/>
          </a:xfrm>
          <a:prstGeom prst="rect">
            <a:avLst/>
          </a:prstGeom>
          <a:noFill/>
          <a:ln w="12700">
            <a:noFill/>
            <a:miter lim="800000"/>
            <a:headEnd/>
            <a:tailEnd/>
          </a:ln>
        </p:spPr>
        <p:txBody>
          <a:bodyPr wrap="none">
            <a:spAutoFit/>
          </a:bodyPr>
          <a:lstStyle/>
          <a:p>
            <a:pPr defTabSz="762000" eaLnBrk="0" hangingPunct="0"/>
            <a:r>
              <a:rPr kumimoji="1" lang="en-US" altLang="zh-CN" sz="2000">
                <a:solidFill>
                  <a:srgbClr val="333399"/>
                </a:solidFill>
              </a:rPr>
              <a:t>1</a:t>
            </a:r>
          </a:p>
        </p:txBody>
      </p:sp>
      <p:sp>
        <p:nvSpPr>
          <p:cNvPr id="152586" name="Freeform 10"/>
          <p:cNvSpPr>
            <a:spLocks/>
          </p:cNvSpPr>
          <p:nvPr/>
        </p:nvSpPr>
        <p:spPr bwMode="auto">
          <a:xfrm>
            <a:off x="533400" y="3449638"/>
            <a:ext cx="847725" cy="61912"/>
          </a:xfrm>
          <a:custGeom>
            <a:avLst/>
            <a:gdLst>
              <a:gd name="T0" fmla="*/ 0 w 534"/>
              <a:gd name="T1" fmla="*/ 2147483647 h 42"/>
              <a:gd name="T2" fmla="*/ 2147483647 w 534"/>
              <a:gd name="T3" fmla="*/ 2147483647 h 42"/>
              <a:gd name="T4" fmla="*/ 2147483647 w 534"/>
              <a:gd name="T5" fmla="*/ 0 h 42"/>
              <a:gd name="T6" fmla="*/ 0 60000 65536"/>
              <a:gd name="T7" fmla="*/ 0 60000 65536"/>
              <a:gd name="T8" fmla="*/ 0 60000 65536"/>
              <a:gd name="T9" fmla="*/ 0 w 534"/>
              <a:gd name="T10" fmla="*/ 0 h 42"/>
              <a:gd name="T11" fmla="*/ 534 w 534"/>
              <a:gd name="T12" fmla="*/ 42 h 42"/>
            </a:gdLst>
            <a:ahLst/>
            <a:cxnLst>
              <a:cxn ang="T6">
                <a:pos x="T0" y="T1"/>
              </a:cxn>
              <a:cxn ang="T7">
                <a:pos x="T2" y="T3"/>
              </a:cxn>
              <a:cxn ang="T8">
                <a:pos x="T4" y="T5"/>
              </a:cxn>
            </a:cxnLst>
            <a:rect l="T9" t="T10" r="T11" b="T12"/>
            <a:pathLst>
              <a:path w="534" h="42">
                <a:moveTo>
                  <a:pt x="0" y="42"/>
                </a:moveTo>
                <a:lnTo>
                  <a:pt x="468" y="42"/>
                </a:lnTo>
                <a:cubicBezTo>
                  <a:pt x="490" y="28"/>
                  <a:pt x="534" y="0"/>
                  <a:pt x="534" y="0"/>
                </a:cubicBezTo>
              </a:path>
            </a:pathLst>
          </a:custGeom>
          <a:noFill/>
          <a:ln w="19050">
            <a:solidFill>
              <a:schemeClr val="tx1"/>
            </a:solidFill>
            <a:round/>
            <a:headEnd type="none" w="sm" len="lg"/>
            <a:tailEnd type="none" w="sm" len="lg"/>
          </a:ln>
        </p:spPr>
        <p:txBody>
          <a:bodyPr wrap="none" anchor="ctr"/>
          <a:lstStyle/>
          <a:p>
            <a:endParaRPr lang="zh-CN" altLang="en-US"/>
          </a:p>
        </p:txBody>
      </p:sp>
      <p:sp>
        <p:nvSpPr>
          <p:cNvPr id="152587" name="Freeform 11"/>
          <p:cNvSpPr>
            <a:spLocks/>
          </p:cNvSpPr>
          <p:nvPr/>
        </p:nvSpPr>
        <p:spPr bwMode="auto">
          <a:xfrm>
            <a:off x="542925" y="4024313"/>
            <a:ext cx="847725" cy="61912"/>
          </a:xfrm>
          <a:custGeom>
            <a:avLst/>
            <a:gdLst>
              <a:gd name="T0" fmla="*/ 0 w 534"/>
              <a:gd name="T1" fmla="*/ 2147483647 h 42"/>
              <a:gd name="T2" fmla="*/ 2147483647 w 534"/>
              <a:gd name="T3" fmla="*/ 2147483647 h 42"/>
              <a:gd name="T4" fmla="*/ 2147483647 w 534"/>
              <a:gd name="T5" fmla="*/ 0 h 42"/>
              <a:gd name="T6" fmla="*/ 0 60000 65536"/>
              <a:gd name="T7" fmla="*/ 0 60000 65536"/>
              <a:gd name="T8" fmla="*/ 0 60000 65536"/>
              <a:gd name="T9" fmla="*/ 0 w 534"/>
              <a:gd name="T10" fmla="*/ 0 h 42"/>
              <a:gd name="T11" fmla="*/ 534 w 534"/>
              <a:gd name="T12" fmla="*/ 42 h 42"/>
            </a:gdLst>
            <a:ahLst/>
            <a:cxnLst>
              <a:cxn ang="T6">
                <a:pos x="T0" y="T1"/>
              </a:cxn>
              <a:cxn ang="T7">
                <a:pos x="T2" y="T3"/>
              </a:cxn>
              <a:cxn ang="T8">
                <a:pos x="T4" y="T5"/>
              </a:cxn>
            </a:cxnLst>
            <a:rect l="T9" t="T10" r="T11" b="T12"/>
            <a:pathLst>
              <a:path w="534" h="42">
                <a:moveTo>
                  <a:pt x="0" y="36"/>
                </a:moveTo>
                <a:lnTo>
                  <a:pt x="468" y="42"/>
                </a:lnTo>
                <a:cubicBezTo>
                  <a:pt x="490" y="28"/>
                  <a:pt x="534" y="0"/>
                  <a:pt x="534" y="0"/>
                </a:cubicBezTo>
              </a:path>
            </a:pathLst>
          </a:custGeom>
          <a:noFill/>
          <a:ln w="19050">
            <a:solidFill>
              <a:schemeClr val="tx1"/>
            </a:solidFill>
            <a:round/>
            <a:headEnd type="none" w="sm" len="lg"/>
            <a:tailEnd type="none" w="sm" len="lg"/>
          </a:ln>
        </p:spPr>
        <p:txBody>
          <a:bodyPr wrap="none" anchor="ctr"/>
          <a:lstStyle/>
          <a:p>
            <a:endParaRPr lang="zh-CN" altLang="en-US"/>
          </a:p>
        </p:txBody>
      </p:sp>
      <p:sp>
        <p:nvSpPr>
          <p:cNvPr id="152588" name="Freeform 12"/>
          <p:cNvSpPr>
            <a:spLocks/>
          </p:cNvSpPr>
          <p:nvPr/>
        </p:nvSpPr>
        <p:spPr bwMode="auto">
          <a:xfrm>
            <a:off x="520700" y="4600575"/>
            <a:ext cx="869950" cy="60325"/>
          </a:xfrm>
          <a:custGeom>
            <a:avLst/>
            <a:gdLst>
              <a:gd name="T0" fmla="*/ 0 w 548"/>
              <a:gd name="T1" fmla="*/ 2147483647 h 42"/>
              <a:gd name="T2" fmla="*/ 2147483647 w 548"/>
              <a:gd name="T3" fmla="*/ 2147483647 h 42"/>
              <a:gd name="T4" fmla="*/ 2147483647 w 548"/>
              <a:gd name="T5" fmla="*/ 0 h 42"/>
              <a:gd name="T6" fmla="*/ 0 60000 65536"/>
              <a:gd name="T7" fmla="*/ 0 60000 65536"/>
              <a:gd name="T8" fmla="*/ 0 60000 65536"/>
              <a:gd name="T9" fmla="*/ 0 w 548"/>
              <a:gd name="T10" fmla="*/ 0 h 42"/>
              <a:gd name="T11" fmla="*/ 548 w 548"/>
              <a:gd name="T12" fmla="*/ 42 h 42"/>
            </a:gdLst>
            <a:ahLst/>
            <a:cxnLst>
              <a:cxn ang="T6">
                <a:pos x="T0" y="T1"/>
              </a:cxn>
              <a:cxn ang="T7">
                <a:pos x="T2" y="T3"/>
              </a:cxn>
              <a:cxn ang="T8">
                <a:pos x="T4" y="T5"/>
              </a:cxn>
            </a:cxnLst>
            <a:rect l="T9" t="T10" r="T11" b="T12"/>
            <a:pathLst>
              <a:path w="548" h="42">
                <a:moveTo>
                  <a:pt x="0" y="42"/>
                </a:moveTo>
                <a:lnTo>
                  <a:pt x="482" y="42"/>
                </a:lnTo>
                <a:cubicBezTo>
                  <a:pt x="504" y="28"/>
                  <a:pt x="548" y="0"/>
                  <a:pt x="548" y="0"/>
                </a:cubicBezTo>
              </a:path>
            </a:pathLst>
          </a:custGeom>
          <a:noFill/>
          <a:ln w="19050">
            <a:solidFill>
              <a:schemeClr val="tx1"/>
            </a:solidFill>
            <a:round/>
            <a:headEnd type="none" w="sm" len="lg"/>
            <a:tailEnd type="none" w="sm" len="lg"/>
          </a:ln>
        </p:spPr>
        <p:txBody>
          <a:bodyPr wrap="none" anchor="ctr"/>
          <a:lstStyle/>
          <a:p>
            <a:endParaRPr lang="zh-CN" altLang="en-US"/>
          </a:p>
        </p:txBody>
      </p:sp>
      <p:sp>
        <p:nvSpPr>
          <p:cNvPr id="152589" name="Freeform 13"/>
          <p:cNvSpPr>
            <a:spLocks/>
          </p:cNvSpPr>
          <p:nvPr/>
        </p:nvSpPr>
        <p:spPr bwMode="auto">
          <a:xfrm>
            <a:off x="520700" y="5192713"/>
            <a:ext cx="860425" cy="60325"/>
          </a:xfrm>
          <a:custGeom>
            <a:avLst/>
            <a:gdLst>
              <a:gd name="T0" fmla="*/ 0 w 542"/>
              <a:gd name="T1" fmla="*/ 2147483647 h 42"/>
              <a:gd name="T2" fmla="*/ 2147483647 w 542"/>
              <a:gd name="T3" fmla="*/ 2147483647 h 42"/>
              <a:gd name="T4" fmla="*/ 2147483647 w 542"/>
              <a:gd name="T5" fmla="*/ 0 h 42"/>
              <a:gd name="T6" fmla="*/ 0 60000 65536"/>
              <a:gd name="T7" fmla="*/ 0 60000 65536"/>
              <a:gd name="T8" fmla="*/ 0 60000 65536"/>
              <a:gd name="T9" fmla="*/ 0 w 542"/>
              <a:gd name="T10" fmla="*/ 0 h 42"/>
              <a:gd name="T11" fmla="*/ 542 w 542"/>
              <a:gd name="T12" fmla="*/ 42 h 42"/>
            </a:gdLst>
            <a:ahLst/>
            <a:cxnLst>
              <a:cxn ang="T6">
                <a:pos x="T0" y="T1"/>
              </a:cxn>
              <a:cxn ang="T7">
                <a:pos x="T2" y="T3"/>
              </a:cxn>
              <a:cxn ang="T8">
                <a:pos x="T4" y="T5"/>
              </a:cxn>
            </a:cxnLst>
            <a:rect l="T9" t="T10" r="T11" b="T12"/>
            <a:pathLst>
              <a:path w="542" h="42">
                <a:moveTo>
                  <a:pt x="0" y="42"/>
                </a:moveTo>
                <a:lnTo>
                  <a:pt x="476" y="42"/>
                </a:lnTo>
                <a:cubicBezTo>
                  <a:pt x="498" y="28"/>
                  <a:pt x="542" y="0"/>
                  <a:pt x="542" y="0"/>
                </a:cubicBezTo>
              </a:path>
            </a:pathLst>
          </a:custGeom>
          <a:noFill/>
          <a:ln w="19050">
            <a:solidFill>
              <a:schemeClr val="tx1"/>
            </a:solidFill>
            <a:round/>
            <a:headEnd type="none" w="sm" len="lg"/>
            <a:tailEnd type="none" w="sm" len="lg"/>
          </a:ln>
        </p:spPr>
        <p:txBody>
          <a:bodyPr wrap="none" anchor="ctr"/>
          <a:lstStyle/>
          <a:p>
            <a:endParaRPr lang="zh-CN" altLang="en-US"/>
          </a:p>
        </p:txBody>
      </p:sp>
      <p:sp>
        <p:nvSpPr>
          <p:cNvPr id="152590" name="AutoShape 14"/>
          <p:cNvSpPr>
            <a:spLocks noChangeArrowheads="1"/>
          </p:cNvSpPr>
          <p:nvPr/>
        </p:nvSpPr>
        <p:spPr bwMode="auto">
          <a:xfrm>
            <a:off x="7886700" y="2814638"/>
            <a:ext cx="838200" cy="3030537"/>
          </a:xfrm>
          <a:prstGeom prst="cube">
            <a:avLst>
              <a:gd name="adj" fmla="val 10764"/>
            </a:avLst>
          </a:prstGeom>
          <a:solidFill>
            <a:srgbClr val="FFFF99"/>
          </a:solidFill>
          <a:ln w="19050">
            <a:solidFill>
              <a:schemeClr val="tx1"/>
            </a:solidFill>
            <a:miter lim="800000"/>
            <a:headEnd type="none" w="sm" len="lg"/>
            <a:tailEnd type="none" w="sm" len="lg"/>
          </a:ln>
        </p:spPr>
        <p:txBody>
          <a:bodyPr wrap="none" anchor="ctr"/>
          <a:lstStyle/>
          <a:p>
            <a:endParaRPr lang="zh-CN" altLang="en-US"/>
          </a:p>
        </p:txBody>
      </p:sp>
      <p:sp>
        <p:nvSpPr>
          <p:cNvPr id="152591" name="Text Box 15"/>
          <p:cNvSpPr txBox="1">
            <a:spLocks noChangeArrowheads="1"/>
          </p:cNvSpPr>
          <p:nvPr/>
        </p:nvSpPr>
        <p:spPr bwMode="auto">
          <a:xfrm>
            <a:off x="7924800" y="2992438"/>
            <a:ext cx="325438" cy="396875"/>
          </a:xfrm>
          <a:prstGeom prst="rect">
            <a:avLst/>
          </a:prstGeom>
          <a:noFill/>
          <a:ln w="12700">
            <a:noFill/>
            <a:miter lim="800000"/>
            <a:headEnd/>
            <a:tailEnd/>
          </a:ln>
        </p:spPr>
        <p:txBody>
          <a:bodyPr wrap="none">
            <a:spAutoFit/>
          </a:bodyPr>
          <a:lstStyle/>
          <a:p>
            <a:pPr defTabSz="762000" eaLnBrk="0" hangingPunct="0"/>
            <a:r>
              <a:rPr kumimoji="1" lang="en-US" altLang="zh-CN" sz="2000">
                <a:solidFill>
                  <a:srgbClr val="333399"/>
                </a:solidFill>
              </a:rPr>
              <a:t>5</a:t>
            </a:r>
          </a:p>
        </p:txBody>
      </p:sp>
      <p:sp>
        <p:nvSpPr>
          <p:cNvPr id="152592" name="Text Box 16"/>
          <p:cNvSpPr txBox="1">
            <a:spLocks noChangeArrowheads="1"/>
          </p:cNvSpPr>
          <p:nvPr/>
        </p:nvSpPr>
        <p:spPr bwMode="auto">
          <a:xfrm>
            <a:off x="7924800" y="3619500"/>
            <a:ext cx="325438" cy="396875"/>
          </a:xfrm>
          <a:prstGeom prst="rect">
            <a:avLst/>
          </a:prstGeom>
          <a:noFill/>
          <a:ln w="12700">
            <a:noFill/>
            <a:miter lim="800000"/>
            <a:headEnd/>
            <a:tailEnd/>
          </a:ln>
        </p:spPr>
        <p:txBody>
          <a:bodyPr wrap="none">
            <a:spAutoFit/>
          </a:bodyPr>
          <a:lstStyle/>
          <a:p>
            <a:pPr defTabSz="762000" eaLnBrk="0" hangingPunct="0"/>
            <a:r>
              <a:rPr kumimoji="1" lang="en-US" altLang="zh-CN" sz="2000">
                <a:solidFill>
                  <a:srgbClr val="333399"/>
                </a:solidFill>
              </a:rPr>
              <a:t>4</a:t>
            </a:r>
          </a:p>
        </p:txBody>
      </p:sp>
      <p:sp>
        <p:nvSpPr>
          <p:cNvPr id="152593" name="Text Box 17"/>
          <p:cNvSpPr txBox="1">
            <a:spLocks noChangeArrowheads="1"/>
          </p:cNvSpPr>
          <p:nvPr/>
        </p:nvSpPr>
        <p:spPr bwMode="auto">
          <a:xfrm>
            <a:off x="7924800" y="4176713"/>
            <a:ext cx="325438" cy="396875"/>
          </a:xfrm>
          <a:prstGeom prst="rect">
            <a:avLst/>
          </a:prstGeom>
          <a:noFill/>
          <a:ln w="12700">
            <a:noFill/>
            <a:miter lim="800000"/>
            <a:headEnd/>
            <a:tailEnd/>
          </a:ln>
        </p:spPr>
        <p:txBody>
          <a:bodyPr wrap="none">
            <a:spAutoFit/>
          </a:bodyPr>
          <a:lstStyle/>
          <a:p>
            <a:pPr defTabSz="762000" eaLnBrk="0" hangingPunct="0"/>
            <a:r>
              <a:rPr kumimoji="1" lang="en-US" altLang="zh-CN" sz="2000">
                <a:solidFill>
                  <a:srgbClr val="333399"/>
                </a:solidFill>
              </a:rPr>
              <a:t>3</a:t>
            </a:r>
          </a:p>
        </p:txBody>
      </p:sp>
      <p:sp>
        <p:nvSpPr>
          <p:cNvPr id="152594" name="Text Box 18"/>
          <p:cNvSpPr txBox="1">
            <a:spLocks noChangeArrowheads="1"/>
          </p:cNvSpPr>
          <p:nvPr/>
        </p:nvSpPr>
        <p:spPr bwMode="auto">
          <a:xfrm>
            <a:off x="7924800" y="4737100"/>
            <a:ext cx="325438" cy="396875"/>
          </a:xfrm>
          <a:prstGeom prst="rect">
            <a:avLst/>
          </a:prstGeom>
          <a:noFill/>
          <a:ln w="12700">
            <a:noFill/>
            <a:miter lim="800000"/>
            <a:headEnd/>
            <a:tailEnd/>
          </a:ln>
        </p:spPr>
        <p:txBody>
          <a:bodyPr wrap="none">
            <a:spAutoFit/>
          </a:bodyPr>
          <a:lstStyle/>
          <a:p>
            <a:pPr defTabSz="762000" eaLnBrk="0" hangingPunct="0"/>
            <a:r>
              <a:rPr kumimoji="1" lang="en-US" altLang="zh-CN" sz="2000">
                <a:solidFill>
                  <a:srgbClr val="333399"/>
                </a:solidFill>
              </a:rPr>
              <a:t>2</a:t>
            </a:r>
          </a:p>
        </p:txBody>
      </p:sp>
      <p:sp>
        <p:nvSpPr>
          <p:cNvPr id="152595" name="Text Box 19"/>
          <p:cNvSpPr txBox="1">
            <a:spLocks noChangeArrowheads="1"/>
          </p:cNvSpPr>
          <p:nvPr/>
        </p:nvSpPr>
        <p:spPr bwMode="auto">
          <a:xfrm>
            <a:off x="7924800" y="5302250"/>
            <a:ext cx="325438" cy="396875"/>
          </a:xfrm>
          <a:prstGeom prst="rect">
            <a:avLst/>
          </a:prstGeom>
          <a:noFill/>
          <a:ln w="12700">
            <a:noFill/>
            <a:miter lim="800000"/>
            <a:headEnd/>
            <a:tailEnd/>
          </a:ln>
        </p:spPr>
        <p:txBody>
          <a:bodyPr wrap="none">
            <a:spAutoFit/>
          </a:bodyPr>
          <a:lstStyle/>
          <a:p>
            <a:pPr defTabSz="762000" eaLnBrk="0" hangingPunct="0"/>
            <a:r>
              <a:rPr kumimoji="1" lang="en-US" altLang="zh-CN" sz="2000">
                <a:solidFill>
                  <a:srgbClr val="333399"/>
                </a:solidFill>
              </a:rPr>
              <a:t>1</a:t>
            </a:r>
          </a:p>
        </p:txBody>
      </p:sp>
      <p:sp>
        <p:nvSpPr>
          <p:cNvPr id="152596" name="Freeform 20"/>
          <p:cNvSpPr>
            <a:spLocks/>
          </p:cNvSpPr>
          <p:nvPr/>
        </p:nvSpPr>
        <p:spPr bwMode="auto">
          <a:xfrm>
            <a:off x="7886700" y="3414713"/>
            <a:ext cx="847725" cy="61912"/>
          </a:xfrm>
          <a:custGeom>
            <a:avLst/>
            <a:gdLst>
              <a:gd name="T0" fmla="*/ 0 w 534"/>
              <a:gd name="T1" fmla="*/ 2147483647 h 42"/>
              <a:gd name="T2" fmla="*/ 2147483647 w 534"/>
              <a:gd name="T3" fmla="*/ 2147483647 h 42"/>
              <a:gd name="T4" fmla="*/ 2147483647 w 534"/>
              <a:gd name="T5" fmla="*/ 0 h 42"/>
              <a:gd name="T6" fmla="*/ 0 60000 65536"/>
              <a:gd name="T7" fmla="*/ 0 60000 65536"/>
              <a:gd name="T8" fmla="*/ 0 60000 65536"/>
              <a:gd name="T9" fmla="*/ 0 w 534"/>
              <a:gd name="T10" fmla="*/ 0 h 42"/>
              <a:gd name="T11" fmla="*/ 534 w 534"/>
              <a:gd name="T12" fmla="*/ 42 h 42"/>
            </a:gdLst>
            <a:ahLst/>
            <a:cxnLst>
              <a:cxn ang="T6">
                <a:pos x="T0" y="T1"/>
              </a:cxn>
              <a:cxn ang="T7">
                <a:pos x="T2" y="T3"/>
              </a:cxn>
              <a:cxn ang="T8">
                <a:pos x="T4" y="T5"/>
              </a:cxn>
            </a:cxnLst>
            <a:rect l="T9" t="T10" r="T11" b="T12"/>
            <a:pathLst>
              <a:path w="534" h="42">
                <a:moveTo>
                  <a:pt x="0" y="42"/>
                </a:moveTo>
                <a:lnTo>
                  <a:pt x="468" y="42"/>
                </a:lnTo>
                <a:cubicBezTo>
                  <a:pt x="490" y="28"/>
                  <a:pt x="534" y="0"/>
                  <a:pt x="534" y="0"/>
                </a:cubicBezTo>
              </a:path>
            </a:pathLst>
          </a:custGeom>
          <a:noFill/>
          <a:ln w="19050">
            <a:solidFill>
              <a:schemeClr val="tx1"/>
            </a:solidFill>
            <a:round/>
            <a:headEnd type="none" w="sm" len="lg"/>
            <a:tailEnd type="none" w="sm" len="lg"/>
          </a:ln>
        </p:spPr>
        <p:txBody>
          <a:bodyPr wrap="none" anchor="ctr"/>
          <a:lstStyle/>
          <a:p>
            <a:endParaRPr lang="zh-CN" altLang="en-US"/>
          </a:p>
        </p:txBody>
      </p:sp>
      <p:sp>
        <p:nvSpPr>
          <p:cNvPr id="152597" name="Freeform 21"/>
          <p:cNvSpPr>
            <a:spLocks/>
          </p:cNvSpPr>
          <p:nvPr/>
        </p:nvSpPr>
        <p:spPr bwMode="auto">
          <a:xfrm>
            <a:off x="7896225" y="3989388"/>
            <a:ext cx="847725" cy="61912"/>
          </a:xfrm>
          <a:custGeom>
            <a:avLst/>
            <a:gdLst>
              <a:gd name="T0" fmla="*/ 0 w 534"/>
              <a:gd name="T1" fmla="*/ 2147483647 h 42"/>
              <a:gd name="T2" fmla="*/ 2147483647 w 534"/>
              <a:gd name="T3" fmla="*/ 2147483647 h 42"/>
              <a:gd name="T4" fmla="*/ 2147483647 w 534"/>
              <a:gd name="T5" fmla="*/ 0 h 42"/>
              <a:gd name="T6" fmla="*/ 0 60000 65536"/>
              <a:gd name="T7" fmla="*/ 0 60000 65536"/>
              <a:gd name="T8" fmla="*/ 0 60000 65536"/>
              <a:gd name="T9" fmla="*/ 0 w 534"/>
              <a:gd name="T10" fmla="*/ 0 h 42"/>
              <a:gd name="T11" fmla="*/ 534 w 534"/>
              <a:gd name="T12" fmla="*/ 42 h 42"/>
            </a:gdLst>
            <a:ahLst/>
            <a:cxnLst>
              <a:cxn ang="T6">
                <a:pos x="T0" y="T1"/>
              </a:cxn>
              <a:cxn ang="T7">
                <a:pos x="T2" y="T3"/>
              </a:cxn>
              <a:cxn ang="T8">
                <a:pos x="T4" y="T5"/>
              </a:cxn>
            </a:cxnLst>
            <a:rect l="T9" t="T10" r="T11" b="T12"/>
            <a:pathLst>
              <a:path w="534" h="42">
                <a:moveTo>
                  <a:pt x="0" y="36"/>
                </a:moveTo>
                <a:lnTo>
                  <a:pt x="468" y="42"/>
                </a:lnTo>
                <a:cubicBezTo>
                  <a:pt x="490" y="28"/>
                  <a:pt x="534" y="0"/>
                  <a:pt x="534" y="0"/>
                </a:cubicBezTo>
              </a:path>
            </a:pathLst>
          </a:custGeom>
          <a:noFill/>
          <a:ln w="19050">
            <a:solidFill>
              <a:schemeClr val="tx1"/>
            </a:solidFill>
            <a:round/>
            <a:headEnd type="none" w="sm" len="lg"/>
            <a:tailEnd type="none" w="sm" len="lg"/>
          </a:ln>
        </p:spPr>
        <p:txBody>
          <a:bodyPr wrap="none" anchor="ctr"/>
          <a:lstStyle/>
          <a:p>
            <a:endParaRPr lang="zh-CN" altLang="en-US"/>
          </a:p>
        </p:txBody>
      </p:sp>
      <p:sp>
        <p:nvSpPr>
          <p:cNvPr id="152598" name="Freeform 22"/>
          <p:cNvSpPr>
            <a:spLocks/>
          </p:cNvSpPr>
          <p:nvPr/>
        </p:nvSpPr>
        <p:spPr bwMode="auto">
          <a:xfrm>
            <a:off x="7874000" y="4565650"/>
            <a:ext cx="869950" cy="60325"/>
          </a:xfrm>
          <a:custGeom>
            <a:avLst/>
            <a:gdLst>
              <a:gd name="T0" fmla="*/ 0 w 548"/>
              <a:gd name="T1" fmla="*/ 2147483647 h 42"/>
              <a:gd name="T2" fmla="*/ 2147483647 w 548"/>
              <a:gd name="T3" fmla="*/ 2147483647 h 42"/>
              <a:gd name="T4" fmla="*/ 2147483647 w 548"/>
              <a:gd name="T5" fmla="*/ 0 h 42"/>
              <a:gd name="T6" fmla="*/ 0 60000 65536"/>
              <a:gd name="T7" fmla="*/ 0 60000 65536"/>
              <a:gd name="T8" fmla="*/ 0 60000 65536"/>
              <a:gd name="T9" fmla="*/ 0 w 548"/>
              <a:gd name="T10" fmla="*/ 0 h 42"/>
              <a:gd name="T11" fmla="*/ 548 w 548"/>
              <a:gd name="T12" fmla="*/ 42 h 42"/>
            </a:gdLst>
            <a:ahLst/>
            <a:cxnLst>
              <a:cxn ang="T6">
                <a:pos x="T0" y="T1"/>
              </a:cxn>
              <a:cxn ang="T7">
                <a:pos x="T2" y="T3"/>
              </a:cxn>
              <a:cxn ang="T8">
                <a:pos x="T4" y="T5"/>
              </a:cxn>
            </a:cxnLst>
            <a:rect l="T9" t="T10" r="T11" b="T12"/>
            <a:pathLst>
              <a:path w="548" h="42">
                <a:moveTo>
                  <a:pt x="0" y="42"/>
                </a:moveTo>
                <a:lnTo>
                  <a:pt x="482" y="42"/>
                </a:lnTo>
                <a:cubicBezTo>
                  <a:pt x="504" y="28"/>
                  <a:pt x="548" y="0"/>
                  <a:pt x="548" y="0"/>
                </a:cubicBezTo>
              </a:path>
            </a:pathLst>
          </a:custGeom>
          <a:noFill/>
          <a:ln w="19050">
            <a:solidFill>
              <a:schemeClr val="tx1"/>
            </a:solidFill>
            <a:round/>
            <a:headEnd type="none" w="sm" len="lg"/>
            <a:tailEnd type="none" w="sm" len="lg"/>
          </a:ln>
        </p:spPr>
        <p:txBody>
          <a:bodyPr wrap="none" anchor="ctr"/>
          <a:lstStyle/>
          <a:p>
            <a:endParaRPr lang="zh-CN" altLang="en-US"/>
          </a:p>
        </p:txBody>
      </p:sp>
      <p:sp>
        <p:nvSpPr>
          <p:cNvPr id="152599" name="Freeform 23"/>
          <p:cNvSpPr>
            <a:spLocks/>
          </p:cNvSpPr>
          <p:nvPr/>
        </p:nvSpPr>
        <p:spPr bwMode="auto">
          <a:xfrm>
            <a:off x="7874000" y="5157788"/>
            <a:ext cx="860425" cy="60325"/>
          </a:xfrm>
          <a:custGeom>
            <a:avLst/>
            <a:gdLst>
              <a:gd name="T0" fmla="*/ 0 w 542"/>
              <a:gd name="T1" fmla="*/ 2147483647 h 42"/>
              <a:gd name="T2" fmla="*/ 2147483647 w 542"/>
              <a:gd name="T3" fmla="*/ 2147483647 h 42"/>
              <a:gd name="T4" fmla="*/ 2147483647 w 542"/>
              <a:gd name="T5" fmla="*/ 0 h 42"/>
              <a:gd name="T6" fmla="*/ 0 60000 65536"/>
              <a:gd name="T7" fmla="*/ 0 60000 65536"/>
              <a:gd name="T8" fmla="*/ 0 60000 65536"/>
              <a:gd name="T9" fmla="*/ 0 w 542"/>
              <a:gd name="T10" fmla="*/ 0 h 42"/>
              <a:gd name="T11" fmla="*/ 542 w 542"/>
              <a:gd name="T12" fmla="*/ 42 h 42"/>
            </a:gdLst>
            <a:ahLst/>
            <a:cxnLst>
              <a:cxn ang="T6">
                <a:pos x="T0" y="T1"/>
              </a:cxn>
              <a:cxn ang="T7">
                <a:pos x="T2" y="T3"/>
              </a:cxn>
              <a:cxn ang="T8">
                <a:pos x="T4" y="T5"/>
              </a:cxn>
            </a:cxnLst>
            <a:rect l="T9" t="T10" r="T11" b="T12"/>
            <a:pathLst>
              <a:path w="542" h="42">
                <a:moveTo>
                  <a:pt x="0" y="42"/>
                </a:moveTo>
                <a:lnTo>
                  <a:pt x="476" y="42"/>
                </a:lnTo>
                <a:cubicBezTo>
                  <a:pt x="498" y="28"/>
                  <a:pt x="542" y="0"/>
                  <a:pt x="542" y="0"/>
                </a:cubicBezTo>
              </a:path>
            </a:pathLst>
          </a:custGeom>
          <a:noFill/>
          <a:ln w="19050">
            <a:solidFill>
              <a:schemeClr val="tx1"/>
            </a:solidFill>
            <a:round/>
            <a:headEnd type="none" w="sm" len="lg"/>
            <a:tailEnd type="none" w="sm" len="lg"/>
          </a:ln>
        </p:spPr>
        <p:txBody>
          <a:bodyPr wrap="none" anchor="ctr"/>
          <a:lstStyle/>
          <a:p>
            <a:endParaRPr lang="zh-CN" altLang="en-US"/>
          </a:p>
        </p:txBody>
      </p:sp>
      <p:sp>
        <p:nvSpPr>
          <p:cNvPr id="152600" name="Text Box 24"/>
          <p:cNvSpPr txBox="1">
            <a:spLocks noChangeArrowheads="1"/>
          </p:cNvSpPr>
          <p:nvPr/>
        </p:nvSpPr>
        <p:spPr bwMode="auto">
          <a:xfrm>
            <a:off x="395288" y="1973263"/>
            <a:ext cx="868362" cy="396875"/>
          </a:xfrm>
          <a:prstGeom prst="rect">
            <a:avLst/>
          </a:prstGeom>
          <a:noFill/>
          <a:ln w="12700">
            <a:noFill/>
            <a:miter lim="800000"/>
            <a:headEnd type="none" w="sm" len="lg"/>
            <a:tailEnd type="none" w="sm" len="lg"/>
          </a:ln>
        </p:spPr>
        <p:txBody>
          <a:bodyPr wrap="none">
            <a:spAutoFit/>
          </a:bodyPr>
          <a:lstStyle/>
          <a:p>
            <a:pPr defTabSz="762000" eaLnBrk="0" hangingPunct="0"/>
            <a:r>
              <a:rPr kumimoji="1" lang="zh-CN" altLang="en-US" sz="2000">
                <a:solidFill>
                  <a:srgbClr val="333399"/>
                </a:solidFill>
                <a:ea typeface="黑体" pitchFamily="49" charset="-122"/>
              </a:rPr>
              <a:t>主机</a:t>
            </a:r>
            <a:r>
              <a:rPr kumimoji="1" lang="zh-CN" altLang="en-US" sz="1000">
                <a:solidFill>
                  <a:srgbClr val="333399"/>
                </a:solidFill>
                <a:ea typeface="黑体" pitchFamily="49" charset="-122"/>
              </a:rPr>
              <a:t> </a:t>
            </a:r>
            <a:r>
              <a:rPr kumimoji="1" lang="en-US" altLang="zh-CN" sz="2000">
                <a:solidFill>
                  <a:srgbClr val="333399"/>
                </a:solidFill>
                <a:ea typeface="黑体" pitchFamily="49" charset="-122"/>
              </a:rPr>
              <a:t>1</a:t>
            </a:r>
          </a:p>
        </p:txBody>
      </p:sp>
      <p:sp>
        <p:nvSpPr>
          <p:cNvPr id="152601" name="AutoShape 25"/>
          <p:cNvSpPr>
            <a:spLocks noChangeArrowheads="1"/>
          </p:cNvSpPr>
          <p:nvPr/>
        </p:nvSpPr>
        <p:spPr bwMode="auto">
          <a:xfrm>
            <a:off x="8034338" y="2317750"/>
            <a:ext cx="685800" cy="557213"/>
          </a:xfrm>
          <a:prstGeom prst="cube">
            <a:avLst>
              <a:gd name="adj" fmla="val 17593"/>
            </a:avLst>
          </a:prstGeom>
          <a:solidFill>
            <a:srgbClr val="FFFF99"/>
          </a:solidFill>
          <a:ln w="19050">
            <a:solidFill>
              <a:schemeClr val="tx1"/>
            </a:solidFill>
            <a:miter lim="800000"/>
            <a:headEnd type="none" w="sm" len="lg"/>
            <a:tailEnd type="none" w="sm" len="lg"/>
          </a:ln>
        </p:spPr>
        <p:txBody>
          <a:bodyPr wrap="none" anchor="ctr"/>
          <a:lstStyle/>
          <a:p>
            <a:endParaRPr lang="zh-CN" altLang="en-US"/>
          </a:p>
        </p:txBody>
      </p:sp>
      <p:sp>
        <p:nvSpPr>
          <p:cNvPr id="152602" name="Text Box 26"/>
          <p:cNvSpPr txBox="1">
            <a:spLocks noChangeArrowheads="1"/>
          </p:cNvSpPr>
          <p:nvPr/>
        </p:nvSpPr>
        <p:spPr bwMode="auto">
          <a:xfrm>
            <a:off x="8027988" y="2422525"/>
            <a:ext cx="615950" cy="396875"/>
          </a:xfrm>
          <a:prstGeom prst="rect">
            <a:avLst/>
          </a:prstGeom>
          <a:noFill/>
          <a:ln w="12700">
            <a:noFill/>
            <a:miter lim="800000"/>
            <a:headEnd/>
            <a:tailEnd/>
          </a:ln>
        </p:spPr>
        <p:txBody>
          <a:bodyPr wrap="none">
            <a:spAutoFit/>
          </a:bodyPr>
          <a:lstStyle/>
          <a:p>
            <a:pPr defTabSz="762000" eaLnBrk="0" hangingPunct="0"/>
            <a:r>
              <a:rPr kumimoji="1" lang="en-US" altLang="zh-CN" sz="2000">
                <a:solidFill>
                  <a:srgbClr val="333399"/>
                </a:solidFill>
              </a:rPr>
              <a:t>AP</a:t>
            </a:r>
            <a:r>
              <a:rPr kumimoji="1" lang="en-US" altLang="zh-CN" sz="2000" b="1" baseline="-25000">
                <a:solidFill>
                  <a:srgbClr val="333399"/>
                </a:solidFill>
              </a:rPr>
              <a:t>2</a:t>
            </a:r>
            <a:endParaRPr kumimoji="1" lang="en-US" altLang="zh-CN" sz="2000" b="1">
              <a:solidFill>
                <a:srgbClr val="333399"/>
              </a:solidFill>
            </a:endParaRPr>
          </a:p>
        </p:txBody>
      </p:sp>
      <p:sp>
        <p:nvSpPr>
          <p:cNvPr id="152603" name="AutoShape 27"/>
          <p:cNvSpPr>
            <a:spLocks noChangeArrowheads="1"/>
          </p:cNvSpPr>
          <p:nvPr/>
        </p:nvSpPr>
        <p:spPr bwMode="auto">
          <a:xfrm>
            <a:off x="538163" y="2360613"/>
            <a:ext cx="685800" cy="557212"/>
          </a:xfrm>
          <a:prstGeom prst="cube">
            <a:avLst>
              <a:gd name="adj" fmla="val 17593"/>
            </a:avLst>
          </a:prstGeom>
          <a:solidFill>
            <a:srgbClr val="FFFF99"/>
          </a:solidFill>
          <a:ln w="19050">
            <a:solidFill>
              <a:schemeClr val="tx1"/>
            </a:solidFill>
            <a:miter lim="800000"/>
            <a:headEnd type="none" w="sm" len="lg"/>
            <a:tailEnd type="none" w="sm" len="lg"/>
          </a:ln>
        </p:spPr>
        <p:txBody>
          <a:bodyPr wrap="none" anchor="ctr"/>
          <a:lstStyle/>
          <a:p>
            <a:endParaRPr lang="zh-CN" altLang="en-US"/>
          </a:p>
        </p:txBody>
      </p:sp>
      <p:sp>
        <p:nvSpPr>
          <p:cNvPr id="152604" name="Text Box 28"/>
          <p:cNvSpPr txBox="1">
            <a:spLocks noChangeArrowheads="1"/>
          </p:cNvSpPr>
          <p:nvPr/>
        </p:nvSpPr>
        <p:spPr bwMode="auto">
          <a:xfrm>
            <a:off x="558800" y="2481263"/>
            <a:ext cx="615950" cy="396875"/>
          </a:xfrm>
          <a:prstGeom prst="rect">
            <a:avLst/>
          </a:prstGeom>
          <a:noFill/>
          <a:ln w="12700">
            <a:noFill/>
            <a:miter lim="800000"/>
            <a:headEnd/>
            <a:tailEnd/>
          </a:ln>
        </p:spPr>
        <p:txBody>
          <a:bodyPr wrap="none">
            <a:spAutoFit/>
          </a:bodyPr>
          <a:lstStyle/>
          <a:p>
            <a:pPr defTabSz="762000" eaLnBrk="0" hangingPunct="0"/>
            <a:r>
              <a:rPr kumimoji="1" lang="en-US" altLang="zh-CN" sz="2000">
                <a:solidFill>
                  <a:srgbClr val="333399"/>
                </a:solidFill>
              </a:rPr>
              <a:t>AP</a:t>
            </a:r>
            <a:r>
              <a:rPr kumimoji="1" lang="en-US" altLang="zh-CN" sz="2000" b="1" baseline="-25000">
                <a:solidFill>
                  <a:srgbClr val="333399"/>
                </a:solidFill>
              </a:rPr>
              <a:t>1</a:t>
            </a:r>
            <a:endParaRPr kumimoji="1" lang="en-US" altLang="zh-CN" sz="2000" b="1">
              <a:solidFill>
                <a:srgbClr val="333399"/>
              </a:solidFill>
            </a:endParaRPr>
          </a:p>
        </p:txBody>
      </p:sp>
      <p:sp>
        <p:nvSpPr>
          <p:cNvPr id="152605" name="Text Box 29"/>
          <p:cNvSpPr txBox="1">
            <a:spLocks noChangeArrowheads="1"/>
          </p:cNvSpPr>
          <p:nvPr/>
        </p:nvSpPr>
        <p:spPr bwMode="auto">
          <a:xfrm>
            <a:off x="7770813" y="1973263"/>
            <a:ext cx="868362" cy="396875"/>
          </a:xfrm>
          <a:prstGeom prst="rect">
            <a:avLst/>
          </a:prstGeom>
          <a:noFill/>
          <a:ln w="12700">
            <a:noFill/>
            <a:miter lim="800000"/>
            <a:headEnd type="none" w="sm" len="lg"/>
            <a:tailEnd type="none" w="sm" len="lg"/>
          </a:ln>
        </p:spPr>
        <p:txBody>
          <a:bodyPr wrap="none">
            <a:spAutoFit/>
          </a:bodyPr>
          <a:lstStyle/>
          <a:p>
            <a:pPr defTabSz="762000" eaLnBrk="0" hangingPunct="0"/>
            <a:r>
              <a:rPr kumimoji="1" lang="zh-CN" altLang="en-US" sz="2000">
                <a:solidFill>
                  <a:srgbClr val="333399"/>
                </a:solidFill>
                <a:ea typeface="黑体" pitchFamily="49" charset="-122"/>
              </a:rPr>
              <a:t>主机</a:t>
            </a:r>
            <a:r>
              <a:rPr kumimoji="1" lang="zh-CN" altLang="en-US" sz="1000">
                <a:solidFill>
                  <a:srgbClr val="333399"/>
                </a:solidFill>
                <a:ea typeface="黑体" pitchFamily="49" charset="-122"/>
              </a:rPr>
              <a:t> </a:t>
            </a:r>
            <a:r>
              <a:rPr kumimoji="1" lang="en-US" altLang="zh-CN" sz="2000">
                <a:solidFill>
                  <a:srgbClr val="333399"/>
                </a:solidFill>
                <a:ea typeface="黑体" pitchFamily="49" charset="-122"/>
              </a:rPr>
              <a:t>2</a:t>
            </a:r>
          </a:p>
        </p:txBody>
      </p:sp>
      <p:sp>
        <p:nvSpPr>
          <p:cNvPr id="152606" name="Text Box 30"/>
          <p:cNvSpPr txBox="1">
            <a:spLocks noChangeArrowheads="1"/>
          </p:cNvSpPr>
          <p:nvPr/>
        </p:nvSpPr>
        <p:spPr bwMode="auto">
          <a:xfrm>
            <a:off x="2843213" y="2852738"/>
            <a:ext cx="5060950" cy="822325"/>
          </a:xfrm>
          <a:prstGeom prst="rect">
            <a:avLst/>
          </a:prstGeom>
          <a:noFill/>
          <a:ln w="12700">
            <a:noFill/>
            <a:miter lim="800000"/>
            <a:headEnd type="none" w="sm" len="lg"/>
            <a:tailEnd type="none" w="sm" len="lg"/>
          </a:ln>
        </p:spPr>
        <p:txBody>
          <a:bodyPr wrap="none">
            <a:spAutoFit/>
          </a:bodyPr>
          <a:lstStyle/>
          <a:p>
            <a:pPr algn="ctr" defTabSz="762000" eaLnBrk="0" hangingPunct="0"/>
            <a:r>
              <a:rPr kumimoji="1" lang="zh-CN" altLang="en-US" sz="2400">
                <a:solidFill>
                  <a:srgbClr val="333399"/>
                </a:solidFill>
                <a:ea typeface="黑体" pitchFamily="49" charset="-122"/>
              </a:rPr>
              <a:t>应用层剥去首部，取出应用程序数据</a:t>
            </a:r>
          </a:p>
          <a:p>
            <a:pPr algn="ctr" defTabSz="762000" eaLnBrk="0" hangingPunct="0"/>
            <a:r>
              <a:rPr kumimoji="1" lang="zh-CN" altLang="en-US" sz="2400">
                <a:solidFill>
                  <a:srgbClr val="333399"/>
                </a:solidFill>
                <a:ea typeface="黑体" pitchFamily="49" charset="-122"/>
              </a:rPr>
              <a:t>上交给应用进程</a:t>
            </a:r>
          </a:p>
        </p:txBody>
      </p:sp>
      <p:sp>
        <p:nvSpPr>
          <p:cNvPr id="125983" name="AutoShape 31"/>
          <p:cNvSpPr>
            <a:spLocks noChangeArrowheads="1"/>
          </p:cNvSpPr>
          <p:nvPr/>
        </p:nvSpPr>
        <p:spPr bwMode="auto">
          <a:xfrm rot="10800000" flipV="1">
            <a:off x="8305800" y="2744788"/>
            <a:ext cx="196850" cy="396875"/>
          </a:xfrm>
          <a:prstGeom prst="upArrow">
            <a:avLst>
              <a:gd name="adj1" fmla="val 50000"/>
              <a:gd name="adj2" fmla="val 50403"/>
            </a:avLst>
          </a:prstGeom>
          <a:solidFill>
            <a:schemeClr val="hlink"/>
          </a:solidFill>
          <a:ln w="12700">
            <a:solidFill>
              <a:schemeClr val="tx1"/>
            </a:solidFill>
            <a:miter lim="800000"/>
            <a:headEnd/>
            <a:tailEnd/>
          </a:ln>
        </p:spPr>
        <p:txBody>
          <a:bodyPr vert="eaVert" wrap="none" anchor="ctr"/>
          <a:lstStyle/>
          <a:p>
            <a:endParaRPr lang="zh-CN" alt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4" fill="hold" grpId="0" nodeType="afterEffect">
                                  <p:stCondLst>
                                    <p:cond delay="500"/>
                                  </p:stCondLst>
                                  <p:childTnLst>
                                    <p:set>
                                      <p:cBhvr>
                                        <p:cTn id="6" dur="1" fill="hold">
                                          <p:stCondLst>
                                            <p:cond delay="0"/>
                                          </p:stCondLst>
                                        </p:cTn>
                                        <p:tgtEl>
                                          <p:spTgt spid="125983"/>
                                        </p:tgtEl>
                                        <p:attrNameLst>
                                          <p:attrName>style.visibility</p:attrName>
                                        </p:attrNameLst>
                                      </p:cBhvr>
                                      <p:to>
                                        <p:strVal val="visible"/>
                                      </p:to>
                                    </p:set>
                                    <p:animEffect transition="in" filter="wipe(down)">
                                      <p:cBhvr>
                                        <p:cTn id="7" dur="1000"/>
                                        <p:tgtEl>
                                          <p:spTgt spid="12598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5983" grpId="0" animBg="1"/>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02" name="Rectangle 2"/>
          <p:cNvSpPr>
            <a:spLocks noGrp="1" noChangeArrowheads="1"/>
          </p:cNvSpPr>
          <p:nvPr>
            <p:ph type="title"/>
          </p:nvPr>
        </p:nvSpPr>
        <p:spPr/>
        <p:txBody>
          <a:bodyPr/>
          <a:lstStyle/>
          <a:p>
            <a:pPr algn="ctr" eaLnBrk="1" hangingPunct="1"/>
            <a:r>
              <a:rPr lang="zh-CN" altLang="en-US" smtClean="0">
                <a:latin typeface="微软雅黑" pitchFamily="34" charset="-122"/>
                <a:ea typeface="微软雅黑" pitchFamily="34" charset="-122"/>
              </a:rPr>
              <a:t>主机</a:t>
            </a:r>
            <a:r>
              <a:rPr lang="zh-CN" altLang="en-US" sz="2400" smtClean="0">
                <a:latin typeface="微软雅黑" pitchFamily="34" charset="-122"/>
                <a:ea typeface="微软雅黑" pitchFamily="34" charset="-122"/>
              </a:rPr>
              <a:t> </a:t>
            </a:r>
            <a:r>
              <a:rPr lang="en-US" altLang="zh-CN" smtClean="0">
                <a:latin typeface="微软雅黑" pitchFamily="34" charset="-122"/>
                <a:ea typeface="微软雅黑" pitchFamily="34" charset="-122"/>
              </a:rPr>
              <a:t>1</a:t>
            </a:r>
            <a:r>
              <a:rPr lang="en-US" altLang="zh-CN" sz="2400" smtClean="0">
                <a:latin typeface="微软雅黑" pitchFamily="34" charset="-122"/>
                <a:ea typeface="微软雅黑" pitchFamily="34" charset="-122"/>
              </a:rPr>
              <a:t> </a:t>
            </a:r>
            <a:r>
              <a:rPr lang="zh-CN" altLang="en-US" smtClean="0">
                <a:latin typeface="微软雅黑" pitchFamily="34" charset="-122"/>
                <a:ea typeface="微软雅黑" pitchFamily="34" charset="-122"/>
              </a:rPr>
              <a:t>向主机</a:t>
            </a:r>
            <a:r>
              <a:rPr lang="zh-CN" altLang="en-US" sz="1600" smtClean="0">
                <a:latin typeface="微软雅黑" pitchFamily="34" charset="-122"/>
                <a:ea typeface="微软雅黑" pitchFamily="34" charset="-122"/>
              </a:rPr>
              <a:t> </a:t>
            </a:r>
            <a:r>
              <a:rPr lang="en-US" altLang="zh-CN" smtClean="0">
                <a:latin typeface="微软雅黑" pitchFamily="34" charset="-122"/>
                <a:ea typeface="微软雅黑" pitchFamily="34" charset="-122"/>
              </a:rPr>
              <a:t>2</a:t>
            </a:r>
            <a:r>
              <a:rPr lang="en-US" altLang="zh-CN" sz="2400" smtClean="0">
                <a:latin typeface="微软雅黑" pitchFamily="34" charset="-122"/>
                <a:ea typeface="微软雅黑" pitchFamily="34" charset="-122"/>
              </a:rPr>
              <a:t> </a:t>
            </a:r>
            <a:r>
              <a:rPr lang="zh-CN" altLang="en-US" smtClean="0">
                <a:latin typeface="微软雅黑" pitchFamily="34" charset="-122"/>
                <a:ea typeface="微软雅黑" pitchFamily="34" charset="-122"/>
              </a:rPr>
              <a:t>发送数据 </a:t>
            </a:r>
          </a:p>
        </p:txBody>
      </p:sp>
      <p:sp>
        <p:nvSpPr>
          <p:cNvPr id="153603" name="AutoShape 3"/>
          <p:cNvSpPr>
            <a:spLocks noChangeArrowheads="1"/>
          </p:cNvSpPr>
          <p:nvPr/>
        </p:nvSpPr>
        <p:spPr bwMode="auto">
          <a:xfrm rot="-5400000">
            <a:off x="4374356" y="1532732"/>
            <a:ext cx="417513" cy="8991600"/>
          </a:xfrm>
          <a:prstGeom prst="can">
            <a:avLst>
              <a:gd name="adj" fmla="val 48656"/>
            </a:avLst>
          </a:prstGeom>
          <a:gradFill rotWithShape="0">
            <a:gsLst>
              <a:gs pos="0">
                <a:srgbClr val="ACACAC"/>
              </a:gs>
              <a:gs pos="50000">
                <a:srgbClr val="EAEAEA"/>
              </a:gs>
              <a:gs pos="100000">
                <a:srgbClr val="ACACAC"/>
              </a:gs>
            </a:gsLst>
            <a:lin ang="5400000" scaled="1"/>
          </a:gradFill>
          <a:ln w="19050">
            <a:solidFill>
              <a:schemeClr val="tx1"/>
            </a:solidFill>
            <a:round/>
            <a:headEnd type="none" w="sm" len="lg"/>
            <a:tailEnd type="none" w="sm" len="lg"/>
          </a:ln>
        </p:spPr>
        <p:txBody>
          <a:bodyPr wrap="none" anchor="ctr"/>
          <a:lstStyle/>
          <a:p>
            <a:endParaRPr lang="zh-CN" altLang="en-US"/>
          </a:p>
        </p:txBody>
      </p:sp>
      <p:sp>
        <p:nvSpPr>
          <p:cNvPr id="153604" name="AutoShape 4"/>
          <p:cNvSpPr>
            <a:spLocks noChangeArrowheads="1"/>
          </p:cNvSpPr>
          <p:nvPr/>
        </p:nvSpPr>
        <p:spPr bwMode="auto">
          <a:xfrm>
            <a:off x="533400" y="2847975"/>
            <a:ext cx="838200" cy="2997200"/>
          </a:xfrm>
          <a:prstGeom prst="cube">
            <a:avLst>
              <a:gd name="adj" fmla="val 10764"/>
            </a:avLst>
          </a:prstGeom>
          <a:solidFill>
            <a:srgbClr val="FFFF99"/>
          </a:solidFill>
          <a:ln w="19050">
            <a:solidFill>
              <a:schemeClr val="tx1"/>
            </a:solidFill>
            <a:miter lim="800000"/>
            <a:headEnd type="none" w="sm" len="lg"/>
            <a:tailEnd type="none" w="sm" len="lg"/>
          </a:ln>
        </p:spPr>
        <p:txBody>
          <a:bodyPr wrap="none" anchor="ctr"/>
          <a:lstStyle/>
          <a:p>
            <a:endParaRPr lang="zh-CN" altLang="en-US"/>
          </a:p>
        </p:txBody>
      </p:sp>
      <p:sp>
        <p:nvSpPr>
          <p:cNvPr id="153605" name="Text Box 5"/>
          <p:cNvSpPr txBox="1">
            <a:spLocks noChangeArrowheads="1"/>
          </p:cNvSpPr>
          <p:nvPr/>
        </p:nvSpPr>
        <p:spPr bwMode="auto">
          <a:xfrm>
            <a:off x="781050" y="3027363"/>
            <a:ext cx="325438" cy="396875"/>
          </a:xfrm>
          <a:prstGeom prst="rect">
            <a:avLst/>
          </a:prstGeom>
          <a:noFill/>
          <a:ln w="12700">
            <a:noFill/>
            <a:miter lim="800000"/>
            <a:headEnd/>
            <a:tailEnd/>
          </a:ln>
        </p:spPr>
        <p:txBody>
          <a:bodyPr wrap="none">
            <a:spAutoFit/>
          </a:bodyPr>
          <a:lstStyle/>
          <a:p>
            <a:pPr defTabSz="762000" eaLnBrk="0" hangingPunct="0"/>
            <a:r>
              <a:rPr kumimoji="1" lang="en-US" altLang="zh-CN" sz="2000">
                <a:solidFill>
                  <a:srgbClr val="333399"/>
                </a:solidFill>
              </a:rPr>
              <a:t>5</a:t>
            </a:r>
          </a:p>
        </p:txBody>
      </p:sp>
      <p:sp>
        <p:nvSpPr>
          <p:cNvPr id="153606" name="Text Box 6"/>
          <p:cNvSpPr txBox="1">
            <a:spLocks noChangeArrowheads="1"/>
          </p:cNvSpPr>
          <p:nvPr/>
        </p:nvSpPr>
        <p:spPr bwMode="auto">
          <a:xfrm>
            <a:off x="781050" y="3654425"/>
            <a:ext cx="325438" cy="396875"/>
          </a:xfrm>
          <a:prstGeom prst="rect">
            <a:avLst/>
          </a:prstGeom>
          <a:noFill/>
          <a:ln w="12700">
            <a:noFill/>
            <a:miter lim="800000"/>
            <a:headEnd/>
            <a:tailEnd/>
          </a:ln>
        </p:spPr>
        <p:txBody>
          <a:bodyPr wrap="none">
            <a:spAutoFit/>
          </a:bodyPr>
          <a:lstStyle/>
          <a:p>
            <a:pPr defTabSz="762000" eaLnBrk="0" hangingPunct="0"/>
            <a:r>
              <a:rPr kumimoji="1" lang="en-US" altLang="zh-CN" sz="2000">
                <a:solidFill>
                  <a:srgbClr val="333399"/>
                </a:solidFill>
              </a:rPr>
              <a:t>4</a:t>
            </a:r>
          </a:p>
        </p:txBody>
      </p:sp>
      <p:sp>
        <p:nvSpPr>
          <p:cNvPr id="153607" name="Text Box 7"/>
          <p:cNvSpPr txBox="1">
            <a:spLocks noChangeArrowheads="1"/>
          </p:cNvSpPr>
          <p:nvPr/>
        </p:nvSpPr>
        <p:spPr bwMode="auto">
          <a:xfrm>
            <a:off x="781050" y="4211638"/>
            <a:ext cx="325438" cy="396875"/>
          </a:xfrm>
          <a:prstGeom prst="rect">
            <a:avLst/>
          </a:prstGeom>
          <a:noFill/>
          <a:ln w="12700">
            <a:noFill/>
            <a:miter lim="800000"/>
            <a:headEnd/>
            <a:tailEnd/>
          </a:ln>
        </p:spPr>
        <p:txBody>
          <a:bodyPr wrap="none">
            <a:spAutoFit/>
          </a:bodyPr>
          <a:lstStyle/>
          <a:p>
            <a:pPr defTabSz="762000" eaLnBrk="0" hangingPunct="0"/>
            <a:r>
              <a:rPr kumimoji="1" lang="en-US" altLang="zh-CN" sz="2000">
                <a:solidFill>
                  <a:srgbClr val="333399"/>
                </a:solidFill>
              </a:rPr>
              <a:t>3</a:t>
            </a:r>
          </a:p>
        </p:txBody>
      </p:sp>
      <p:sp>
        <p:nvSpPr>
          <p:cNvPr id="153608" name="Text Box 8"/>
          <p:cNvSpPr txBox="1">
            <a:spLocks noChangeArrowheads="1"/>
          </p:cNvSpPr>
          <p:nvPr/>
        </p:nvSpPr>
        <p:spPr bwMode="auto">
          <a:xfrm>
            <a:off x="781050" y="4770438"/>
            <a:ext cx="325438" cy="396875"/>
          </a:xfrm>
          <a:prstGeom prst="rect">
            <a:avLst/>
          </a:prstGeom>
          <a:noFill/>
          <a:ln w="12700">
            <a:noFill/>
            <a:miter lim="800000"/>
            <a:headEnd/>
            <a:tailEnd/>
          </a:ln>
        </p:spPr>
        <p:txBody>
          <a:bodyPr wrap="none">
            <a:spAutoFit/>
          </a:bodyPr>
          <a:lstStyle/>
          <a:p>
            <a:pPr defTabSz="762000" eaLnBrk="0" hangingPunct="0"/>
            <a:r>
              <a:rPr kumimoji="1" lang="en-US" altLang="zh-CN" sz="2000">
                <a:solidFill>
                  <a:srgbClr val="333399"/>
                </a:solidFill>
              </a:rPr>
              <a:t>2</a:t>
            </a:r>
          </a:p>
        </p:txBody>
      </p:sp>
      <p:sp>
        <p:nvSpPr>
          <p:cNvPr id="153609" name="Text Box 9"/>
          <p:cNvSpPr txBox="1">
            <a:spLocks noChangeArrowheads="1"/>
          </p:cNvSpPr>
          <p:nvPr/>
        </p:nvSpPr>
        <p:spPr bwMode="auto">
          <a:xfrm>
            <a:off x="781050" y="5337175"/>
            <a:ext cx="325438" cy="396875"/>
          </a:xfrm>
          <a:prstGeom prst="rect">
            <a:avLst/>
          </a:prstGeom>
          <a:noFill/>
          <a:ln w="12700">
            <a:noFill/>
            <a:miter lim="800000"/>
            <a:headEnd/>
            <a:tailEnd/>
          </a:ln>
        </p:spPr>
        <p:txBody>
          <a:bodyPr wrap="none">
            <a:spAutoFit/>
          </a:bodyPr>
          <a:lstStyle/>
          <a:p>
            <a:pPr defTabSz="762000" eaLnBrk="0" hangingPunct="0"/>
            <a:r>
              <a:rPr kumimoji="1" lang="en-US" altLang="zh-CN" sz="2000">
                <a:solidFill>
                  <a:srgbClr val="333399"/>
                </a:solidFill>
              </a:rPr>
              <a:t>1</a:t>
            </a:r>
          </a:p>
        </p:txBody>
      </p:sp>
      <p:sp>
        <p:nvSpPr>
          <p:cNvPr id="153610" name="Freeform 10"/>
          <p:cNvSpPr>
            <a:spLocks/>
          </p:cNvSpPr>
          <p:nvPr/>
        </p:nvSpPr>
        <p:spPr bwMode="auto">
          <a:xfrm>
            <a:off x="533400" y="3449638"/>
            <a:ext cx="847725" cy="61912"/>
          </a:xfrm>
          <a:custGeom>
            <a:avLst/>
            <a:gdLst>
              <a:gd name="T0" fmla="*/ 0 w 534"/>
              <a:gd name="T1" fmla="*/ 2147483647 h 42"/>
              <a:gd name="T2" fmla="*/ 2147483647 w 534"/>
              <a:gd name="T3" fmla="*/ 2147483647 h 42"/>
              <a:gd name="T4" fmla="*/ 2147483647 w 534"/>
              <a:gd name="T5" fmla="*/ 0 h 42"/>
              <a:gd name="T6" fmla="*/ 0 60000 65536"/>
              <a:gd name="T7" fmla="*/ 0 60000 65536"/>
              <a:gd name="T8" fmla="*/ 0 60000 65536"/>
              <a:gd name="T9" fmla="*/ 0 w 534"/>
              <a:gd name="T10" fmla="*/ 0 h 42"/>
              <a:gd name="T11" fmla="*/ 534 w 534"/>
              <a:gd name="T12" fmla="*/ 42 h 42"/>
            </a:gdLst>
            <a:ahLst/>
            <a:cxnLst>
              <a:cxn ang="T6">
                <a:pos x="T0" y="T1"/>
              </a:cxn>
              <a:cxn ang="T7">
                <a:pos x="T2" y="T3"/>
              </a:cxn>
              <a:cxn ang="T8">
                <a:pos x="T4" y="T5"/>
              </a:cxn>
            </a:cxnLst>
            <a:rect l="T9" t="T10" r="T11" b="T12"/>
            <a:pathLst>
              <a:path w="534" h="42">
                <a:moveTo>
                  <a:pt x="0" y="42"/>
                </a:moveTo>
                <a:lnTo>
                  <a:pt x="468" y="42"/>
                </a:lnTo>
                <a:cubicBezTo>
                  <a:pt x="490" y="28"/>
                  <a:pt x="534" y="0"/>
                  <a:pt x="534" y="0"/>
                </a:cubicBezTo>
              </a:path>
            </a:pathLst>
          </a:custGeom>
          <a:noFill/>
          <a:ln w="19050">
            <a:solidFill>
              <a:schemeClr val="tx1"/>
            </a:solidFill>
            <a:round/>
            <a:headEnd type="none" w="sm" len="lg"/>
            <a:tailEnd type="none" w="sm" len="lg"/>
          </a:ln>
        </p:spPr>
        <p:txBody>
          <a:bodyPr wrap="none" anchor="ctr"/>
          <a:lstStyle/>
          <a:p>
            <a:endParaRPr lang="zh-CN" altLang="en-US"/>
          </a:p>
        </p:txBody>
      </p:sp>
      <p:sp>
        <p:nvSpPr>
          <p:cNvPr id="153611" name="Freeform 11"/>
          <p:cNvSpPr>
            <a:spLocks/>
          </p:cNvSpPr>
          <p:nvPr/>
        </p:nvSpPr>
        <p:spPr bwMode="auto">
          <a:xfrm>
            <a:off x="542925" y="4024313"/>
            <a:ext cx="847725" cy="61912"/>
          </a:xfrm>
          <a:custGeom>
            <a:avLst/>
            <a:gdLst>
              <a:gd name="T0" fmla="*/ 0 w 534"/>
              <a:gd name="T1" fmla="*/ 2147483647 h 42"/>
              <a:gd name="T2" fmla="*/ 2147483647 w 534"/>
              <a:gd name="T3" fmla="*/ 2147483647 h 42"/>
              <a:gd name="T4" fmla="*/ 2147483647 w 534"/>
              <a:gd name="T5" fmla="*/ 0 h 42"/>
              <a:gd name="T6" fmla="*/ 0 60000 65536"/>
              <a:gd name="T7" fmla="*/ 0 60000 65536"/>
              <a:gd name="T8" fmla="*/ 0 60000 65536"/>
              <a:gd name="T9" fmla="*/ 0 w 534"/>
              <a:gd name="T10" fmla="*/ 0 h 42"/>
              <a:gd name="T11" fmla="*/ 534 w 534"/>
              <a:gd name="T12" fmla="*/ 42 h 42"/>
            </a:gdLst>
            <a:ahLst/>
            <a:cxnLst>
              <a:cxn ang="T6">
                <a:pos x="T0" y="T1"/>
              </a:cxn>
              <a:cxn ang="T7">
                <a:pos x="T2" y="T3"/>
              </a:cxn>
              <a:cxn ang="T8">
                <a:pos x="T4" y="T5"/>
              </a:cxn>
            </a:cxnLst>
            <a:rect l="T9" t="T10" r="T11" b="T12"/>
            <a:pathLst>
              <a:path w="534" h="42">
                <a:moveTo>
                  <a:pt x="0" y="36"/>
                </a:moveTo>
                <a:lnTo>
                  <a:pt x="468" y="42"/>
                </a:lnTo>
                <a:cubicBezTo>
                  <a:pt x="490" y="28"/>
                  <a:pt x="534" y="0"/>
                  <a:pt x="534" y="0"/>
                </a:cubicBezTo>
              </a:path>
            </a:pathLst>
          </a:custGeom>
          <a:noFill/>
          <a:ln w="19050">
            <a:solidFill>
              <a:schemeClr val="tx1"/>
            </a:solidFill>
            <a:round/>
            <a:headEnd type="none" w="sm" len="lg"/>
            <a:tailEnd type="none" w="sm" len="lg"/>
          </a:ln>
        </p:spPr>
        <p:txBody>
          <a:bodyPr wrap="none" anchor="ctr"/>
          <a:lstStyle/>
          <a:p>
            <a:endParaRPr lang="zh-CN" altLang="en-US"/>
          </a:p>
        </p:txBody>
      </p:sp>
      <p:sp>
        <p:nvSpPr>
          <p:cNvPr id="153612" name="Freeform 12"/>
          <p:cNvSpPr>
            <a:spLocks/>
          </p:cNvSpPr>
          <p:nvPr/>
        </p:nvSpPr>
        <p:spPr bwMode="auto">
          <a:xfrm>
            <a:off x="520700" y="4600575"/>
            <a:ext cx="869950" cy="60325"/>
          </a:xfrm>
          <a:custGeom>
            <a:avLst/>
            <a:gdLst>
              <a:gd name="T0" fmla="*/ 0 w 548"/>
              <a:gd name="T1" fmla="*/ 2147483647 h 42"/>
              <a:gd name="T2" fmla="*/ 2147483647 w 548"/>
              <a:gd name="T3" fmla="*/ 2147483647 h 42"/>
              <a:gd name="T4" fmla="*/ 2147483647 w 548"/>
              <a:gd name="T5" fmla="*/ 0 h 42"/>
              <a:gd name="T6" fmla="*/ 0 60000 65536"/>
              <a:gd name="T7" fmla="*/ 0 60000 65536"/>
              <a:gd name="T8" fmla="*/ 0 60000 65536"/>
              <a:gd name="T9" fmla="*/ 0 w 548"/>
              <a:gd name="T10" fmla="*/ 0 h 42"/>
              <a:gd name="T11" fmla="*/ 548 w 548"/>
              <a:gd name="T12" fmla="*/ 42 h 42"/>
            </a:gdLst>
            <a:ahLst/>
            <a:cxnLst>
              <a:cxn ang="T6">
                <a:pos x="T0" y="T1"/>
              </a:cxn>
              <a:cxn ang="T7">
                <a:pos x="T2" y="T3"/>
              </a:cxn>
              <a:cxn ang="T8">
                <a:pos x="T4" y="T5"/>
              </a:cxn>
            </a:cxnLst>
            <a:rect l="T9" t="T10" r="T11" b="T12"/>
            <a:pathLst>
              <a:path w="548" h="42">
                <a:moveTo>
                  <a:pt x="0" y="42"/>
                </a:moveTo>
                <a:lnTo>
                  <a:pt x="482" y="42"/>
                </a:lnTo>
                <a:cubicBezTo>
                  <a:pt x="504" y="28"/>
                  <a:pt x="548" y="0"/>
                  <a:pt x="548" y="0"/>
                </a:cubicBezTo>
              </a:path>
            </a:pathLst>
          </a:custGeom>
          <a:noFill/>
          <a:ln w="19050">
            <a:solidFill>
              <a:schemeClr val="tx1"/>
            </a:solidFill>
            <a:round/>
            <a:headEnd type="none" w="sm" len="lg"/>
            <a:tailEnd type="none" w="sm" len="lg"/>
          </a:ln>
        </p:spPr>
        <p:txBody>
          <a:bodyPr wrap="none" anchor="ctr"/>
          <a:lstStyle/>
          <a:p>
            <a:endParaRPr lang="zh-CN" altLang="en-US"/>
          </a:p>
        </p:txBody>
      </p:sp>
      <p:sp>
        <p:nvSpPr>
          <p:cNvPr id="153613" name="Freeform 13"/>
          <p:cNvSpPr>
            <a:spLocks/>
          </p:cNvSpPr>
          <p:nvPr/>
        </p:nvSpPr>
        <p:spPr bwMode="auto">
          <a:xfrm>
            <a:off x="520700" y="5192713"/>
            <a:ext cx="860425" cy="60325"/>
          </a:xfrm>
          <a:custGeom>
            <a:avLst/>
            <a:gdLst>
              <a:gd name="T0" fmla="*/ 0 w 542"/>
              <a:gd name="T1" fmla="*/ 2147483647 h 42"/>
              <a:gd name="T2" fmla="*/ 2147483647 w 542"/>
              <a:gd name="T3" fmla="*/ 2147483647 h 42"/>
              <a:gd name="T4" fmla="*/ 2147483647 w 542"/>
              <a:gd name="T5" fmla="*/ 0 h 42"/>
              <a:gd name="T6" fmla="*/ 0 60000 65536"/>
              <a:gd name="T7" fmla="*/ 0 60000 65536"/>
              <a:gd name="T8" fmla="*/ 0 60000 65536"/>
              <a:gd name="T9" fmla="*/ 0 w 542"/>
              <a:gd name="T10" fmla="*/ 0 h 42"/>
              <a:gd name="T11" fmla="*/ 542 w 542"/>
              <a:gd name="T12" fmla="*/ 42 h 42"/>
            </a:gdLst>
            <a:ahLst/>
            <a:cxnLst>
              <a:cxn ang="T6">
                <a:pos x="T0" y="T1"/>
              </a:cxn>
              <a:cxn ang="T7">
                <a:pos x="T2" y="T3"/>
              </a:cxn>
              <a:cxn ang="T8">
                <a:pos x="T4" y="T5"/>
              </a:cxn>
            </a:cxnLst>
            <a:rect l="T9" t="T10" r="T11" b="T12"/>
            <a:pathLst>
              <a:path w="542" h="42">
                <a:moveTo>
                  <a:pt x="0" y="42"/>
                </a:moveTo>
                <a:lnTo>
                  <a:pt x="476" y="42"/>
                </a:lnTo>
                <a:cubicBezTo>
                  <a:pt x="498" y="28"/>
                  <a:pt x="542" y="0"/>
                  <a:pt x="542" y="0"/>
                </a:cubicBezTo>
              </a:path>
            </a:pathLst>
          </a:custGeom>
          <a:noFill/>
          <a:ln w="19050">
            <a:solidFill>
              <a:schemeClr val="tx1"/>
            </a:solidFill>
            <a:round/>
            <a:headEnd type="none" w="sm" len="lg"/>
            <a:tailEnd type="none" w="sm" len="lg"/>
          </a:ln>
        </p:spPr>
        <p:txBody>
          <a:bodyPr wrap="none" anchor="ctr"/>
          <a:lstStyle/>
          <a:p>
            <a:endParaRPr lang="zh-CN" altLang="en-US"/>
          </a:p>
        </p:txBody>
      </p:sp>
      <p:sp>
        <p:nvSpPr>
          <p:cNvPr id="153614" name="AutoShape 14"/>
          <p:cNvSpPr>
            <a:spLocks noChangeArrowheads="1"/>
          </p:cNvSpPr>
          <p:nvPr/>
        </p:nvSpPr>
        <p:spPr bwMode="auto">
          <a:xfrm>
            <a:off x="7886700" y="2814638"/>
            <a:ext cx="838200" cy="3030537"/>
          </a:xfrm>
          <a:prstGeom prst="cube">
            <a:avLst>
              <a:gd name="adj" fmla="val 10764"/>
            </a:avLst>
          </a:prstGeom>
          <a:solidFill>
            <a:srgbClr val="FFFF99"/>
          </a:solidFill>
          <a:ln w="19050">
            <a:solidFill>
              <a:schemeClr val="tx1"/>
            </a:solidFill>
            <a:miter lim="800000"/>
            <a:headEnd type="none" w="sm" len="lg"/>
            <a:tailEnd type="none" w="sm" len="lg"/>
          </a:ln>
        </p:spPr>
        <p:txBody>
          <a:bodyPr wrap="none" anchor="ctr"/>
          <a:lstStyle/>
          <a:p>
            <a:endParaRPr lang="zh-CN" altLang="en-US"/>
          </a:p>
        </p:txBody>
      </p:sp>
      <p:sp>
        <p:nvSpPr>
          <p:cNvPr id="153615" name="Text Box 15"/>
          <p:cNvSpPr txBox="1">
            <a:spLocks noChangeArrowheads="1"/>
          </p:cNvSpPr>
          <p:nvPr/>
        </p:nvSpPr>
        <p:spPr bwMode="auto">
          <a:xfrm>
            <a:off x="7924800" y="2992438"/>
            <a:ext cx="325438" cy="396875"/>
          </a:xfrm>
          <a:prstGeom prst="rect">
            <a:avLst/>
          </a:prstGeom>
          <a:noFill/>
          <a:ln w="12700">
            <a:noFill/>
            <a:miter lim="800000"/>
            <a:headEnd/>
            <a:tailEnd/>
          </a:ln>
        </p:spPr>
        <p:txBody>
          <a:bodyPr wrap="none">
            <a:spAutoFit/>
          </a:bodyPr>
          <a:lstStyle/>
          <a:p>
            <a:pPr defTabSz="762000" eaLnBrk="0" hangingPunct="0"/>
            <a:r>
              <a:rPr kumimoji="1" lang="en-US" altLang="zh-CN" sz="2000">
                <a:solidFill>
                  <a:srgbClr val="333399"/>
                </a:solidFill>
              </a:rPr>
              <a:t>5</a:t>
            </a:r>
          </a:p>
        </p:txBody>
      </p:sp>
      <p:sp>
        <p:nvSpPr>
          <p:cNvPr id="153616" name="Text Box 16"/>
          <p:cNvSpPr txBox="1">
            <a:spLocks noChangeArrowheads="1"/>
          </p:cNvSpPr>
          <p:nvPr/>
        </p:nvSpPr>
        <p:spPr bwMode="auto">
          <a:xfrm>
            <a:off x="7924800" y="3619500"/>
            <a:ext cx="325438" cy="396875"/>
          </a:xfrm>
          <a:prstGeom prst="rect">
            <a:avLst/>
          </a:prstGeom>
          <a:noFill/>
          <a:ln w="12700">
            <a:noFill/>
            <a:miter lim="800000"/>
            <a:headEnd/>
            <a:tailEnd/>
          </a:ln>
        </p:spPr>
        <p:txBody>
          <a:bodyPr wrap="none">
            <a:spAutoFit/>
          </a:bodyPr>
          <a:lstStyle/>
          <a:p>
            <a:pPr defTabSz="762000" eaLnBrk="0" hangingPunct="0"/>
            <a:r>
              <a:rPr kumimoji="1" lang="en-US" altLang="zh-CN" sz="2000">
                <a:solidFill>
                  <a:srgbClr val="333399"/>
                </a:solidFill>
              </a:rPr>
              <a:t>4</a:t>
            </a:r>
          </a:p>
        </p:txBody>
      </p:sp>
      <p:sp>
        <p:nvSpPr>
          <p:cNvPr id="153617" name="Text Box 17"/>
          <p:cNvSpPr txBox="1">
            <a:spLocks noChangeArrowheads="1"/>
          </p:cNvSpPr>
          <p:nvPr/>
        </p:nvSpPr>
        <p:spPr bwMode="auto">
          <a:xfrm>
            <a:off x="7924800" y="4176713"/>
            <a:ext cx="325438" cy="396875"/>
          </a:xfrm>
          <a:prstGeom prst="rect">
            <a:avLst/>
          </a:prstGeom>
          <a:noFill/>
          <a:ln w="12700">
            <a:noFill/>
            <a:miter lim="800000"/>
            <a:headEnd/>
            <a:tailEnd/>
          </a:ln>
        </p:spPr>
        <p:txBody>
          <a:bodyPr wrap="none">
            <a:spAutoFit/>
          </a:bodyPr>
          <a:lstStyle/>
          <a:p>
            <a:pPr defTabSz="762000" eaLnBrk="0" hangingPunct="0"/>
            <a:r>
              <a:rPr kumimoji="1" lang="en-US" altLang="zh-CN" sz="2000">
                <a:solidFill>
                  <a:srgbClr val="333399"/>
                </a:solidFill>
              </a:rPr>
              <a:t>3</a:t>
            </a:r>
          </a:p>
        </p:txBody>
      </p:sp>
      <p:sp>
        <p:nvSpPr>
          <p:cNvPr id="153618" name="Text Box 18"/>
          <p:cNvSpPr txBox="1">
            <a:spLocks noChangeArrowheads="1"/>
          </p:cNvSpPr>
          <p:nvPr/>
        </p:nvSpPr>
        <p:spPr bwMode="auto">
          <a:xfrm>
            <a:off x="7924800" y="4737100"/>
            <a:ext cx="325438" cy="396875"/>
          </a:xfrm>
          <a:prstGeom prst="rect">
            <a:avLst/>
          </a:prstGeom>
          <a:noFill/>
          <a:ln w="12700">
            <a:noFill/>
            <a:miter lim="800000"/>
            <a:headEnd/>
            <a:tailEnd/>
          </a:ln>
        </p:spPr>
        <p:txBody>
          <a:bodyPr wrap="none">
            <a:spAutoFit/>
          </a:bodyPr>
          <a:lstStyle/>
          <a:p>
            <a:pPr defTabSz="762000" eaLnBrk="0" hangingPunct="0"/>
            <a:r>
              <a:rPr kumimoji="1" lang="en-US" altLang="zh-CN" sz="2000">
                <a:solidFill>
                  <a:srgbClr val="333399"/>
                </a:solidFill>
              </a:rPr>
              <a:t>2</a:t>
            </a:r>
          </a:p>
        </p:txBody>
      </p:sp>
      <p:sp>
        <p:nvSpPr>
          <p:cNvPr id="153619" name="Text Box 19"/>
          <p:cNvSpPr txBox="1">
            <a:spLocks noChangeArrowheads="1"/>
          </p:cNvSpPr>
          <p:nvPr/>
        </p:nvSpPr>
        <p:spPr bwMode="auto">
          <a:xfrm>
            <a:off x="7924800" y="5302250"/>
            <a:ext cx="325438" cy="396875"/>
          </a:xfrm>
          <a:prstGeom prst="rect">
            <a:avLst/>
          </a:prstGeom>
          <a:noFill/>
          <a:ln w="12700">
            <a:noFill/>
            <a:miter lim="800000"/>
            <a:headEnd/>
            <a:tailEnd/>
          </a:ln>
        </p:spPr>
        <p:txBody>
          <a:bodyPr wrap="none">
            <a:spAutoFit/>
          </a:bodyPr>
          <a:lstStyle/>
          <a:p>
            <a:pPr defTabSz="762000" eaLnBrk="0" hangingPunct="0"/>
            <a:r>
              <a:rPr kumimoji="1" lang="en-US" altLang="zh-CN" sz="2000">
                <a:solidFill>
                  <a:srgbClr val="333399"/>
                </a:solidFill>
              </a:rPr>
              <a:t>1</a:t>
            </a:r>
          </a:p>
        </p:txBody>
      </p:sp>
      <p:sp>
        <p:nvSpPr>
          <p:cNvPr id="153620" name="Freeform 20"/>
          <p:cNvSpPr>
            <a:spLocks/>
          </p:cNvSpPr>
          <p:nvPr/>
        </p:nvSpPr>
        <p:spPr bwMode="auto">
          <a:xfrm>
            <a:off x="7886700" y="3414713"/>
            <a:ext cx="847725" cy="61912"/>
          </a:xfrm>
          <a:custGeom>
            <a:avLst/>
            <a:gdLst>
              <a:gd name="T0" fmla="*/ 0 w 534"/>
              <a:gd name="T1" fmla="*/ 2147483647 h 42"/>
              <a:gd name="T2" fmla="*/ 2147483647 w 534"/>
              <a:gd name="T3" fmla="*/ 2147483647 h 42"/>
              <a:gd name="T4" fmla="*/ 2147483647 w 534"/>
              <a:gd name="T5" fmla="*/ 0 h 42"/>
              <a:gd name="T6" fmla="*/ 0 60000 65536"/>
              <a:gd name="T7" fmla="*/ 0 60000 65536"/>
              <a:gd name="T8" fmla="*/ 0 60000 65536"/>
              <a:gd name="T9" fmla="*/ 0 w 534"/>
              <a:gd name="T10" fmla="*/ 0 h 42"/>
              <a:gd name="T11" fmla="*/ 534 w 534"/>
              <a:gd name="T12" fmla="*/ 42 h 42"/>
            </a:gdLst>
            <a:ahLst/>
            <a:cxnLst>
              <a:cxn ang="T6">
                <a:pos x="T0" y="T1"/>
              </a:cxn>
              <a:cxn ang="T7">
                <a:pos x="T2" y="T3"/>
              </a:cxn>
              <a:cxn ang="T8">
                <a:pos x="T4" y="T5"/>
              </a:cxn>
            </a:cxnLst>
            <a:rect l="T9" t="T10" r="T11" b="T12"/>
            <a:pathLst>
              <a:path w="534" h="42">
                <a:moveTo>
                  <a:pt x="0" y="42"/>
                </a:moveTo>
                <a:lnTo>
                  <a:pt x="468" y="42"/>
                </a:lnTo>
                <a:cubicBezTo>
                  <a:pt x="490" y="28"/>
                  <a:pt x="534" y="0"/>
                  <a:pt x="534" y="0"/>
                </a:cubicBezTo>
              </a:path>
            </a:pathLst>
          </a:custGeom>
          <a:noFill/>
          <a:ln w="19050">
            <a:solidFill>
              <a:schemeClr val="tx1"/>
            </a:solidFill>
            <a:round/>
            <a:headEnd type="none" w="sm" len="lg"/>
            <a:tailEnd type="none" w="sm" len="lg"/>
          </a:ln>
        </p:spPr>
        <p:txBody>
          <a:bodyPr wrap="none" anchor="ctr"/>
          <a:lstStyle/>
          <a:p>
            <a:endParaRPr lang="zh-CN" altLang="en-US"/>
          </a:p>
        </p:txBody>
      </p:sp>
      <p:sp>
        <p:nvSpPr>
          <p:cNvPr id="153621" name="Freeform 21"/>
          <p:cNvSpPr>
            <a:spLocks/>
          </p:cNvSpPr>
          <p:nvPr/>
        </p:nvSpPr>
        <p:spPr bwMode="auto">
          <a:xfrm>
            <a:off x="7896225" y="3989388"/>
            <a:ext cx="847725" cy="61912"/>
          </a:xfrm>
          <a:custGeom>
            <a:avLst/>
            <a:gdLst>
              <a:gd name="T0" fmla="*/ 0 w 534"/>
              <a:gd name="T1" fmla="*/ 2147483647 h 42"/>
              <a:gd name="T2" fmla="*/ 2147483647 w 534"/>
              <a:gd name="T3" fmla="*/ 2147483647 h 42"/>
              <a:gd name="T4" fmla="*/ 2147483647 w 534"/>
              <a:gd name="T5" fmla="*/ 0 h 42"/>
              <a:gd name="T6" fmla="*/ 0 60000 65536"/>
              <a:gd name="T7" fmla="*/ 0 60000 65536"/>
              <a:gd name="T8" fmla="*/ 0 60000 65536"/>
              <a:gd name="T9" fmla="*/ 0 w 534"/>
              <a:gd name="T10" fmla="*/ 0 h 42"/>
              <a:gd name="T11" fmla="*/ 534 w 534"/>
              <a:gd name="T12" fmla="*/ 42 h 42"/>
            </a:gdLst>
            <a:ahLst/>
            <a:cxnLst>
              <a:cxn ang="T6">
                <a:pos x="T0" y="T1"/>
              </a:cxn>
              <a:cxn ang="T7">
                <a:pos x="T2" y="T3"/>
              </a:cxn>
              <a:cxn ang="T8">
                <a:pos x="T4" y="T5"/>
              </a:cxn>
            </a:cxnLst>
            <a:rect l="T9" t="T10" r="T11" b="T12"/>
            <a:pathLst>
              <a:path w="534" h="42">
                <a:moveTo>
                  <a:pt x="0" y="36"/>
                </a:moveTo>
                <a:lnTo>
                  <a:pt x="468" y="42"/>
                </a:lnTo>
                <a:cubicBezTo>
                  <a:pt x="490" y="28"/>
                  <a:pt x="534" y="0"/>
                  <a:pt x="534" y="0"/>
                </a:cubicBezTo>
              </a:path>
            </a:pathLst>
          </a:custGeom>
          <a:noFill/>
          <a:ln w="19050">
            <a:solidFill>
              <a:schemeClr val="tx1"/>
            </a:solidFill>
            <a:round/>
            <a:headEnd type="none" w="sm" len="lg"/>
            <a:tailEnd type="none" w="sm" len="lg"/>
          </a:ln>
        </p:spPr>
        <p:txBody>
          <a:bodyPr wrap="none" anchor="ctr"/>
          <a:lstStyle/>
          <a:p>
            <a:endParaRPr lang="zh-CN" altLang="en-US"/>
          </a:p>
        </p:txBody>
      </p:sp>
      <p:sp>
        <p:nvSpPr>
          <p:cNvPr id="153622" name="Freeform 22"/>
          <p:cNvSpPr>
            <a:spLocks/>
          </p:cNvSpPr>
          <p:nvPr/>
        </p:nvSpPr>
        <p:spPr bwMode="auto">
          <a:xfrm>
            <a:off x="7874000" y="4565650"/>
            <a:ext cx="869950" cy="60325"/>
          </a:xfrm>
          <a:custGeom>
            <a:avLst/>
            <a:gdLst>
              <a:gd name="T0" fmla="*/ 0 w 548"/>
              <a:gd name="T1" fmla="*/ 2147483647 h 42"/>
              <a:gd name="T2" fmla="*/ 2147483647 w 548"/>
              <a:gd name="T3" fmla="*/ 2147483647 h 42"/>
              <a:gd name="T4" fmla="*/ 2147483647 w 548"/>
              <a:gd name="T5" fmla="*/ 0 h 42"/>
              <a:gd name="T6" fmla="*/ 0 60000 65536"/>
              <a:gd name="T7" fmla="*/ 0 60000 65536"/>
              <a:gd name="T8" fmla="*/ 0 60000 65536"/>
              <a:gd name="T9" fmla="*/ 0 w 548"/>
              <a:gd name="T10" fmla="*/ 0 h 42"/>
              <a:gd name="T11" fmla="*/ 548 w 548"/>
              <a:gd name="T12" fmla="*/ 42 h 42"/>
            </a:gdLst>
            <a:ahLst/>
            <a:cxnLst>
              <a:cxn ang="T6">
                <a:pos x="T0" y="T1"/>
              </a:cxn>
              <a:cxn ang="T7">
                <a:pos x="T2" y="T3"/>
              </a:cxn>
              <a:cxn ang="T8">
                <a:pos x="T4" y="T5"/>
              </a:cxn>
            </a:cxnLst>
            <a:rect l="T9" t="T10" r="T11" b="T12"/>
            <a:pathLst>
              <a:path w="548" h="42">
                <a:moveTo>
                  <a:pt x="0" y="42"/>
                </a:moveTo>
                <a:lnTo>
                  <a:pt x="482" y="42"/>
                </a:lnTo>
                <a:cubicBezTo>
                  <a:pt x="504" y="28"/>
                  <a:pt x="548" y="0"/>
                  <a:pt x="548" y="0"/>
                </a:cubicBezTo>
              </a:path>
            </a:pathLst>
          </a:custGeom>
          <a:noFill/>
          <a:ln w="19050">
            <a:solidFill>
              <a:schemeClr val="tx1"/>
            </a:solidFill>
            <a:round/>
            <a:headEnd type="none" w="sm" len="lg"/>
            <a:tailEnd type="none" w="sm" len="lg"/>
          </a:ln>
        </p:spPr>
        <p:txBody>
          <a:bodyPr wrap="none" anchor="ctr"/>
          <a:lstStyle/>
          <a:p>
            <a:endParaRPr lang="zh-CN" altLang="en-US"/>
          </a:p>
        </p:txBody>
      </p:sp>
      <p:sp>
        <p:nvSpPr>
          <p:cNvPr id="153623" name="Freeform 23"/>
          <p:cNvSpPr>
            <a:spLocks/>
          </p:cNvSpPr>
          <p:nvPr/>
        </p:nvSpPr>
        <p:spPr bwMode="auto">
          <a:xfrm>
            <a:off x="7874000" y="5157788"/>
            <a:ext cx="860425" cy="60325"/>
          </a:xfrm>
          <a:custGeom>
            <a:avLst/>
            <a:gdLst>
              <a:gd name="T0" fmla="*/ 0 w 542"/>
              <a:gd name="T1" fmla="*/ 2147483647 h 42"/>
              <a:gd name="T2" fmla="*/ 2147483647 w 542"/>
              <a:gd name="T3" fmla="*/ 2147483647 h 42"/>
              <a:gd name="T4" fmla="*/ 2147483647 w 542"/>
              <a:gd name="T5" fmla="*/ 0 h 42"/>
              <a:gd name="T6" fmla="*/ 0 60000 65536"/>
              <a:gd name="T7" fmla="*/ 0 60000 65536"/>
              <a:gd name="T8" fmla="*/ 0 60000 65536"/>
              <a:gd name="T9" fmla="*/ 0 w 542"/>
              <a:gd name="T10" fmla="*/ 0 h 42"/>
              <a:gd name="T11" fmla="*/ 542 w 542"/>
              <a:gd name="T12" fmla="*/ 42 h 42"/>
            </a:gdLst>
            <a:ahLst/>
            <a:cxnLst>
              <a:cxn ang="T6">
                <a:pos x="T0" y="T1"/>
              </a:cxn>
              <a:cxn ang="T7">
                <a:pos x="T2" y="T3"/>
              </a:cxn>
              <a:cxn ang="T8">
                <a:pos x="T4" y="T5"/>
              </a:cxn>
            </a:cxnLst>
            <a:rect l="T9" t="T10" r="T11" b="T12"/>
            <a:pathLst>
              <a:path w="542" h="42">
                <a:moveTo>
                  <a:pt x="0" y="42"/>
                </a:moveTo>
                <a:lnTo>
                  <a:pt x="476" y="42"/>
                </a:lnTo>
                <a:cubicBezTo>
                  <a:pt x="498" y="28"/>
                  <a:pt x="542" y="0"/>
                  <a:pt x="542" y="0"/>
                </a:cubicBezTo>
              </a:path>
            </a:pathLst>
          </a:custGeom>
          <a:noFill/>
          <a:ln w="19050">
            <a:solidFill>
              <a:schemeClr val="tx1"/>
            </a:solidFill>
            <a:round/>
            <a:headEnd type="none" w="sm" len="lg"/>
            <a:tailEnd type="none" w="sm" len="lg"/>
          </a:ln>
        </p:spPr>
        <p:txBody>
          <a:bodyPr wrap="none" anchor="ctr"/>
          <a:lstStyle/>
          <a:p>
            <a:endParaRPr lang="zh-CN" altLang="en-US"/>
          </a:p>
        </p:txBody>
      </p:sp>
      <p:sp>
        <p:nvSpPr>
          <p:cNvPr id="153624" name="Text Box 24"/>
          <p:cNvSpPr txBox="1">
            <a:spLocks noChangeArrowheads="1"/>
          </p:cNvSpPr>
          <p:nvPr/>
        </p:nvSpPr>
        <p:spPr bwMode="auto">
          <a:xfrm>
            <a:off x="395288" y="1989138"/>
            <a:ext cx="868362" cy="396875"/>
          </a:xfrm>
          <a:prstGeom prst="rect">
            <a:avLst/>
          </a:prstGeom>
          <a:noFill/>
          <a:ln w="12700">
            <a:noFill/>
            <a:miter lim="800000"/>
            <a:headEnd type="none" w="sm" len="lg"/>
            <a:tailEnd type="none" w="sm" len="lg"/>
          </a:ln>
        </p:spPr>
        <p:txBody>
          <a:bodyPr wrap="none">
            <a:spAutoFit/>
          </a:bodyPr>
          <a:lstStyle/>
          <a:p>
            <a:pPr defTabSz="762000" eaLnBrk="0" hangingPunct="0"/>
            <a:r>
              <a:rPr kumimoji="1" lang="zh-CN" altLang="en-US" sz="2000">
                <a:solidFill>
                  <a:srgbClr val="333399"/>
                </a:solidFill>
                <a:ea typeface="黑体" pitchFamily="49" charset="-122"/>
              </a:rPr>
              <a:t>主机</a:t>
            </a:r>
            <a:r>
              <a:rPr kumimoji="1" lang="zh-CN" altLang="en-US" sz="1000">
                <a:solidFill>
                  <a:srgbClr val="333399"/>
                </a:solidFill>
                <a:ea typeface="黑体" pitchFamily="49" charset="-122"/>
              </a:rPr>
              <a:t> </a:t>
            </a:r>
            <a:r>
              <a:rPr kumimoji="1" lang="en-US" altLang="zh-CN" sz="2000">
                <a:solidFill>
                  <a:srgbClr val="333399"/>
                </a:solidFill>
                <a:ea typeface="黑体" pitchFamily="49" charset="-122"/>
              </a:rPr>
              <a:t>1</a:t>
            </a:r>
          </a:p>
        </p:txBody>
      </p:sp>
      <p:sp>
        <p:nvSpPr>
          <p:cNvPr id="153625" name="AutoShape 25"/>
          <p:cNvSpPr>
            <a:spLocks noChangeArrowheads="1"/>
          </p:cNvSpPr>
          <p:nvPr/>
        </p:nvSpPr>
        <p:spPr bwMode="auto">
          <a:xfrm>
            <a:off x="8034338" y="2317750"/>
            <a:ext cx="685800" cy="557213"/>
          </a:xfrm>
          <a:prstGeom prst="cube">
            <a:avLst>
              <a:gd name="adj" fmla="val 17593"/>
            </a:avLst>
          </a:prstGeom>
          <a:solidFill>
            <a:srgbClr val="FFFF99"/>
          </a:solidFill>
          <a:ln w="19050">
            <a:solidFill>
              <a:schemeClr val="tx1"/>
            </a:solidFill>
            <a:miter lim="800000"/>
            <a:headEnd type="none" w="sm" len="lg"/>
            <a:tailEnd type="none" w="sm" len="lg"/>
          </a:ln>
        </p:spPr>
        <p:txBody>
          <a:bodyPr wrap="none" anchor="ctr"/>
          <a:lstStyle/>
          <a:p>
            <a:endParaRPr lang="zh-CN" altLang="en-US"/>
          </a:p>
        </p:txBody>
      </p:sp>
      <p:sp>
        <p:nvSpPr>
          <p:cNvPr id="153626" name="Text Box 26"/>
          <p:cNvSpPr txBox="1">
            <a:spLocks noChangeArrowheads="1"/>
          </p:cNvSpPr>
          <p:nvPr/>
        </p:nvSpPr>
        <p:spPr bwMode="auto">
          <a:xfrm>
            <a:off x="8027988" y="2422525"/>
            <a:ext cx="615950" cy="396875"/>
          </a:xfrm>
          <a:prstGeom prst="rect">
            <a:avLst/>
          </a:prstGeom>
          <a:noFill/>
          <a:ln w="12700">
            <a:noFill/>
            <a:miter lim="800000"/>
            <a:headEnd/>
            <a:tailEnd/>
          </a:ln>
        </p:spPr>
        <p:txBody>
          <a:bodyPr wrap="none">
            <a:spAutoFit/>
          </a:bodyPr>
          <a:lstStyle/>
          <a:p>
            <a:pPr defTabSz="762000" eaLnBrk="0" hangingPunct="0"/>
            <a:r>
              <a:rPr kumimoji="1" lang="en-US" altLang="zh-CN" sz="2000">
                <a:solidFill>
                  <a:srgbClr val="333399"/>
                </a:solidFill>
              </a:rPr>
              <a:t>AP</a:t>
            </a:r>
            <a:r>
              <a:rPr kumimoji="1" lang="en-US" altLang="zh-CN" sz="2000" b="1" baseline="-25000">
                <a:solidFill>
                  <a:srgbClr val="333399"/>
                </a:solidFill>
              </a:rPr>
              <a:t>2</a:t>
            </a:r>
            <a:endParaRPr kumimoji="1" lang="en-US" altLang="zh-CN" sz="2000" b="1">
              <a:solidFill>
                <a:srgbClr val="333399"/>
              </a:solidFill>
            </a:endParaRPr>
          </a:p>
        </p:txBody>
      </p:sp>
      <p:sp>
        <p:nvSpPr>
          <p:cNvPr id="153627" name="AutoShape 27"/>
          <p:cNvSpPr>
            <a:spLocks noChangeArrowheads="1"/>
          </p:cNvSpPr>
          <p:nvPr/>
        </p:nvSpPr>
        <p:spPr bwMode="auto">
          <a:xfrm>
            <a:off x="538163" y="2360613"/>
            <a:ext cx="685800" cy="557212"/>
          </a:xfrm>
          <a:prstGeom prst="cube">
            <a:avLst>
              <a:gd name="adj" fmla="val 17593"/>
            </a:avLst>
          </a:prstGeom>
          <a:solidFill>
            <a:srgbClr val="FFFF99"/>
          </a:solidFill>
          <a:ln w="19050">
            <a:solidFill>
              <a:schemeClr val="tx1"/>
            </a:solidFill>
            <a:miter lim="800000"/>
            <a:headEnd type="none" w="sm" len="lg"/>
            <a:tailEnd type="none" w="sm" len="lg"/>
          </a:ln>
        </p:spPr>
        <p:txBody>
          <a:bodyPr wrap="none" anchor="ctr"/>
          <a:lstStyle/>
          <a:p>
            <a:endParaRPr lang="zh-CN" altLang="en-US"/>
          </a:p>
        </p:txBody>
      </p:sp>
      <p:sp>
        <p:nvSpPr>
          <p:cNvPr id="153628" name="Text Box 28"/>
          <p:cNvSpPr txBox="1">
            <a:spLocks noChangeArrowheads="1"/>
          </p:cNvSpPr>
          <p:nvPr/>
        </p:nvSpPr>
        <p:spPr bwMode="auto">
          <a:xfrm>
            <a:off x="558800" y="2481263"/>
            <a:ext cx="615950" cy="396875"/>
          </a:xfrm>
          <a:prstGeom prst="rect">
            <a:avLst/>
          </a:prstGeom>
          <a:noFill/>
          <a:ln w="12700">
            <a:noFill/>
            <a:miter lim="800000"/>
            <a:headEnd/>
            <a:tailEnd/>
          </a:ln>
        </p:spPr>
        <p:txBody>
          <a:bodyPr wrap="none">
            <a:spAutoFit/>
          </a:bodyPr>
          <a:lstStyle/>
          <a:p>
            <a:pPr defTabSz="762000" eaLnBrk="0" hangingPunct="0"/>
            <a:r>
              <a:rPr kumimoji="1" lang="en-US" altLang="zh-CN" sz="2000">
                <a:solidFill>
                  <a:srgbClr val="333399"/>
                </a:solidFill>
              </a:rPr>
              <a:t>AP</a:t>
            </a:r>
            <a:r>
              <a:rPr kumimoji="1" lang="en-US" altLang="zh-CN" sz="2000" b="1" baseline="-25000">
                <a:solidFill>
                  <a:srgbClr val="333399"/>
                </a:solidFill>
              </a:rPr>
              <a:t>1</a:t>
            </a:r>
            <a:endParaRPr kumimoji="1" lang="en-US" altLang="zh-CN" sz="2000" b="1">
              <a:solidFill>
                <a:srgbClr val="333399"/>
              </a:solidFill>
            </a:endParaRPr>
          </a:p>
        </p:txBody>
      </p:sp>
      <p:sp>
        <p:nvSpPr>
          <p:cNvPr id="153629" name="Text Box 29"/>
          <p:cNvSpPr txBox="1">
            <a:spLocks noChangeArrowheads="1"/>
          </p:cNvSpPr>
          <p:nvPr/>
        </p:nvSpPr>
        <p:spPr bwMode="auto">
          <a:xfrm>
            <a:off x="7770813" y="1973263"/>
            <a:ext cx="868362" cy="396875"/>
          </a:xfrm>
          <a:prstGeom prst="rect">
            <a:avLst/>
          </a:prstGeom>
          <a:noFill/>
          <a:ln w="12700">
            <a:noFill/>
            <a:miter lim="800000"/>
            <a:headEnd type="none" w="sm" len="lg"/>
            <a:tailEnd type="none" w="sm" len="lg"/>
          </a:ln>
        </p:spPr>
        <p:txBody>
          <a:bodyPr wrap="none">
            <a:spAutoFit/>
          </a:bodyPr>
          <a:lstStyle/>
          <a:p>
            <a:pPr defTabSz="762000" eaLnBrk="0" hangingPunct="0"/>
            <a:r>
              <a:rPr kumimoji="1" lang="zh-CN" altLang="en-US" sz="2000">
                <a:solidFill>
                  <a:srgbClr val="333399"/>
                </a:solidFill>
                <a:ea typeface="黑体" pitchFamily="49" charset="-122"/>
              </a:rPr>
              <a:t>主机</a:t>
            </a:r>
            <a:r>
              <a:rPr kumimoji="1" lang="zh-CN" altLang="en-US" sz="1000">
                <a:solidFill>
                  <a:srgbClr val="333399"/>
                </a:solidFill>
                <a:ea typeface="黑体" pitchFamily="49" charset="-122"/>
              </a:rPr>
              <a:t> </a:t>
            </a:r>
            <a:r>
              <a:rPr kumimoji="1" lang="en-US" altLang="zh-CN" sz="2000">
                <a:solidFill>
                  <a:srgbClr val="333399"/>
                </a:solidFill>
                <a:ea typeface="黑体" pitchFamily="49" charset="-122"/>
              </a:rPr>
              <a:t>2</a:t>
            </a:r>
          </a:p>
        </p:txBody>
      </p:sp>
      <p:sp>
        <p:nvSpPr>
          <p:cNvPr id="153630" name="AutoShape 30"/>
          <p:cNvSpPr>
            <a:spLocks noChangeArrowheads="1"/>
          </p:cNvSpPr>
          <p:nvPr/>
        </p:nvSpPr>
        <p:spPr bwMode="auto">
          <a:xfrm>
            <a:off x="4067175" y="1989138"/>
            <a:ext cx="2952750" cy="935037"/>
          </a:xfrm>
          <a:prstGeom prst="wedgeRoundRectCallout">
            <a:avLst>
              <a:gd name="adj1" fmla="val 87310"/>
              <a:gd name="adj2" fmla="val 18931"/>
              <a:gd name="adj3" fmla="val 16667"/>
            </a:avLst>
          </a:prstGeom>
          <a:solidFill>
            <a:srgbClr val="66FFFF"/>
          </a:solidFill>
          <a:ln w="9525">
            <a:solidFill>
              <a:schemeClr val="tx1"/>
            </a:solidFill>
            <a:miter lim="800000"/>
            <a:headEnd/>
            <a:tailEnd/>
          </a:ln>
        </p:spPr>
        <p:txBody>
          <a:bodyPr/>
          <a:lstStyle/>
          <a:p>
            <a:pPr algn="ctr"/>
            <a:endParaRPr lang="zh-CN" altLang="zh-CN">
              <a:latin typeface="Tahoma" pitchFamily="34" charset="0"/>
            </a:endParaRPr>
          </a:p>
        </p:txBody>
      </p:sp>
      <p:sp>
        <p:nvSpPr>
          <p:cNvPr id="153631" name="Text Box 31"/>
          <p:cNvSpPr txBox="1">
            <a:spLocks noChangeArrowheads="1"/>
          </p:cNvSpPr>
          <p:nvPr/>
        </p:nvSpPr>
        <p:spPr bwMode="auto">
          <a:xfrm>
            <a:off x="4140200" y="2060575"/>
            <a:ext cx="2943225" cy="822325"/>
          </a:xfrm>
          <a:prstGeom prst="rect">
            <a:avLst/>
          </a:prstGeom>
          <a:noFill/>
          <a:ln w="12700">
            <a:noFill/>
            <a:miter lim="800000"/>
            <a:headEnd type="none" w="sm" len="lg"/>
            <a:tailEnd type="none" w="sm" len="lg"/>
          </a:ln>
        </p:spPr>
        <p:txBody>
          <a:bodyPr wrap="none">
            <a:spAutoFit/>
          </a:bodyPr>
          <a:lstStyle/>
          <a:p>
            <a:pPr algn="ctr" defTabSz="762000" eaLnBrk="0" hangingPunct="0"/>
            <a:r>
              <a:rPr kumimoji="1" lang="zh-CN" altLang="en-US" sz="2400">
                <a:solidFill>
                  <a:srgbClr val="333399"/>
                </a:solidFill>
                <a:latin typeface="Tahoma" pitchFamily="34" charset="0"/>
                <a:ea typeface="黑体" pitchFamily="49" charset="-122"/>
              </a:rPr>
              <a:t>我收到了</a:t>
            </a:r>
            <a:r>
              <a:rPr kumimoji="1" lang="zh-CN" altLang="en-US" sz="1400">
                <a:solidFill>
                  <a:srgbClr val="333399"/>
                </a:solidFill>
                <a:ea typeface="黑体" pitchFamily="49" charset="-122"/>
              </a:rPr>
              <a:t> </a:t>
            </a:r>
            <a:r>
              <a:rPr kumimoji="1" lang="en-US" altLang="zh-CN" sz="2400">
                <a:solidFill>
                  <a:srgbClr val="333399"/>
                </a:solidFill>
                <a:ea typeface="黑体" pitchFamily="49" charset="-122"/>
              </a:rPr>
              <a:t>AP</a:t>
            </a:r>
            <a:r>
              <a:rPr kumimoji="1" lang="en-US" altLang="zh-CN" sz="2400" baseline="-25000">
                <a:solidFill>
                  <a:srgbClr val="333399"/>
                </a:solidFill>
                <a:ea typeface="黑体" pitchFamily="49" charset="-122"/>
              </a:rPr>
              <a:t>1</a:t>
            </a:r>
            <a:r>
              <a:rPr kumimoji="1" lang="en-US" altLang="zh-CN" sz="1600">
                <a:solidFill>
                  <a:srgbClr val="333399"/>
                </a:solidFill>
                <a:ea typeface="黑体" pitchFamily="49" charset="-122"/>
              </a:rPr>
              <a:t> </a:t>
            </a:r>
            <a:r>
              <a:rPr kumimoji="1" lang="zh-CN" altLang="en-US" sz="2400">
                <a:solidFill>
                  <a:srgbClr val="333399"/>
                </a:solidFill>
                <a:latin typeface="Tahoma" pitchFamily="34" charset="0"/>
                <a:ea typeface="黑体" pitchFamily="49" charset="-122"/>
              </a:rPr>
              <a:t>发来的</a:t>
            </a:r>
          </a:p>
          <a:p>
            <a:pPr algn="ctr" defTabSz="762000" eaLnBrk="0" hangingPunct="0"/>
            <a:r>
              <a:rPr kumimoji="1" lang="zh-CN" altLang="en-US" sz="2400">
                <a:solidFill>
                  <a:srgbClr val="333399"/>
                </a:solidFill>
                <a:ea typeface="黑体" pitchFamily="49" charset="-122"/>
              </a:rPr>
              <a:t>应用程序数据！</a:t>
            </a:r>
          </a:p>
        </p:txBody>
      </p:sp>
    </p:spTree>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4626" name="Rectangle 2"/>
          <p:cNvSpPr>
            <a:spLocks noGrp="1" noChangeArrowheads="1"/>
          </p:cNvSpPr>
          <p:nvPr>
            <p:ph type="title"/>
          </p:nvPr>
        </p:nvSpPr>
        <p:spPr/>
        <p:txBody>
          <a:bodyPr/>
          <a:lstStyle/>
          <a:p>
            <a:pPr algn="ctr" eaLnBrk="1" hangingPunct="1"/>
            <a:r>
              <a:rPr lang="zh-CN" altLang="en-US" smtClean="0">
                <a:latin typeface="微软雅黑" pitchFamily="34" charset="-122"/>
                <a:ea typeface="微软雅黑" pitchFamily="34" charset="-122"/>
              </a:rPr>
              <a:t>主机</a:t>
            </a:r>
            <a:r>
              <a:rPr lang="zh-CN" altLang="en-US" sz="2400" smtClean="0">
                <a:latin typeface="微软雅黑" pitchFamily="34" charset="-122"/>
                <a:ea typeface="微软雅黑" pitchFamily="34" charset="-122"/>
              </a:rPr>
              <a:t> </a:t>
            </a:r>
            <a:r>
              <a:rPr lang="en-US" altLang="zh-CN" smtClean="0">
                <a:latin typeface="微软雅黑" pitchFamily="34" charset="-122"/>
                <a:ea typeface="微软雅黑" pitchFamily="34" charset="-122"/>
              </a:rPr>
              <a:t>1</a:t>
            </a:r>
            <a:r>
              <a:rPr lang="en-US" altLang="zh-CN" sz="2400" smtClean="0">
                <a:latin typeface="微软雅黑" pitchFamily="34" charset="-122"/>
                <a:ea typeface="微软雅黑" pitchFamily="34" charset="-122"/>
              </a:rPr>
              <a:t> </a:t>
            </a:r>
            <a:r>
              <a:rPr lang="zh-CN" altLang="en-US" smtClean="0">
                <a:latin typeface="微软雅黑" pitchFamily="34" charset="-122"/>
                <a:ea typeface="微软雅黑" pitchFamily="34" charset="-122"/>
              </a:rPr>
              <a:t>向主机</a:t>
            </a:r>
            <a:r>
              <a:rPr lang="zh-CN" altLang="en-US" sz="2400" smtClean="0">
                <a:latin typeface="微软雅黑" pitchFamily="34" charset="-122"/>
                <a:ea typeface="微软雅黑" pitchFamily="34" charset="-122"/>
              </a:rPr>
              <a:t> </a:t>
            </a:r>
            <a:r>
              <a:rPr lang="en-US" altLang="zh-CN" smtClean="0">
                <a:latin typeface="微软雅黑" pitchFamily="34" charset="-122"/>
                <a:ea typeface="微软雅黑" pitchFamily="34" charset="-122"/>
              </a:rPr>
              <a:t>2</a:t>
            </a:r>
            <a:r>
              <a:rPr lang="en-US" altLang="zh-CN" sz="2400" smtClean="0">
                <a:latin typeface="微软雅黑" pitchFamily="34" charset="-122"/>
                <a:ea typeface="微软雅黑" pitchFamily="34" charset="-122"/>
              </a:rPr>
              <a:t> </a:t>
            </a:r>
            <a:r>
              <a:rPr lang="zh-CN" altLang="en-US" smtClean="0">
                <a:latin typeface="微软雅黑" pitchFamily="34" charset="-122"/>
                <a:ea typeface="微软雅黑" pitchFamily="34" charset="-122"/>
              </a:rPr>
              <a:t>发送数据 </a:t>
            </a:r>
          </a:p>
        </p:txBody>
      </p:sp>
      <p:sp>
        <p:nvSpPr>
          <p:cNvPr id="154627" name="AutoShape 3"/>
          <p:cNvSpPr>
            <a:spLocks noChangeArrowheads="1"/>
          </p:cNvSpPr>
          <p:nvPr/>
        </p:nvSpPr>
        <p:spPr bwMode="auto">
          <a:xfrm rot="-5400000">
            <a:off x="4374356" y="1532732"/>
            <a:ext cx="417513" cy="8991600"/>
          </a:xfrm>
          <a:prstGeom prst="can">
            <a:avLst>
              <a:gd name="adj" fmla="val 48656"/>
            </a:avLst>
          </a:prstGeom>
          <a:gradFill rotWithShape="0">
            <a:gsLst>
              <a:gs pos="0">
                <a:srgbClr val="ACACAC"/>
              </a:gs>
              <a:gs pos="50000">
                <a:srgbClr val="EAEAEA"/>
              </a:gs>
              <a:gs pos="100000">
                <a:srgbClr val="ACACAC"/>
              </a:gs>
            </a:gsLst>
            <a:lin ang="5400000" scaled="1"/>
          </a:gradFill>
          <a:ln w="19050">
            <a:solidFill>
              <a:schemeClr val="tx1"/>
            </a:solidFill>
            <a:round/>
            <a:headEnd type="none" w="sm" len="lg"/>
            <a:tailEnd type="none" w="sm" len="lg"/>
          </a:ln>
        </p:spPr>
        <p:txBody>
          <a:bodyPr wrap="none" anchor="ctr"/>
          <a:lstStyle/>
          <a:p>
            <a:endParaRPr lang="zh-CN" altLang="en-US"/>
          </a:p>
        </p:txBody>
      </p:sp>
      <p:sp>
        <p:nvSpPr>
          <p:cNvPr id="154628" name="AutoShape 4"/>
          <p:cNvSpPr>
            <a:spLocks noChangeArrowheads="1"/>
          </p:cNvSpPr>
          <p:nvPr/>
        </p:nvSpPr>
        <p:spPr bwMode="auto">
          <a:xfrm>
            <a:off x="533400" y="2847975"/>
            <a:ext cx="838200" cy="2997200"/>
          </a:xfrm>
          <a:prstGeom prst="cube">
            <a:avLst>
              <a:gd name="adj" fmla="val 10764"/>
            </a:avLst>
          </a:prstGeom>
          <a:solidFill>
            <a:srgbClr val="FFFF99"/>
          </a:solidFill>
          <a:ln w="19050">
            <a:solidFill>
              <a:schemeClr val="tx1"/>
            </a:solidFill>
            <a:miter lim="800000"/>
            <a:headEnd type="none" w="sm" len="lg"/>
            <a:tailEnd type="none" w="sm" len="lg"/>
          </a:ln>
        </p:spPr>
        <p:txBody>
          <a:bodyPr wrap="none" anchor="ctr"/>
          <a:lstStyle/>
          <a:p>
            <a:endParaRPr lang="zh-CN" altLang="en-US"/>
          </a:p>
        </p:txBody>
      </p:sp>
      <p:sp>
        <p:nvSpPr>
          <p:cNvPr id="154629" name="Text Box 5"/>
          <p:cNvSpPr txBox="1">
            <a:spLocks noChangeArrowheads="1"/>
          </p:cNvSpPr>
          <p:nvPr/>
        </p:nvSpPr>
        <p:spPr bwMode="auto">
          <a:xfrm>
            <a:off x="781050" y="3027363"/>
            <a:ext cx="325438" cy="396875"/>
          </a:xfrm>
          <a:prstGeom prst="rect">
            <a:avLst/>
          </a:prstGeom>
          <a:noFill/>
          <a:ln w="12700">
            <a:noFill/>
            <a:miter lim="800000"/>
            <a:headEnd/>
            <a:tailEnd/>
          </a:ln>
        </p:spPr>
        <p:txBody>
          <a:bodyPr wrap="none">
            <a:spAutoFit/>
          </a:bodyPr>
          <a:lstStyle/>
          <a:p>
            <a:pPr defTabSz="762000" eaLnBrk="0" hangingPunct="0"/>
            <a:r>
              <a:rPr kumimoji="1" lang="en-US" altLang="zh-CN" sz="2000">
                <a:solidFill>
                  <a:srgbClr val="333399"/>
                </a:solidFill>
              </a:rPr>
              <a:t>5</a:t>
            </a:r>
          </a:p>
        </p:txBody>
      </p:sp>
      <p:sp>
        <p:nvSpPr>
          <p:cNvPr id="154630" name="Text Box 6"/>
          <p:cNvSpPr txBox="1">
            <a:spLocks noChangeArrowheads="1"/>
          </p:cNvSpPr>
          <p:nvPr/>
        </p:nvSpPr>
        <p:spPr bwMode="auto">
          <a:xfrm>
            <a:off x="781050" y="3654425"/>
            <a:ext cx="325438" cy="396875"/>
          </a:xfrm>
          <a:prstGeom prst="rect">
            <a:avLst/>
          </a:prstGeom>
          <a:noFill/>
          <a:ln w="12700">
            <a:noFill/>
            <a:miter lim="800000"/>
            <a:headEnd/>
            <a:tailEnd/>
          </a:ln>
        </p:spPr>
        <p:txBody>
          <a:bodyPr wrap="none">
            <a:spAutoFit/>
          </a:bodyPr>
          <a:lstStyle/>
          <a:p>
            <a:pPr defTabSz="762000" eaLnBrk="0" hangingPunct="0"/>
            <a:r>
              <a:rPr kumimoji="1" lang="en-US" altLang="zh-CN" sz="2000">
                <a:solidFill>
                  <a:srgbClr val="333399"/>
                </a:solidFill>
              </a:rPr>
              <a:t>4</a:t>
            </a:r>
          </a:p>
        </p:txBody>
      </p:sp>
      <p:sp>
        <p:nvSpPr>
          <p:cNvPr id="154631" name="Text Box 7"/>
          <p:cNvSpPr txBox="1">
            <a:spLocks noChangeArrowheads="1"/>
          </p:cNvSpPr>
          <p:nvPr/>
        </p:nvSpPr>
        <p:spPr bwMode="auto">
          <a:xfrm>
            <a:off x="781050" y="4211638"/>
            <a:ext cx="325438" cy="396875"/>
          </a:xfrm>
          <a:prstGeom prst="rect">
            <a:avLst/>
          </a:prstGeom>
          <a:noFill/>
          <a:ln w="12700">
            <a:noFill/>
            <a:miter lim="800000"/>
            <a:headEnd/>
            <a:tailEnd/>
          </a:ln>
        </p:spPr>
        <p:txBody>
          <a:bodyPr wrap="none">
            <a:spAutoFit/>
          </a:bodyPr>
          <a:lstStyle/>
          <a:p>
            <a:pPr defTabSz="762000" eaLnBrk="0" hangingPunct="0"/>
            <a:r>
              <a:rPr kumimoji="1" lang="en-US" altLang="zh-CN" sz="2000">
                <a:solidFill>
                  <a:srgbClr val="333399"/>
                </a:solidFill>
              </a:rPr>
              <a:t>3</a:t>
            </a:r>
          </a:p>
        </p:txBody>
      </p:sp>
      <p:sp>
        <p:nvSpPr>
          <p:cNvPr id="154632" name="Text Box 8"/>
          <p:cNvSpPr txBox="1">
            <a:spLocks noChangeArrowheads="1"/>
          </p:cNvSpPr>
          <p:nvPr/>
        </p:nvSpPr>
        <p:spPr bwMode="auto">
          <a:xfrm>
            <a:off x="781050" y="4770438"/>
            <a:ext cx="325438" cy="396875"/>
          </a:xfrm>
          <a:prstGeom prst="rect">
            <a:avLst/>
          </a:prstGeom>
          <a:noFill/>
          <a:ln w="12700">
            <a:noFill/>
            <a:miter lim="800000"/>
            <a:headEnd/>
            <a:tailEnd/>
          </a:ln>
        </p:spPr>
        <p:txBody>
          <a:bodyPr wrap="none">
            <a:spAutoFit/>
          </a:bodyPr>
          <a:lstStyle/>
          <a:p>
            <a:pPr defTabSz="762000" eaLnBrk="0" hangingPunct="0"/>
            <a:r>
              <a:rPr kumimoji="1" lang="en-US" altLang="zh-CN" sz="2000">
                <a:solidFill>
                  <a:srgbClr val="333399"/>
                </a:solidFill>
              </a:rPr>
              <a:t>2</a:t>
            </a:r>
          </a:p>
        </p:txBody>
      </p:sp>
      <p:sp>
        <p:nvSpPr>
          <p:cNvPr id="154633" name="Text Box 9"/>
          <p:cNvSpPr txBox="1">
            <a:spLocks noChangeArrowheads="1"/>
          </p:cNvSpPr>
          <p:nvPr/>
        </p:nvSpPr>
        <p:spPr bwMode="auto">
          <a:xfrm>
            <a:off x="781050" y="5337175"/>
            <a:ext cx="325438" cy="396875"/>
          </a:xfrm>
          <a:prstGeom prst="rect">
            <a:avLst/>
          </a:prstGeom>
          <a:noFill/>
          <a:ln w="12700">
            <a:noFill/>
            <a:miter lim="800000"/>
            <a:headEnd/>
            <a:tailEnd/>
          </a:ln>
        </p:spPr>
        <p:txBody>
          <a:bodyPr wrap="none">
            <a:spAutoFit/>
          </a:bodyPr>
          <a:lstStyle/>
          <a:p>
            <a:pPr defTabSz="762000" eaLnBrk="0" hangingPunct="0"/>
            <a:r>
              <a:rPr kumimoji="1" lang="en-US" altLang="zh-CN" sz="2000">
                <a:solidFill>
                  <a:srgbClr val="333399"/>
                </a:solidFill>
              </a:rPr>
              <a:t>1</a:t>
            </a:r>
          </a:p>
        </p:txBody>
      </p:sp>
      <p:sp>
        <p:nvSpPr>
          <p:cNvPr id="154634" name="Freeform 10"/>
          <p:cNvSpPr>
            <a:spLocks/>
          </p:cNvSpPr>
          <p:nvPr/>
        </p:nvSpPr>
        <p:spPr bwMode="auto">
          <a:xfrm>
            <a:off x="533400" y="3449638"/>
            <a:ext cx="847725" cy="61912"/>
          </a:xfrm>
          <a:custGeom>
            <a:avLst/>
            <a:gdLst>
              <a:gd name="T0" fmla="*/ 0 w 534"/>
              <a:gd name="T1" fmla="*/ 2147483647 h 42"/>
              <a:gd name="T2" fmla="*/ 2147483647 w 534"/>
              <a:gd name="T3" fmla="*/ 2147483647 h 42"/>
              <a:gd name="T4" fmla="*/ 2147483647 w 534"/>
              <a:gd name="T5" fmla="*/ 0 h 42"/>
              <a:gd name="T6" fmla="*/ 0 60000 65536"/>
              <a:gd name="T7" fmla="*/ 0 60000 65536"/>
              <a:gd name="T8" fmla="*/ 0 60000 65536"/>
              <a:gd name="T9" fmla="*/ 0 w 534"/>
              <a:gd name="T10" fmla="*/ 0 h 42"/>
              <a:gd name="T11" fmla="*/ 534 w 534"/>
              <a:gd name="T12" fmla="*/ 42 h 42"/>
            </a:gdLst>
            <a:ahLst/>
            <a:cxnLst>
              <a:cxn ang="T6">
                <a:pos x="T0" y="T1"/>
              </a:cxn>
              <a:cxn ang="T7">
                <a:pos x="T2" y="T3"/>
              </a:cxn>
              <a:cxn ang="T8">
                <a:pos x="T4" y="T5"/>
              </a:cxn>
            </a:cxnLst>
            <a:rect l="T9" t="T10" r="T11" b="T12"/>
            <a:pathLst>
              <a:path w="534" h="42">
                <a:moveTo>
                  <a:pt x="0" y="42"/>
                </a:moveTo>
                <a:lnTo>
                  <a:pt x="468" y="42"/>
                </a:lnTo>
                <a:cubicBezTo>
                  <a:pt x="490" y="28"/>
                  <a:pt x="534" y="0"/>
                  <a:pt x="534" y="0"/>
                </a:cubicBezTo>
              </a:path>
            </a:pathLst>
          </a:custGeom>
          <a:noFill/>
          <a:ln w="19050">
            <a:solidFill>
              <a:schemeClr val="tx1"/>
            </a:solidFill>
            <a:round/>
            <a:headEnd type="none" w="sm" len="lg"/>
            <a:tailEnd type="none" w="sm" len="lg"/>
          </a:ln>
        </p:spPr>
        <p:txBody>
          <a:bodyPr wrap="none" anchor="ctr"/>
          <a:lstStyle/>
          <a:p>
            <a:endParaRPr lang="zh-CN" altLang="en-US"/>
          </a:p>
        </p:txBody>
      </p:sp>
      <p:sp>
        <p:nvSpPr>
          <p:cNvPr id="154635" name="Freeform 11"/>
          <p:cNvSpPr>
            <a:spLocks/>
          </p:cNvSpPr>
          <p:nvPr/>
        </p:nvSpPr>
        <p:spPr bwMode="auto">
          <a:xfrm>
            <a:off x="542925" y="4024313"/>
            <a:ext cx="847725" cy="61912"/>
          </a:xfrm>
          <a:custGeom>
            <a:avLst/>
            <a:gdLst>
              <a:gd name="T0" fmla="*/ 0 w 534"/>
              <a:gd name="T1" fmla="*/ 2147483647 h 42"/>
              <a:gd name="T2" fmla="*/ 2147483647 w 534"/>
              <a:gd name="T3" fmla="*/ 2147483647 h 42"/>
              <a:gd name="T4" fmla="*/ 2147483647 w 534"/>
              <a:gd name="T5" fmla="*/ 0 h 42"/>
              <a:gd name="T6" fmla="*/ 0 60000 65536"/>
              <a:gd name="T7" fmla="*/ 0 60000 65536"/>
              <a:gd name="T8" fmla="*/ 0 60000 65536"/>
              <a:gd name="T9" fmla="*/ 0 w 534"/>
              <a:gd name="T10" fmla="*/ 0 h 42"/>
              <a:gd name="T11" fmla="*/ 534 w 534"/>
              <a:gd name="T12" fmla="*/ 42 h 42"/>
            </a:gdLst>
            <a:ahLst/>
            <a:cxnLst>
              <a:cxn ang="T6">
                <a:pos x="T0" y="T1"/>
              </a:cxn>
              <a:cxn ang="T7">
                <a:pos x="T2" y="T3"/>
              </a:cxn>
              <a:cxn ang="T8">
                <a:pos x="T4" y="T5"/>
              </a:cxn>
            </a:cxnLst>
            <a:rect l="T9" t="T10" r="T11" b="T12"/>
            <a:pathLst>
              <a:path w="534" h="42">
                <a:moveTo>
                  <a:pt x="0" y="36"/>
                </a:moveTo>
                <a:lnTo>
                  <a:pt x="468" y="42"/>
                </a:lnTo>
                <a:cubicBezTo>
                  <a:pt x="490" y="28"/>
                  <a:pt x="534" y="0"/>
                  <a:pt x="534" y="0"/>
                </a:cubicBezTo>
              </a:path>
            </a:pathLst>
          </a:custGeom>
          <a:noFill/>
          <a:ln w="19050">
            <a:solidFill>
              <a:schemeClr val="tx1"/>
            </a:solidFill>
            <a:round/>
            <a:headEnd type="none" w="sm" len="lg"/>
            <a:tailEnd type="none" w="sm" len="lg"/>
          </a:ln>
        </p:spPr>
        <p:txBody>
          <a:bodyPr wrap="none" anchor="ctr"/>
          <a:lstStyle/>
          <a:p>
            <a:endParaRPr lang="zh-CN" altLang="en-US"/>
          </a:p>
        </p:txBody>
      </p:sp>
      <p:sp>
        <p:nvSpPr>
          <p:cNvPr id="154636" name="Freeform 12"/>
          <p:cNvSpPr>
            <a:spLocks/>
          </p:cNvSpPr>
          <p:nvPr/>
        </p:nvSpPr>
        <p:spPr bwMode="auto">
          <a:xfrm>
            <a:off x="520700" y="4600575"/>
            <a:ext cx="869950" cy="60325"/>
          </a:xfrm>
          <a:custGeom>
            <a:avLst/>
            <a:gdLst>
              <a:gd name="T0" fmla="*/ 0 w 548"/>
              <a:gd name="T1" fmla="*/ 2147483647 h 42"/>
              <a:gd name="T2" fmla="*/ 2147483647 w 548"/>
              <a:gd name="T3" fmla="*/ 2147483647 h 42"/>
              <a:gd name="T4" fmla="*/ 2147483647 w 548"/>
              <a:gd name="T5" fmla="*/ 0 h 42"/>
              <a:gd name="T6" fmla="*/ 0 60000 65536"/>
              <a:gd name="T7" fmla="*/ 0 60000 65536"/>
              <a:gd name="T8" fmla="*/ 0 60000 65536"/>
              <a:gd name="T9" fmla="*/ 0 w 548"/>
              <a:gd name="T10" fmla="*/ 0 h 42"/>
              <a:gd name="T11" fmla="*/ 548 w 548"/>
              <a:gd name="T12" fmla="*/ 42 h 42"/>
            </a:gdLst>
            <a:ahLst/>
            <a:cxnLst>
              <a:cxn ang="T6">
                <a:pos x="T0" y="T1"/>
              </a:cxn>
              <a:cxn ang="T7">
                <a:pos x="T2" y="T3"/>
              </a:cxn>
              <a:cxn ang="T8">
                <a:pos x="T4" y="T5"/>
              </a:cxn>
            </a:cxnLst>
            <a:rect l="T9" t="T10" r="T11" b="T12"/>
            <a:pathLst>
              <a:path w="548" h="42">
                <a:moveTo>
                  <a:pt x="0" y="42"/>
                </a:moveTo>
                <a:lnTo>
                  <a:pt x="482" y="42"/>
                </a:lnTo>
                <a:cubicBezTo>
                  <a:pt x="504" y="28"/>
                  <a:pt x="548" y="0"/>
                  <a:pt x="548" y="0"/>
                </a:cubicBezTo>
              </a:path>
            </a:pathLst>
          </a:custGeom>
          <a:noFill/>
          <a:ln w="19050">
            <a:solidFill>
              <a:schemeClr val="tx1"/>
            </a:solidFill>
            <a:round/>
            <a:headEnd type="none" w="sm" len="lg"/>
            <a:tailEnd type="none" w="sm" len="lg"/>
          </a:ln>
        </p:spPr>
        <p:txBody>
          <a:bodyPr wrap="none" anchor="ctr"/>
          <a:lstStyle/>
          <a:p>
            <a:endParaRPr lang="zh-CN" altLang="en-US"/>
          </a:p>
        </p:txBody>
      </p:sp>
      <p:sp>
        <p:nvSpPr>
          <p:cNvPr id="154637" name="Freeform 13"/>
          <p:cNvSpPr>
            <a:spLocks/>
          </p:cNvSpPr>
          <p:nvPr/>
        </p:nvSpPr>
        <p:spPr bwMode="auto">
          <a:xfrm>
            <a:off x="520700" y="5192713"/>
            <a:ext cx="860425" cy="60325"/>
          </a:xfrm>
          <a:custGeom>
            <a:avLst/>
            <a:gdLst>
              <a:gd name="T0" fmla="*/ 0 w 542"/>
              <a:gd name="T1" fmla="*/ 2147483647 h 42"/>
              <a:gd name="T2" fmla="*/ 2147483647 w 542"/>
              <a:gd name="T3" fmla="*/ 2147483647 h 42"/>
              <a:gd name="T4" fmla="*/ 2147483647 w 542"/>
              <a:gd name="T5" fmla="*/ 0 h 42"/>
              <a:gd name="T6" fmla="*/ 0 60000 65536"/>
              <a:gd name="T7" fmla="*/ 0 60000 65536"/>
              <a:gd name="T8" fmla="*/ 0 60000 65536"/>
              <a:gd name="T9" fmla="*/ 0 w 542"/>
              <a:gd name="T10" fmla="*/ 0 h 42"/>
              <a:gd name="T11" fmla="*/ 542 w 542"/>
              <a:gd name="T12" fmla="*/ 42 h 42"/>
            </a:gdLst>
            <a:ahLst/>
            <a:cxnLst>
              <a:cxn ang="T6">
                <a:pos x="T0" y="T1"/>
              </a:cxn>
              <a:cxn ang="T7">
                <a:pos x="T2" y="T3"/>
              </a:cxn>
              <a:cxn ang="T8">
                <a:pos x="T4" y="T5"/>
              </a:cxn>
            </a:cxnLst>
            <a:rect l="T9" t="T10" r="T11" b="T12"/>
            <a:pathLst>
              <a:path w="542" h="42">
                <a:moveTo>
                  <a:pt x="0" y="42"/>
                </a:moveTo>
                <a:lnTo>
                  <a:pt x="476" y="42"/>
                </a:lnTo>
                <a:cubicBezTo>
                  <a:pt x="498" y="28"/>
                  <a:pt x="542" y="0"/>
                  <a:pt x="542" y="0"/>
                </a:cubicBezTo>
              </a:path>
            </a:pathLst>
          </a:custGeom>
          <a:noFill/>
          <a:ln w="19050">
            <a:solidFill>
              <a:schemeClr val="tx1"/>
            </a:solidFill>
            <a:round/>
            <a:headEnd type="none" w="sm" len="lg"/>
            <a:tailEnd type="none" w="sm" len="lg"/>
          </a:ln>
        </p:spPr>
        <p:txBody>
          <a:bodyPr wrap="none" anchor="ctr"/>
          <a:lstStyle/>
          <a:p>
            <a:endParaRPr lang="zh-CN" altLang="en-US"/>
          </a:p>
        </p:txBody>
      </p:sp>
      <p:sp>
        <p:nvSpPr>
          <p:cNvPr id="154638" name="AutoShape 14"/>
          <p:cNvSpPr>
            <a:spLocks noChangeArrowheads="1"/>
          </p:cNvSpPr>
          <p:nvPr/>
        </p:nvSpPr>
        <p:spPr bwMode="auto">
          <a:xfrm>
            <a:off x="7886700" y="2814638"/>
            <a:ext cx="838200" cy="3030537"/>
          </a:xfrm>
          <a:prstGeom prst="cube">
            <a:avLst>
              <a:gd name="adj" fmla="val 10764"/>
            </a:avLst>
          </a:prstGeom>
          <a:solidFill>
            <a:srgbClr val="FFFF99"/>
          </a:solidFill>
          <a:ln w="19050">
            <a:solidFill>
              <a:schemeClr val="tx1"/>
            </a:solidFill>
            <a:miter lim="800000"/>
            <a:headEnd type="none" w="sm" len="lg"/>
            <a:tailEnd type="none" w="sm" len="lg"/>
          </a:ln>
        </p:spPr>
        <p:txBody>
          <a:bodyPr wrap="none" anchor="ctr"/>
          <a:lstStyle/>
          <a:p>
            <a:endParaRPr lang="zh-CN" altLang="en-US"/>
          </a:p>
        </p:txBody>
      </p:sp>
      <p:sp>
        <p:nvSpPr>
          <p:cNvPr id="154639" name="Text Box 15"/>
          <p:cNvSpPr txBox="1">
            <a:spLocks noChangeArrowheads="1"/>
          </p:cNvSpPr>
          <p:nvPr/>
        </p:nvSpPr>
        <p:spPr bwMode="auto">
          <a:xfrm>
            <a:off x="7924800" y="2992438"/>
            <a:ext cx="325438" cy="396875"/>
          </a:xfrm>
          <a:prstGeom prst="rect">
            <a:avLst/>
          </a:prstGeom>
          <a:noFill/>
          <a:ln w="12700">
            <a:noFill/>
            <a:miter lim="800000"/>
            <a:headEnd/>
            <a:tailEnd/>
          </a:ln>
        </p:spPr>
        <p:txBody>
          <a:bodyPr wrap="none">
            <a:spAutoFit/>
          </a:bodyPr>
          <a:lstStyle/>
          <a:p>
            <a:pPr defTabSz="762000" eaLnBrk="0" hangingPunct="0"/>
            <a:r>
              <a:rPr kumimoji="1" lang="en-US" altLang="zh-CN" sz="2000">
                <a:solidFill>
                  <a:srgbClr val="333399"/>
                </a:solidFill>
              </a:rPr>
              <a:t>5</a:t>
            </a:r>
          </a:p>
        </p:txBody>
      </p:sp>
      <p:sp>
        <p:nvSpPr>
          <p:cNvPr id="154640" name="Text Box 16"/>
          <p:cNvSpPr txBox="1">
            <a:spLocks noChangeArrowheads="1"/>
          </p:cNvSpPr>
          <p:nvPr/>
        </p:nvSpPr>
        <p:spPr bwMode="auto">
          <a:xfrm>
            <a:off x="7924800" y="3619500"/>
            <a:ext cx="325438" cy="396875"/>
          </a:xfrm>
          <a:prstGeom prst="rect">
            <a:avLst/>
          </a:prstGeom>
          <a:noFill/>
          <a:ln w="12700">
            <a:noFill/>
            <a:miter lim="800000"/>
            <a:headEnd/>
            <a:tailEnd/>
          </a:ln>
        </p:spPr>
        <p:txBody>
          <a:bodyPr wrap="none">
            <a:spAutoFit/>
          </a:bodyPr>
          <a:lstStyle/>
          <a:p>
            <a:pPr defTabSz="762000" eaLnBrk="0" hangingPunct="0"/>
            <a:r>
              <a:rPr kumimoji="1" lang="en-US" altLang="zh-CN" sz="2000">
                <a:solidFill>
                  <a:srgbClr val="333399"/>
                </a:solidFill>
              </a:rPr>
              <a:t>4</a:t>
            </a:r>
          </a:p>
        </p:txBody>
      </p:sp>
      <p:sp>
        <p:nvSpPr>
          <p:cNvPr id="154641" name="Text Box 17"/>
          <p:cNvSpPr txBox="1">
            <a:spLocks noChangeArrowheads="1"/>
          </p:cNvSpPr>
          <p:nvPr/>
        </p:nvSpPr>
        <p:spPr bwMode="auto">
          <a:xfrm>
            <a:off x="7924800" y="4176713"/>
            <a:ext cx="325438" cy="396875"/>
          </a:xfrm>
          <a:prstGeom prst="rect">
            <a:avLst/>
          </a:prstGeom>
          <a:noFill/>
          <a:ln w="12700">
            <a:noFill/>
            <a:miter lim="800000"/>
            <a:headEnd/>
            <a:tailEnd/>
          </a:ln>
        </p:spPr>
        <p:txBody>
          <a:bodyPr wrap="none">
            <a:spAutoFit/>
          </a:bodyPr>
          <a:lstStyle/>
          <a:p>
            <a:pPr defTabSz="762000" eaLnBrk="0" hangingPunct="0"/>
            <a:r>
              <a:rPr kumimoji="1" lang="en-US" altLang="zh-CN" sz="2000">
                <a:solidFill>
                  <a:srgbClr val="333399"/>
                </a:solidFill>
              </a:rPr>
              <a:t>3</a:t>
            </a:r>
          </a:p>
        </p:txBody>
      </p:sp>
      <p:sp>
        <p:nvSpPr>
          <p:cNvPr id="154642" name="Text Box 18"/>
          <p:cNvSpPr txBox="1">
            <a:spLocks noChangeArrowheads="1"/>
          </p:cNvSpPr>
          <p:nvPr/>
        </p:nvSpPr>
        <p:spPr bwMode="auto">
          <a:xfrm>
            <a:off x="7924800" y="4737100"/>
            <a:ext cx="325438" cy="396875"/>
          </a:xfrm>
          <a:prstGeom prst="rect">
            <a:avLst/>
          </a:prstGeom>
          <a:noFill/>
          <a:ln w="12700">
            <a:noFill/>
            <a:miter lim="800000"/>
            <a:headEnd/>
            <a:tailEnd/>
          </a:ln>
        </p:spPr>
        <p:txBody>
          <a:bodyPr wrap="none">
            <a:spAutoFit/>
          </a:bodyPr>
          <a:lstStyle/>
          <a:p>
            <a:pPr defTabSz="762000" eaLnBrk="0" hangingPunct="0"/>
            <a:r>
              <a:rPr kumimoji="1" lang="en-US" altLang="zh-CN" sz="2000">
                <a:solidFill>
                  <a:srgbClr val="333399"/>
                </a:solidFill>
              </a:rPr>
              <a:t>2</a:t>
            </a:r>
          </a:p>
        </p:txBody>
      </p:sp>
      <p:sp>
        <p:nvSpPr>
          <p:cNvPr id="154643" name="Text Box 19"/>
          <p:cNvSpPr txBox="1">
            <a:spLocks noChangeArrowheads="1"/>
          </p:cNvSpPr>
          <p:nvPr/>
        </p:nvSpPr>
        <p:spPr bwMode="auto">
          <a:xfrm>
            <a:off x="7924800" y="5302250"/>
            <a:ext cx="325438" cy="396875"/>
          </a:xfrm>
          <a:prstGeom prst="rect">
            <a:avLst/>
          </a:prstGeom>
          <a:noFill/>
          <a:ln w="12700">
            <a:noFill/>
            <a:miter lim="800000"/>
            <a:headEnd/>
            <a:tailEnd/>
          </a:ln>
        </p:spPr>
        <p:txBody>
          <a:bodyPr wrap="none">
            <a:spAutoFit/>
          </a:bodyPr>
          <a:lstStyle/>
          <a:p>
            <a:pPr defTabSz="762000" eaLnBrk="0" hangingPunct="0"/>
            <a:r>
              <a:rPr kumimoji="1" lang="en-US" altLang="zh-CN" sz="2000">
                <a:solidFill>
                  <a:srgbClr val="333399"/>
                </a:solidFill>
              </a:rPr>
              <a:t>1</a:t>
            </a:r>
          </a:p>
        </p:txBody>
      </p:sp>
      <p:sp>
        <p:nvSpPr>
          <p:cNvPr id="154644" name="Freeform 20"/>
          <p:cNvSpPr>
            <a:spLocks/>
          </p:cNvSpPr>
          <p:nvPr/>
        </p:nvSpPr>
        <p:spPr bwMode="auto">
          <a:xfrm>
            <a:off x="7886700" y="3414713"/>
            <a:ext cx="847725" cy="61912"/>
          </a:xfrm>
          <a:custGeom>
            <a:avLst/>
            <a:gdLst>
              <a:gd name="T0" fmla="*/ 0 w 534"/>
              <a:gd name="T1" fmla="*/ 2147483647 h 42"/>
              <a:gd name="T2" fmla="*/ 2147483647 w 534"/>
              <a:gd name="T3" fmla="*/ 2147483647 h 42"/>
              <a:gd name="T4" fmla="*/ 2147483647 w 534"/>
              <a:gd name="T5" fmla="*/ 0 h 42"/>
              <a:gd name="T6" fmla="*/ 0 60000 65536"/>
              <a:gd name="T7" fmla="*/ 0 60000 65536"/>
              <a:gd name="T8" fmla="*/ 0 60000 65536"/>
              <a:gd name="T9" fmla="*/ 0 w 534"/>
              <a:gd name="T10" fmla="*/ 0 h 42"/>
              <a:gd name="T11" fmla="*/ 534 w 534"/>
              <a:gd name="T12" fmla="*/ 42 h 42"/>
            </a:gdLst>
            <a:ahLst/>
            <a:cxnLst>
              <a:cxn ang="T6">
                <a:pos x="T0" y="T1"/>
              </a:cxn>
              <a:cxn ang="T7">
                <a:pos x="T2" y="T3"/>
              </a:cxn>
              <a:cxn ang="T8">
                <a:pos x="T4" y="T5"/>
              </a:cxn>
            </a:cxnLst>
            <a:rect l="T9" t="T10" r="T11" b="T12"/>
            <a:pathLst>
              <a:path w="534" h="42">
                <a:moveTo>
                  <a:pt x="0" y="42"/>
                </a:moveTo>
                <a:lnTo>
                  <a:pt x="468" y="42"/>
                </a:lnTo>
                <a:cubicBezTo>
                  <a:pt x="490" y="28"/>
                  <a:pt x="534" y="0"/>
                  <a:pt x="534" y="0"/>
                </a:cubicBezTo>
              </a:path>
            </a:pathLst>
          </a:custGeom>
          <a:noFill/>
          <a:ln w="19050">
            <a:solidFill>
              <a:schemeClr val="tx1"/>
            </a:solidFill>
            <a:round/>
            <a:headEnd type="none" w="sm" len="lg"/>
            <a:tailEnd type="none" w="sm" len="lg"/>
          </a:ln>
        </p:spPr>
        <p:txBody>
          <a:bodyPr wrap="none" anchor="ctr"/>
          <a:lstStyle/>
          <a:p>
            <a:endParaRPr lang="zh-CN" altLang="en-US"/>
          </a:p>
        </p:txBody>
      </p:sp>
      <p:sp>
        <p:nvSpPr>
          <p:cNvPr id="154645" name="Freeform 21"/>
          <p:cNvSpPr>
            <a:spLocks/>
          </p:cNvSpPr>
          <p:nvPr/>
        </p:nvSpPr>
        <p:spPr bwMode="auto">
          <a:xfrm>
            <a:off x="7896225" y="3989388"/>
            <a:ext cx="847725" cy="61912"/>
          </a:xfrm>
          <a:custGeom>
            <a:avLst/>
            <a:gdLst>
              <a:gd name="T0" fmla="*/ 0 w 534"/>
              <a:gd name="T1" fmla="*/ 2147483647 h 42"/>
              <a:gd name="T2" fmla="*/ 2147483647 w 534"/>
              <a:gd name="T3" fmla="*/ 2147483647 h 42"/>
              <a:gd name="T4" fmla="*/ 2147483647 w 534"/>
              <a:gd name="T5" fmla="*/ 0 h 42"/>
              <a:gd name="T6" fmla="*/ 0 60000 65536"/>
              <a:gd name="T7" fmla="*/ 0 60000 65536"/>
              <a:gd name="T8" fmla="*/ 0 60000 65536"/>
              <a:gd name="T9" fmla="*/ 0 w 534"/>
              <a:gd name="T10" fmla="*/ 0 h 42"/>
              <a:gd name="T11" fmla="*/ 534 w 534"/>
              <a:gd name="T12" fmla="*/ 42 h 42"/>
            </a:gdLst>
            <a:ahLst/>
            <a:cxnLst>
              <a:cxn ang="T6">
                <a:pos x="T0" y="T1"/>
              </a:cxn>
              <a:cxn ang="T7">
                <a:pos x="T2" y="T3"/>
              </a:cxn>
              <a:cxn ang="T8">
                <a:pos x="T4" y="T5"/>
              </a:cxn>
            </a:cxnLst>
            <a:rect l="T9" t="T10" r="T11" b="T12"/>
            <a:pathLst>
              <a:path w="534" h="42">
                <a:moveTo>
                  <a:pt x="0" y="36"/>
                </a:moveTo>
                <a:lnTo>
                  <a:pt x="468" y="42"/>
                </a:lnTo>
                <a:cubicBezTo>
                  <a:pt x="490" y="28"/>
                  <a:pt x="534" y="0"/>
                  <a:pt x="534" y="0"/>
                </a:cubicBezTo>
              </a:path>
            </a:pathLst>
          </a:custGeom>
          <a:noFill/>
          <a:ln w="19050">
            <a:solidFill>
              <a:schemeClr val="tx1"/>
            </a:solidFill>
            <a:round/>
            <a:headEnd type="none" w="sm" len="lg"/>
            <a:tailEnd type="none" w="sm" len="lg"/>
          </a:ln>
        </p:spPr>
        <p:txBody>
          <a:bodyPr wrap="none" anchor="ctr"/>
          <a:lstStyle/>
          <a:p>
            <a:endParaRPr lang="zh-CN" altLang="en-US"/>
          </a:p>
        </p:txBody>
      </p:sp>
      <p:sp>
        <p:nvSpPr>
          <p:cNvPr id="154646" name="Freeform 22"/>
          <p:cNvSpPr>
            <a:spLocks/>
          </p:cNvSpPr>
          <p:nvPr/>
        </p:nvSpPr>
        <p:spPr bwMode="auto">
          <a:xfrm>
            <a:off x="7874000" y="4565650"/>
            <a:ext cx="869950" cy="60325"/>
          </a:xfrm>
          <a:custGeom>
            <a:avLst/>
            <a:gdLst>
              <a:gd name="T0" fmla="*/ 0 w 548"/>
              <a:gd name="T1" fmla="*/ 2147483647 h 42"/>
              <a:gd name="T2" fmla="*/ 2147483647 w 548"/>
              <a:gd name="T3" fmla="*/ 2147483647 h 42"/>
              <a:gd name="T4" fmla="*/ 2147483647 w 548"/>
              <a:gd name="T5" fmla="*/ 0 h 42"/>
              <a:gd name="T6" fmla="*/ 0 60000 65536"/>
              <a:gd name="T7" fmla="*/ 0 60000 65536"/>
              <a:gd name="T8" fmla="*/ 0 60000 65536"/>
              <a:gd name="T9" fmla="*/ 0 w 548"/>
              <a:gd name="T10" fmla="*/ 0 h 42"/>
              <a:gd name="T11" fmla="*/ 548 w 548"/>
              <a:gd name="T12" fmla="*/ 42 h 42"/>
            </a:gdLst>
            <a:ahLst/>
            <a:cxnLst>
              <a:cxn ang="T6">
                <a:pos x="T0" y="T1"/>
              </a:cxn>
              <a:cxn ang="T7">
                <a:pos x="T2" y="T3"/>
              </a:cxn>
              <a:cxn ang="T8">
                <a:pos x="T4" y="T5"/>
              </a:cxn>
            </a:cxnLst>
            <a:rect l="T9" t="T10" r="T11" b="T12"/>
            <a:pathLst>
              <a:path w="548" h="42">
                <a:moveTo>
                  <a:pt x="0" y="42"/>
                </a:moveTo>
                <a:lnTo>
                  <a:pt x="482" y="42"/>
                </a:lnTo>
                <a:cubicBezTo>
                  <a:pt x="504" y="28"/>
                  <a:pt x="548" y="0"/>
                  <a:pt x="548" y="0"/>
                </a:cubicBezTo>
              </a:path>
            </a:pathLst>
          </a:custGeom>
          <a:noFill/>
          <a:ln w="19050">
            <a:solidFill>
              <a:schemeClr val="tx1"/>
            </a:solidFill>
            <a:round/>
            <a:headEnd type="none" w="sm" len="lg"/>
            <a:tailEnd type="none" w="sm" len="lg"/>
          </a:ln>
        </p:spPr>
        <p:txBody>
          <a:bodyPr wrap="none" anchor="ctr"/>
          <a:lstStyle/>
          <a:p>
            <a:endParaRPr lang="zh-CN" altLang="en-US"/>
          </a:p>
        </p:txBody>
      </p:sp>
      <p:sp>
        <p:nvSpPr>
          <p:cNvPr id="154647" name="Freeform 23"/>
          <p:cNvSpPr>
            <a:spLocks/>
          </p:cNvSpPr>
          <p:nvPr/>
        </p:nvSpPr>
        <p:spPr bwMode="auto">
          <a:xfrm>
            <a:off x="7874000" y="5157788"/>
            <a:ext cx="860425" cy="60325"/>
          </a:xfrm>
          <a:custGeom>
            <a:avLst/>
            <a:gdLst>
              <a:gd name="T0" fmla="*/ 0 w 542"/>
              <a:gd name="T1" fmla="*/ 2147483647 h 42"/>
              <a:gd name="T2" fmla="*/ 2147483647 w 542"/>
              <a:gd name="T3" fmla="*/ 2147483647 h 42"/>
              <a:gd name="T4" fmla="*/ 2147483647 w 542"/>
              <a:gd name="T5" fmla="*/ 0 h 42"/>
              <a:gd name="T6" fmla="*/ 0 60000 65536"/>
              <a:gd name="T7" fmla="*/ 0 60000 65536"/>
              <a:gd name="T8" fmla="*/ 0 60000 65536"/>
              <a:gd name="T9" fmla="*/ 0 w 542"/>
              <a:gd name="T10" fmla="*/ 0 h 42"/>
              <a:gd name="T11" fmla="*/ 542 w 542"/>
              <a:gd name="T12" fmla="*/ 42 h 42"/>
            </a:gdLst>
            <a:ahLst/>
            <a:cxnLst>
              <a:cxn ang="T6">
                <a:pos x="T0" y="T1"/>
              </a:cxn>
              <a:cxn ang="T7">
                <a:pos x="T2" y="T3"/>
              </a:cxn>
              <a:cxn ang="T8">
                <a:pos x="T4" y="T5"/>
              </a:cxn>
            </a:cxnLst>
            <a:rect l="T9" t="T10" r="T11" b="T12"/>
            <a:pathLst>
              <a:path w="542" h="42">
                <a:moveTo>
                  <a:pt x="0" y="42"/>
                </a:moveTo>
                <a:lnTo>
                  <a:pt x="476" y="42"/>
                </a:lnTo>
                <a:cubicBezTo>
                  <a:pt x="498" y="28"/>
                  <a:pt x="542" y="0"/>
                  <a:pt x="542" y="0"/>
                </a:cubicBezTo>
              </a:path>
            </a:pathLst>
          </a:custGeom>
          <a:noFill/>
          <a:ln w="19050">
            <a:solidFill>
              <a:schemeClr val="tx1"/>
            </a:solidFill>
            <a:round/>
            <a:headEnd type="none" w="sm" len="lg"/>
            <a:tailEnd type="none" w="sm" len="lg"/>
          </a:ln>
        </p:spPr>
        <p:txBody>
          <a:bodyPr wrap="none" anchor="ctr"/>
          <a:lstStyle/>
          <a:p>
            <a:endParaRPr lang="zh-CN" altLang="en-US"/>
          </a:p>
        </p:txBody>
      </p:sp>
      <p:sp>
        <p:nvSpPr>
          <p:cNvPr id="154648" name="Text Box 24"/>
          <p:cNvSpPr txBox="1">
            <a:spLocks noChangeArrowheads="1"/>
          </p:cNvSpPr>
          <p:nvPr/>
        </p:nvSpPr>
        <p:spPr bwMode="auto">
          <a:xfrm>
            <a:off x="395288" y="1973263"/>
            <a:ext cx="868362" cy="396875"/>
          </a:xfrm>
          <a:prstGeom prst="rect">
            <a:avLst/>
          </a:prstGeom>
          <a:noFill/>
          <a:ln w="12700">
            <a:noFill/>
            <a:miter lim="800000"/>
            <a:headEnd type="none" w="sm" len="lg"/>
            <a:tailEnd type="none" w="sm" len="lg"/>
          </a:ln>
        </p:spPr>
        <p:txBody>
          <a:bodyPr wrap="none">
            <a:spAutoFit/>
          </a:bodyPr>
          <a:lstStyle/>
          <a:p>
            <a:pPr defTabSz="762000" eaLnBrk="0" hangingPunct="0"/>
            <a:r>
              <a:rPr kumimoji="1" lang="zh-CN" altLang="en-US" sz="2000">
                <a:solidFill>
                  <a:srgbClr val="333399"/>
                </a:solidFill>
                <a:ea typeface="黑体" pitchFamily="49" charset="-122"/>
              </a:rPr>
              <a:t>主机</a:t>
            </a:r>
            <a:r>
              <a:rPr kumimoji="1" lang="zh-CN" altLang="en-US" sz="1000">
                <a:solidFill>
                  <a:srgbClr val="333399"/>
                </a:solidFill>
                <a:ea typeface="黑体" pitchFamily="49" charset="-122"/>
              </a:rPr>
              <a:t> </a:t>
            </a:r>
            <a:r>
              <a:rPr kumimoji="1" lang="en-US" altLang="zh-CN" sz="2000">
                <a:solidFill>
                  <a:srgbClr val="333399"/>
                </a:solidFill>
                <a:ea typeface="黑体" pitchFamily="49" charset="-122"/>
              </a:rPr>
              <a:t>1</a:t>
            </a:r>
          </a:p>
        </p:txBody>
      </p:sp>
      <p:sp>
        <p:nvSpPr>
          <p:cNvPr id="154649" name="AutoShape 25"/>
          <p:cNvSpPr>
            <a:spLocks noChangeArrowheads="1"/>
          </p:cNvSpPr>
          <p:nvPr/>
        </p:nvSpPr>
        <p:spPr bwMode="auto">
          <a:xfrm>
            <a:off x="8034338" y="2317750"/>
            <a:ext cx="685800" cy="557213"/>
          </a:xfrm>
          <a:prstGeom prst="cube">
            <a:avLst>
              <a:gd name="adj" fmla="val 17593"/>
            </a:avLst>
          </a:prstGeom>
          <a:solidFill>
            <a:srgbClr val="FFFF99"/>
          </a:solidFill>
          <a:ln w="19050">
            <a:solidFill>
              <a:schemeClr val="tx1"/>
            </a:solidFill>
            <a:miter lim="800000"/>
            <a:headEnd type="none" w="sm" len="lg"/>
            <a:tailEnd type="none" w="sm" len="lg"/>
          </a:ln>
        </p:spPr>
        <p:txBody>
          <a:bodyPr wrap="none" anchor="ctr"/>
          <a:lstStyle/>
          <a:p>
            <a:endParaRPr lang="zh-CN" altLang="en-US"/>
          </a:p>
        </p:txBody>
      </p:sp>
      <p:sp>
        <p:nvSpPr>
          <p:cNvPr id="154650" name="Text Box 26"/>
          <p:cNvSpPr txBox="1">
            <a:spLocks noChangeArrowheads="1"/>
          </p:cNvSpPr>
          <p:nvPr/>
        </p:nvSpPr>
        <p:spPr bwMode="auto">
          <a:xfrm>
            <a:off x="8027988" y="2422525"/>
            <a:ext cx="615950" cy="396875"/>
          </a:xfrm>
          <a:prstGeom prst="rect">
            <a:avLst/>
          </a:prstGeom>
          <a:noFill/>
          <a:ln w="12700">
            <a:noFill/>
            <a:miter lim="800000"/>
            <a:headEnd/>
            <a:tailEnd/>
          </a:ln>
        </p:spPr>
        <p:txBody>
          <a:bodyPr wrap="none">
            <a:spAutoFit/>
          </a:bodyPr>
          <a:lstStyle/>
          <a:p>
            <a:pPr defTabSz="762000" eaLnBrk="0" hangingPunct="0"/>
            <a:r>
              <a:rPr kumimoji="1" lang="en-US" altLang="zh-CN" sz="2000">
                <a:solidFill>
                  <a:srgbClr val="333399"/>
                </a:solidFill>
              </a:rPr>
              <a:t>AP</a:t>
            </a:r>
            <a:r>
              <a:rPr kumimoji="1" lang="en-US" altLang="zh-CN" sz="2000" b="1" baseline="-25000">
                <a:solidFill>
                  <a:srgbClr val="333399"/>
                </a:solidFill>
              </a:rPr>
              <a:t>2</a:t>
            </a:r>
            <a:endParaRPr kumimoji="1" lang="en-US" altLang="zh-CN" sz="2000" b="1">
              <a:solidFill>
                <a:srgbClr val="333399"/>
              </a:solidFill>
            </a:endParaRPr>
          </a:p>
        </p:txBody>
      </p:sp>
      <p:sp>
        <p:nvSpPr>
          <p:cNvPr id="154651" name="AutoShape 27"/>
          <p:cNvSpPr>
            <a:spLocks noChangeArrowheads="1"/>
          </p:cNvSpPr>
          <p:nvPr/>
        </p:nvSpPr>
        <p:spPr bwMode="auto">
          <a:xfrm>
            <a:off x="538163" y="2360613"/>
            <a:ext cx="685800" cy="557212"/>
          </a:xfrm>
          <a:prstGeom prst="cube">
            <a:avLst>
              <a:gd name="adj" fmla="val 17593"/>
            </a:avLst>
          </a:prstGeom>
          <a:solidFill>
            <a:srgbClr val="FFFF99"/>
          </a:solidFill>
          <a:ln w="19050">
            <a:solidFill>
              <a:schemeClr val="tx1"/>
            </a:solidFill>
            <a:miter lim="800000"/>
            <a:headEnd type="none" w="sm" len="lg"/>
            <a:tailEnd type="none" w="sm" len="lg"/>
          </a:ln>
        </p:spPr>
        <p:txBody>
          <a:bodyPr wrap="none" anchor="ctr"/>
          <a:lstStyle/>
          <a:p>
            <a:endParaRPr lang="zh-CN" altLang="en-US"/>
          </a:p>
        </p:txBody>
      </p:sp>
      <p:sp>
        <p:nvSpPr>
          <p:cNvPr id="154652" name="Text Box 28"/>
          <p:cNvSpPr txBox="1">
            <a:spLocks noChangeArrowheads="1"/>
          </p:cNvSpPr>
          <p:nvPr/>
        </p:nvSpPr>
        <p:spPr bwMode="auto">
          <a:xfrm>
            <a:off x="558800" y="2481263"/>
            <a:ext cx="615950" cy="396875"/>
          </a:xfrm>
          <a:prstGeom prst="rect">
            <a:avLst/>
          </a:prstGeom>
          <a:noFill/>
          <a:ln w="12700">
            <a:noFill/>
            <a:miter lim="800000"/>
            <a:headEnd/>
            <a:tailEnd/>
          </a:ln>
        </p:spPr>
        <p:txBody>
          <a:bodyPr wrap="none">
            <a:spAutoFit/>
          </a:bodyPr>
          <a:lstStyle/>
          <a:p>
            <a:pPr defTabSz="762000" eaLnBrk="0" hangingPunct="0"/>
            <a:r>
              <a:rPr kumimoji="1" lang="en-US" altLang="zh-CN" sz="2000">
                <a:solidFill>
                  <a:srgbClr val="333399"/>
                </a:solidFill>
              </a:rPr>
              <a:t>AP</a:t>
            </a:r>
            <a:r>
              <a:rPr kumimoji="1" lang="en-US" altLang="zh-CN" sz="2000" b="1" baseline="-25000">
                <a:solidFill>
                  <a:srgbClr val="333399"/>
                </a:solidFill>
              </a:rPr>
              <a:t>1</a:t>
            </a:r>
            <a:endParaRPr kumimoji="1" lang="en-US" altLang="zh-CN" sz="2000" b="1">
              <a:solidFill>
                <a:srgbClr val="333399"/>
              </a:solidFill>
            </a:endParaRPr>
          </a:p>
        </p:txBody>
      </p:sp>
      <p:sp>
        <p:nvSpPr>
          <p:cNvPr id="154653" name="Text Box 29"/>
          <p:cNvSpPr txBox="1">
            <a:spLocks noChangeArrowheads="1"/>
          </p:cNvSpPr>
          <p:nvPr/>
        </p:nvSpPr>
        <p:spPr bwMode="auto">
          <a:xfrm>
            <a:off x="7770813" y="1973263"/>
            <a:ext cx="868362" cy="396875"/>
          </a:xfrm>
          <a:prstGeom prst="rect">
            <a:avLst/>
          </a:prstGeom>
          <a:noFill/>
          <a:ln w="12700">
            <a:noFill/>
            <a:miter lim="800000"/>
            <a:headEnd type="none" w="sm" len="lg"/>
            <a:tailEnd type="none" w="sm" len="lg"/>
          </a:ln>
        </p:spPr>
        <p:txBody>
          <a:bodyPr wrap="none">
            <a:spAutoFit/>
          </a:bodyPr>
          <a:lstStyle/>
          <a:p>
            <a:pPr defTabSz="762000" eaLnBrk="0" hangingPunct="0"/>
            <a:r>
              <a:rPr kumimoji="1" lang="zh-CN" altLang="en-US" sz="2000">
                <a:solidFill>
                  <a:srgbClr val="333399"/>
                </a:solidFill>
                <a:ea typeface="黑体" pitchFamily="49" charset="-122"/>
              </a:rPr>
              <a:t>主机</a:t>
            </a:r>
            <a:r>
              <a:rPr kumimoji="1" lang="zh-CN" altLang="en-US" sz="1000">
                <a:solidFill>
                  <a:srgbClr val="333399"/>
                </a:solidFill>
                <a:ea typeface="黑体" pitchFamily="49" charset="-122"/>
              </a:rPr>
              <a:t> </a:t>
            </a:r>
            <a:r>
              <a:rPr kumimoji="1" lang="en-US" altLang="zh-CN" sz="2000">
                <a:solidFill>
                  <a:srgbClr val="333399"/>
                </a:solidFill>
                <a:ea typeface="黑体" pitchFamily="49" charset="-122"/>
              </a:rPr>
              <a:t>2</a:t>
            </a:r>
          </a:p>
        </p:txBody>
      </p:sp>
      <p:sp>
        <p:nvSpPr>
          <p:cNvPr id="128030" name="Rectangle 30"/>
          <p:cNvSpPr>
            <a:spLocks noChangeArrowheads="1"/>
          </p:cNvSpPr>
          <p:nvPr/>
        </p:nvSpPr>
        <p:spPr bwMode="auto">
          <a:xfrm>
            <a:off x="4067175" y="2493963"/>
            <a:ext cx="2592388" cy="358775"/>
          </a:xfrm>
          <a:prstGeom prst="rect">
            <a:avLst/>
          </a:prstGeom>
          <a:solidFill>
            <a:srgbClr val="CCECFF"/>
          </a:solidFill>
          <a:ln w="9525">
            <a:solidFill>
              <a:schemeClr val="tx1"/>
            </a:solidFill>
            <a:miter lim="800000"/>
            <a:headEnd/>
            <a:tailEnd/>
          </a:ln>
        </p:spPr>
        <p:txBody>
          <a:bodyPr wrap="none" anchor="ctr"/>
          <a:lstStyle/>
          <a:p>
            <a:pPr algn="ctr"/>
            <a:r>
              <a:rPr lang="zh-CN" altLang="en-US" sz="2000">
                <a:solidFill>
                  <a:srgbClr val="333399"/>
                </a:solidFill>
                <a:latin typeface="Tahoma" pitchFamily="34" charset="0"/>
                <a:ea typeface="黑体" pitchFamily="49" charset="-122"/>
              </a:rPr>
              <a:t>应 用 程 序 数 据</a:t>
            </a:r>
          </a:p>
        </p:txBody>
      </p:sp>
      <p:grpSp>
        <p:nvGrpSpPr>
          <p:cNvPr id="2" name="Group 31"/>
          <p:cNvGrpSpPr>
            <a:grpSpLocks/>
          </p:cNvGrpSpPr>
          <p:nvPr/>
        </p:nvGrpSpPr>
        <p:grpSpPr bwMode="auto">
          <a:xfrm>
            <a:off x="2627313" y="2420938"/>
            <a:ext cx="1454150" cy="1008062"/>
            <a:chOff x="1655" y="1525"/>
            <a:chExt cx="916" cy="635"/>
          </a:xfrm>
        </p:grpSpPr>
        <p:sp>
          <p:nvSpPr>
            <p:cNvPr id="154702" name="Text Box 32"/>
            <p:cNvSpPr txBox="1">
              <a:spLocks noChangeArrowheads="1"/>
            </p:cNvSpPr>
            <p:nvPr/>
          </p:nvSpPr>
          <p:spPr bwMode="auto">
            <a:xfrm>
              <a:off x="1655" y="1525"/>
              <a:ext cx="916" cy="250"/>
            </a:xfrm>
            <a:prstGeom prst="rect">
              <a:avLst/>
            </a:prstGeom>
            <a:noFill/>
            <a:ln w="12700">
              <a:noFill/>
              <a:miter lim="800000"/>
              <a:headEnd type="none" w="sm" len="lg"/>
              <a:tailEnd type="none" w="sm" len="lg"/>
            </a:ln>
          </p:spPr>
          <p:txBody>
            <a:bodyPr wrap="none">
              <a:spAutoFit/>
            </a:bodyPr>
            <a:lstStyle/>
            <a:p>
              <a:pPr defTabSz="762000" eaLnBrk="0" hangingPunct="0"/>
              <a:r>
                <a:rPr kumimoji="1" lang="zh-CN" altLang="en-US" sz="2000">
                  <a:solidFill>
                    <a:srgbClr val="333399"/>
                  </a:solidFill>
                  <a:latin typeface="Arial Rounded MT Bold" pitchFamily="34" charset="0"/>
                  <a:ea typeface="黑体" pitchFamily="49" charset="-122"/>
                </a:rPr>
                <a:t>应用层首部</a:t>
              </a:r>
              <a:endParaRPr kumimoji="1" lang="zh-CN" altLang="en-US" sz="2000">
                <a:solidFill>
                  <a:srgbClr val="333399"/>
                </a:solidFill>
                <a:latin typeface="Times New Roman" pitchFamily="18" charset="0"/>
                <a:ea typeface="黑体" pitchFamily="49" charset="-122"/>
              </a:endParaRPr>
            </a:p>
          </p:txBody>
        </p:sp>
        <p:sp>
          <p:nvSpPr>
            <p:cNvPr id="154703" name="Line 33"/>
            <p:cNvSpPr>
              <a:spLocks noChangeShapeType="1"/>
            </p:cNvSpPr>
            <p:nvPr/>
          </p:nvSpPr>
          <p:spPr bwMode="auto">
            <a:xfrm>
              <a:off x="2109" y="1752"/>
              <a:ext cx="272" cy="223"/>
            </a:xfrm>
            <a:prstGeom prst="line">
              <a:avLst/>
            </a:prstGeom>
            <a:noFill/>
            <a:ln w="12700">
              <a:solidFill>
                <a:srgbClr val="333399"/>
              </a:solidFill>
              <a:round/>
              <a:headEnd type="none" w="sm" len="lg"/>
              <a:tailEnd type="triangle" w="med" len="lg"/>
            </a:ln>
          </p:spPr>
          <p:txBody>
            <a:bodyPr wrap="none" anchor="ctr"/>
            <a:lstStyle/>
            <a:p>
              <a:endParaRPr lang="zh-CN" altLang="en-US"/>
            </a:p>
          </p:txBody>
        </p:sp>
        <p:sp>
          <p:nvSpPr>
            <p:cNvPr id="154704" name="Rectangle 34"/>
            <p:cNvSpPr>
              <a:spLocks noChangeArrowheads="1"/>
            </p:cNvSpPr>
            <p:nvPr/>
          </p:nvSpPr>
          <p:spPr bwMode="auto">
            <a:xfrm>
              <a:off x="2245" y="1934"/>
              <a:ext cx="318" cy="226"/>
            </a:xfrm>
            <a:prstGeom prst="rect">
              <a:avLst/>
            </a:prstGeom>
            <a:solidFill>
              <a:srgbClr val="FF99FF"/>
            </a:solidFill>
            <a:ln w="9525">
              <a:solidFill>
                <a:schemeClr val="tx1"/>
              </a:solidFill>
              <a:miter lim="800000"/>
              <a:headEnd/>
              <a:tailEnd/>
            </a:ln>
          </p:spPr>
          <p:txBody>
            <a:bodyPr wrap="none" anchor="ctr"/>
            <a:lstStyle/>
            <a:p>
              <a:pPr algn="ctr"/>
              <a:r>
                <a:rPr lang="en-US" altLang="zh-CN">
                  <a:solidFill>
                    <a:srgbClr val="333399"/>
                  </a:solidFill>
                </a:rPr>
                <a:t>H</a:t>
              </a:r>
              <a:r>
                <a:rPr lang="en-US" altLang="zh-CN" b="1" baseline="-25000">
                  <a:solidFill>
                    <a:srgbClr val="333399"/>
                  </a:solidFill>
                </a:rPr>
                <a:t>5</a:t>
              </a:r>
            </a:p>
          </p:txBody>
        </p:sp>
      </p:grpSp>
      <p:sp>
        <p:nvSpPr>
          <p:cNvPr id="128035" name="Rectangle 35"/>
          <p:cNvSpPr>
            <a:spLocks noChangeArrowheads="1"/>
          </p:cNvSpPr>
          <p:nvPr/>
        </p:nvSpPr>
        <p:spPr bwMode="auto">
          <a:xfrm>
            <a:off x="1979613" y="5373688"/>
            <a:ext cx="5184775" cy="358775"/>
          </a:xfrm>
          <a:prstGeom prst="rect">
            <a:avLst/>
          </a:prstGeom>
          <a:solidFill>
            <a:srgbClr val="CCECFF"/>
          </a:solidFill>
          <a:ln w="9525">
            <a:solidFill>
              <a:schemeClr val="tx1"/>
            </a:solidFill>
            <a:miter lim="800000"/>
            <a:headEnd/>
            <a:tailEnd/>
          </a:ln>
        </p:spPr>
        <p:txBody>
          <a:bodyPr wrap="none" anchor="ctr"/>
          <a:lstStyle/>
          <a:p>
            <a:pPr algn="ctr"/>
            <a:r>
              <a:rPr lang="en-US" altLang="zh-CN" sz="2000">
                <a:solidFill>
                  <a:srgbClr val="333399"/>
                </a:solidFill>
                <a:ea typeface="黑体" pitchFamily="49" charset="-122"/>
              </a:rPr>
              <a:t>10100110100101  </a:t>
            </a:r>
            <a:r>
              <a:rPr lang="zh-CN" altLang="en-US" sz="2000">
                <a:solidFill>
                  <a:srgbClr val="333399"/>
                </a:solidFill>
                <a:ea typeface="黑体" pitchFamily="49" charset="-122"/>
              </a:rPr>
              <a:t>比  特  流  </a:t>
            </a:r>
            <a:r>
              <a:rPr lang="en-US" altLang="zh-CN" sz="2000">
                <a:solidFill>
                  <a:srgbClr val="333399"/>
                </a:solidFill>
                <a:ea typeface="黑体" pitchFamily="49" charset="-122"/>
              </a:rPr>
              <a:t>110101110101</a:t>
            </a:r>
          </a:p>
        </p:txBody>
      </p:sp>
      <p:sp>
        <p:nvSpPr>
          <p:cNvPr id="154657" name="Text Box 36"/>
          <p:cNvSpPr txBox="1">
            <a:spLocks noChangeArrowheads="1"/>
          </p:cNvSpPr>
          <p:nvPr/>
        </p:nvSpPr>
        <p:spPr bwMode="auto">
          <a:xfrm>
            <a:off x="1763713" y="1849438"/>
            <a:ext cx="5670550" cy="457200"/>
          </a:xfrm>
          <a:prstGeom prst="rect">
            <a:avLst/>
          </a:prstGeom>
          <a:noFill/>
          <a:ln w="12700">
            <a:noFill/>
            <a:miter lim="800000"/>
            <a:headEnd type="none" w="sm" len="lg"/>
            <a:tailEnd type="none" w="sm" len="lg"/>
          </a:ln>
        </p:spPr>
        <p:txBody>
          <a:bodyPr wrap="none">
            <a:spAutoFit/>
          </a:bodyPr>
          <a:lstStyle/>
          <a:p>
            <a:pPr defTabSz="762000" eaLnBrk="0" hangingPunct="0"/>
            <a:r>
              <a:rPr kumimoji="1" lang="zh-CN" altLang="en-US" sz="2400">
                <a:solidFill>
                  <a:srgbClr val="333399"/>
                </a:solidFill>
                <a:ea typeface="黑体" pitchFamily="49" charset="-122"/>
              </a:rPr>
              <a:t>注意观察加入或剥去首部（尾部）的层次</a:t>
            </a:r>
          </a:p>
        </p:txBody>
      </p:sp>
      <p:sp>
        <p:nvSpPr>
          <p:cNvPr id="128037" name="Rectangle 37"/>
          <p:cNvSpPr>
            <a:spLocks noChangeArrowheads="1"/>
          </p:cNvSpPr>
          <p:nvPr/>
        </p:nvSpPr>
        <p:spPr bwMode="auto">
          <a:xfrm>
            <a:off x="4067175" y="3070225"/>
            <a:ext cx="2592388" cy="358775"/>
          </a:xfrm>
          <a:prstGeom prst="rect">
            <a:avLst/>
          </a:prstGeom>
          <a:solidFill>
            <a:srgbClr val="CCECFF"/>
          </a:solidFill>
          <a:ln w="9525">
            <a:solidFill>
              <a:schemeClr val="tx1"/>
            </a:solidFill>
            <a:miter lim="800000"/>
            <a:headEnd/>
            <a:tailEnd/>
          </a:ln>
        </p:spPr>
        <p:txBody>
          <a:bodyPr wrap="none" anchor="ctr"/>
          <a:lstStyle/>
          <a:p>
            <a:pPr algn="ctr"/>
            <a:r>
              <a:rPr lang="zh-CN" altLang="en-US" sz="2000">
                <a:solidFill>
                  <a:srgbClr val="333399"/>
                </a:solidFill>
                <a:latin typeface="Tahoma" pitchFamily="34" charset="0"/>
                <a:ea typeface="黑体" pitchFamily="49" charset="-122"/>
              </a:rPr>
              <a:t>应 用 程 序 数 据</a:t>
            </a:r>
          </a:p>
        </p:txBody>
      </p:sp>
      <p:grpSp>
        <p:nvGrpSpPr>
          <p:cNvPr id="3" name="Group 38"/>
          <p:cNvGrpSpPr>
            <a:grpSpLocks/>
          </p:cNvGrpSpPr>
          <p:nvPr/>
        </p:nvGrpSpPr>
        <p:grpSpPr bwMode="auto">
          <a:xfrm>
            <a:off x="3563938" y="3646488"/>
            <a:ext cx="3095625" cy="358775"/>
            <a:chOff x="2245" y="2297"/>
            <a:chExt cx="1950" cy="226"/>
          </a:xfrm>
        </p:grpSpPr>
        <p:sp>
          <p:nvSpPr>
            <p:cNvPr id="154700" name="Rectangle 39"/>
            <p:cNvSpPr>
              <a:spLocks noChangeArrowheads="1"/>
            </p:cNvSpPr>
            <p:nvPr/>
          </p:nvSpPr>
          <p:spPr bwMode="auto">
            <a:xfrm>
              <a:off x="2245" y="2297"/>
              <a:ext cx="318" cy="226"/>
            </a:xfrm>
            <a:prstGeom prst="rect">
              <a:avLst/>
            </a:prstGeom>
            <a:solidFill>
              <a:srgbClr val="FF99FF"/>
            </a:solidFill>
            <a:ln w="9525">
              <a:solidFill>
                <a:schemeClr val="tx1"/>
              </a:solidFill>
              <a:miter lim="800000"/>
              <a:headEnd/>
              <a:tailEnd/>
            </a:ln>
          </p:spPr>
          <p:txBody>
            <a:bodyPr wrap="none" anchor="ctr"/>
            <a:lstStyle/>
            <a:p>
              <a:pPr algn="ctr"/>
              <a:r>
                <a:rPr lang="en-US" altLang="zh-CN">
                  <a:solidFill>
                    <a:srgbClr val="333399"/>
                  </a:solidFill>
                </a:rPr>
                <a:t>H</a:t>
              </a:r>
              <a:r>
                <a:rPr lang="en-US" altLang="zh-CN" b="1" baseline="-25000">
                  <a:solidFill>
                    <a:srgbClr val="333399"/>
                  </a:solidFill>
                </a:rPr>
                <a:t>5</a:t>
              </a:r>
            </a:p>
          </p:txBody>
        </p:sp>
        <p:sp>
          <p:nvSpPr>
            <p:cNvPr id="154701" name="Rectangle 40"/>
            <p:cNvSpPr>
              <a:spLocks noChangeArrowheads="1"/>
            </p:cNvSpPr>
            <p:nvPr/>
          </p:nvSpPr>
          <p:spPr bwMode="auto">
            <a:xfrm>
              <a:off x="2562" y="2297"/>
              <a:ext cx="1633" cy="226"/>
            </a:xfrm>
            <a:prstGeom prst="rect">
              <a:avLst/>
            </a:prstGeom>
            <a:solidFill>
              <a:srgbClr val="CCECFF"/>
            </a:solidFill>
            <a:ln w="9525">
              <a:solidFill>
                <a:schemeClr val="tx1"/>
              </a:solidFill>
              <a:miter lim="800000"/>
              <a:headEnd/>
              <a:tailEnd/>
            </a:ln>
          </p:spPr>
          <p:txBody>
            <a:bodyPr wrap="none" anchor="ctr"/>
            <a:lstStyle/>
            <a:p>
              <a:pPr algn="ctr"/>
              <a:r>
                <a:rPr lang="zh-CN" altLang="en-US" sz="2000">
                  <a:solidFill>
                    <a:srgbClr val="333399"/>
                  </a:solidFill>
                  <a:latin typeface="Tahoma" pitchFamily="34" charset="0"/>
                  <a:ea typeface="黑体" pitchFamily="49" charset="-122"/>
                </a:rPr>
                <a:t>应 用 程 序 数 据</a:t>
              </a:r>
            </a:p>
          </p:txBody>
        </p:sp>
      </p:grpSp>
      <p:grpSp>
        <p:nvGrpSpPr>
          <p:cNvPr id="4" name="Group 41"/>
          <p:cNvGrpSpPr>
            <a:grpSpLocks/>
          </p:cNvGrpSpPr>
          <p:nvPr/>
        </p:nvGrpSpPr>
        <p:grpSpPr bwMode="auto">
          <a:xfrm>
            <a:off x="3059113" y="4222750"/>
            <a:ext cx="3600450" cy="358775"/>
            <a:chOff x="1927" y="2660"/>
            <a:chExt cx="2268" cy="226"/>
          </a:xfrm>
        </p:grpSpPr>
        <p:sp>
          <p:nvSpPr>
            <p:cNvPr id="154697" name="Rectangle 42"/>
            <p:cNvSpPr>
              <a:spLocks noChangeArrowheads="1"/>
            </p:cNvSpPr>
            <p:nvPr/>
          </p:nvSpPr>
          <p:spPr bwMode="auto">
            <a:xfrm>
              <a:off x="1927" y="2660"/>
              <a:ext cx="318" cy="226"/>
            </a:xfrm>
            <a:prstGeom prst="rect">
              <a:avLst/>
            </a:prstGeom>
            <a:solidFill>
              <a:srgbClr val="FF9900"/>
            </a:solidFill>
            <a:ln w="9525">
              <a:solidFill>
                <a:schemeClr val="tx1"/>
              </a:solidFill>
              <a:miter lim="800000"/>
              <a:headEnd/>
              <a:tailEnd/>
            </a:ln>
          </p:spPr>
          <p:txBody>
            <a:bodyPr wrap="none" anchor="ctr"/>
            <a:lstStyle/>
            <a:p>
              <a:pPr algn="ctr"/>
              <a:r>
                <a:rPr lang="en-US" altLang="zh-CN">
                  <a:solidFill>
                    <a:srgbClr val="333399"/>
                  </a:solidFill>
                </a:rPr>
                <a:t>H</a:t>
              </a:r>
              <a:r>
                <a:rPr lang="en-US" altLang="zh-CN" b="1" baseline="-25000">
                  <a:solidFill>
                    <a:srgbClr val="333399"/>
                  </a:solidFill>
                </a:rPr>
                <a:t>4</a:t>
              </a:r>
            </a:p>
          </p:txBody>
        </p:sp>
        <p:sp>
          <p:nvSpPr>
            <p:cNvPr id="154698" name="Rectangle 43"/>
            <p:cNvSpPr>
              <a:spLocks noChangeArrowheads="1"/>
            </p:cNvSpPr>
            <p:nvPr/>
          </p:nvSpPr>
          <p:spPr bwMode="auto">
            <a:xfrm>
              <a:off x="2245" y="2660"/>
              <a:ext cx="318" cy="226"/>
            </a:xfrm>
            <a:prstGeom prst="rect">
              <a:avLst/>
            </a:prstGeom>
            <a:solidFill>
              <a:srgbClr val="FF99FF"/>
            </a:solidFill>
            <a:ln w="9525">
              <a:solidFill>
                <a:schemeClr val="tx1"/>
              </a:solidFill>
              <a:miter lim="800000"/>
              <a:headEnd/>
              <a:tailEnd/>
            </a:ln>
          </p:spPr>
          <p:txBody>
            <a:bodyPr wrap="none" anchor="ctr"/>
            <a:lstStyle/>
            <a:p>
              <a:pPr algn="ctr"/>
              <a:r>
                <a:rPr lang="en-US" altLang="zh-CN">
                  <a:solidFill>
                    <a:srgbClr val="333399"/>
                  </a:solidFill>
                </a:rPr>
                <a:t>H</a:t>
              </a:r>
              <a:r>
                <a:rPr lang="en-US" altLang="zh-CN" b="1" baseline="-25000">
                  <a:solidFill>
                    <a:srgbClr val="333399"/>
                  </a:solidFill>
                </a:rPr>
                <a:t>5</a:t>
              </a:r>
            </a:p>
          </p:txBody>
        </p:sp>
        <p:sp>
          <p:nvSpPr>
            <p:cNvPr id="154699" name="Rectangle 44"/>
            <p:cNvSpPr>
              <a:spLocks noChangeArrowheads="1"/>
            </p:cNvSpPr>
            <p:nvPr/>
          </p:nvSpPr>
          <p:spPr bwMode="auto">
            <a:xfrm>
              <a:off x="2562" y="2660"/>
              <a:ext cx="1633" cy="226"/>
            </a:xfrm>
            <a:prstGeom prst="rect">
              <a:avLst/>
            </a:prstGeom>
            <a:solidFill>
              <a:srgbClr val="CCECFF"/>
            </a:solidFill>
            <a:ln w="9525">
              <a:solidFill>
                <a:schemeClr val="tx1"/>
              </a:solidFill>
              <a:miter lim="800000"/>
              <a:headEnd/>
              <a:tailEnd/>
            </a:ln>
          </p:spPr>
          <p:txBody>
            <a:bodyPr wrap="none" anchor="ctr"/>
            <a:lstStyle/>
            <a:p>
              <a:pPr algn="ctr"/>
              <a:r>
                <a:rPr lang="zh-CN" altLang="en-US" sz="2000">
                  <a:solidFill>
                    <a:srgbClr val="333399"/>
                  </a:solidFill>
                  <a:latin typeface="Tahoma" pitchFamily="34" charset="0"/>
                  <a:ea typeface="黑体" pitchFamily="49" charset="-122"/>
                </a:rPr>
                <a:t>应 用 程 序 数 据</a:t>
              </a:r>
            </a:p>
          </p:txBody>
        </p:sp>
      </p:grpSp>
      <p:grpSp>
        <p:nvGrpSpPr>
          <p:cNvPr id="5" name="Group 45"/>
          <p:cNvGrpSpPr>
            <a:grpSpLocks/>
          </p:cNvGrpSpPr>
          <p:nvPr/>
        </p:nvGrpSpPr>
        <p:grpSpPr bwMode="auto">
          <a:xfrm>
            <a:off x="2555875" y="4799013"/>
            <a:ext cx="4103688" cy="358775"/>
            <a:chOff x="1610" y="3023"/>
            <a:chExt cx="2585" cy="226"/>
          </a:xfrm>
        </p:grpSpPr>
        <p:sp>
          <p:nvSpPr>
            <p:cNvPr id="154693" name="Rectangle 46"/>
            <p:cNvSpPr>
              <a:spLocks noChangeArrowheads="1"/>
            </p:cNvSpPr>
            <p:nvPr/>
          </p:nvSpPr>
          <p:spPr bwMode="auto">
            <a:xfrm>
              <a:off x="1610" y="3023"/>
              <a:ext cx="318" cy="226"/>
            </a:xfrm>
            <a:prstGeom prst="rect">
              <a:avLst/>
            </a:prstGeom>
            <a:solidFill>
              <a:srgbClr val="FFFF99"/>
            </a:solidFill>
            <a:ln w="9525">
              <a:solidFill>
                <a:schemeClr val="tx1"/>
              </a:solidFill>
              <a:miter lim="800000"/>
              <a:headEnd/>
              <a:tailEnd/>
            </a:ln>
          </p:spPr>
          <p:txBody>
            <a:bodyPr wrap="none" anchor="ctr"/>
            <a:lstStyle/>
            <a:p>
              <a:pPr algn="ctr"/>
              <a:r>
                <a:rPr lang="en-US" altLang="zh-CN">
                  <a:solidFill>
                    <a:srgbClr val="333399"/>
                  </a:solidFill>
                </a:rPr>
                <a:t>H</a:t>
              </a:r>
              <a:r>
                <a:rPr lang="en-US" altLang="zh-CN" b="1" baseline="-25000">
                  <a:solidFill>
                    <a:srgbClr val="333399"/>
                  </a:solidFill>
                </a:rPr>
                <a:t>3</a:t>
              </a:r>
            </a:p>
          </p:txBody>
        </p:sp>
        <p:sp>
          <p:nvSpPr>
            <p:cNvPr id="154694" name="Rectangle 47"/>
            <p:cNvSpPr>
              <a:spLocks noChangeArrowheads="1"/>
            </p:cNvSpPr>
            <p:nvPr/>
          </p:nvSpPr>
          <p:spPr bwMode="auto">
            <a:xfrm>
              <a:off x="1928" y="3023"/>
              <a:ext cx="318" cy="226"/>
            </a:xfrm>
            <a:prstGeom prst="rect">
              <a:avLst/>
            </a:prstGeom>
            <a:solidFill>
              <a:srgbClr val="FF9900"/>
            </a:solidFill>
            <a:ln w="9525">
              <a:solidFill>
                <a:schemeClr val="tx1"/>
              </a:solidFill>
              <a:miter lim="800000"/>
              <a:headEnd/>
              <a:tailEnd/>
            </a:ln>
          </p:spPr>
          <p:txBody>
            <a:bodyPr wrap="none" anchor="ctr"/>
            <a:lstStyle/>
            <a:p>
              <a:pPr algn="ctr"/>
              <a:r>
                <a:rPr lang="en-US" altLang="zh-CN">
                  <a:solidFill>
                    <a:srgbClr val="333399"/>
                  </a:solidFill>
                </a:rPr>
                <a:t>H</a:t>
              </a:r>
              <a:r>
                <a:rPr lang="en-US" altLang="zh-CN" b="1" baseline="-25000">
                  <a:solidFill>
                    <a:srgbClr val="333399"/>
                  </a:solidFill>
                </a:rPr>
                <a:t>4</a:t>
              </a:r>
            </a:p>
          </p:txBody>
        </p:sp>
        <p:sp>
          <p:nvSpPr>
            <p:cNvPr id="154695" name="Rectangle 48"/>
            <p:cNvSpPr>
              <a:spLocks noChangeArrowheads="1"/>
            </p:cNvSpPr>
            <p:nvPr/>
          </p:nvSpPr>
          <p:spPr bwMode="auto">
            <a:xfrm>
              <a:off x="2246" y="3023"/>
              <a:ext cx="318" cy="226"/>
            </a:xfrm>
            <a:prstGeom prst="rect">
              <a:avLst/>
            </a:prstGeom>
            <a:solidFill>
              <a:srgbClr val="FF99FF"/>
            </a:solidFill>
            <a:ln w="9525">
              <a:solidFill>
                <a:schemeClr val="tx1"/>
              </a:solidFill>
              <a:miter lim="800000"/>
              <a:headEnd/>
              <a:tailEnd/>
            </a:ln>
          </p:spPr>
          <p:txBody>
            <a:bodyPr wrap="none" anchor="ctr"/>
            <a:lstStyle/>
            <a:p>
              <a:pPr algn="ctr"/>
              <a:r>
                <a:rPr lang="en-US" altLang="zh-CN">
                  <a:solidFill>
                    <a:srgbClr val="333399"/>
                  </a:solidFill>
                </a:rPr>
                <a:t>H</a:t>
              </a:r>
              <a:r>
                <a:rPr lang="en-US" altLang="zh-CN" b="1" baseline="-25000">
                  <a:solidFill>
                    <a:srgbClr val="333399"/>
                  </a:solidFill>
                </a:rPr>
                <a:t>5</a:t>
              </a:r>
            </a:p>
          </p:txBody>
        </p:sp>
        <p:sp>
          <p:nvSpPr>
            <p:cNvPr id="154696" name="Rectangle 49"/>
            <p:cNvSpPr>
              <a:spLocks noChangeArrowheads="1"/>
            </p:cNvSpPr>
            <p:nvPr/>
          </p:nvSpPr>
          <p:spPr bwMode="auto">
            <a:xfrm>
              <a:off x="2562" y="3023"/>
              <a:ext cx="1633" cy="226"/>
            </a:xfrm>
            <a:prstGeom prst="rect">
              <a:avLst/>
            </a:prstGeom>
            <a:solidFill>
              <a:srgbClr val="CCECFF"/>
            </a:solidFill>
            <a:ln w="9525">
              <a:solidFill>
                <a:schemeClr val="tx1"/>
              </a:solidFill>
              <a:miter lim="800000"/>
              <a:headEnd/>
              <a:tailEnd/>
            </a:ln>
          </p:spPr>
          <p:txBody>
            <a:bodyPr wrap="none" anchor="ctr"/>
            <a:lstStyle/>
            <a:p>
              <a:pPr algn="ctr"/>
              <a:r>
                <a:rPr lang="zh-CN" altLang="en-US" sz="2000">
                  <a:solidFill>
                    <a:srgbClr val="333399"/>
                  </a:solidFill>
                  <a:latin typeface="Tahoma" pitchFamily="34" charset="0"/>
                  <a:ea typeface="黑体" pitchFamily="49" charset="-122"/>
                </a:rPr>
                <a:t>应 用 程 序 数 据</a:t>
              </a:r>
            </a:p>
          </p:txBody>
        </p:sp>
      </p:grpSp>
      <p:grpSp>
        <p:nvGrpSpPr>
          <p:cNvPr id="6" name="Group 50"/>
          <p:cNvGrpSpPr>
            <a:grpSpLocks/>
          </p:cNvGrpSpPr>
          <p:nvPr/>
        </p:nvGrpSpPr>
        <p:grpSpPr bwMode="auto">
          <a:xfrm>
            <a:off x="654050" y="2781300"/>
            <a:ext cx="4781550" cy="415925"/>
            <a:chOff x="412" y="1752"/>
            <a:chExt cx="3012" cy="262"/>
          </a:xfrm>
        </p:grpSpPr>
        <p:sp>
          <p:nvSpPr>
            <p:cNvPr id="154691" name="AutoShape 51"/>
            <p:cNvSpPr>
              <a:spLocks noChangeArrowheads="1"/>
            </p:cNvSpPr>
            <p:nvPr/>
          </p:nvSpPr>
          <p:spPr bwMode="auto">
            <a:xfrm flipV="1">
              <a:off x="412" y="1786"/>
              <a:ext cx="124" cy="228"/>
            </a:xfrm>
            <a:prstGeom prst="upArrow">
              <a:avLst>
                <a:gd name="adj1" fmla="val 50000"/>
                <a:gd name="adj2" fmla="val 45968"/>
              </a:avLst>
            </a:prstGeom>
            <a:solidFill>
              <a:schemeClr val="hlink"/>
            </a:solidFill>
            <a:ln w="12700">
              <a:solidFill>
                <a:schemeClr val="tx1"/>
              </a:solidFill>
              <a:miter lim="800000"/>
              <a:headEnd/>
              <a:tailEnd/>
            </a:ln>
          </p:spPr>
          <p:txBody>
            <a:bodyPr vert="eaVert" wrap="none" anchor="ctr"/>
            <a:lstStyle/>
            <a:p>
              <a:endParaRPr lang="zh-CN" altLang="en-US"/>
            </a:p>
          </p:txBody>
        </p:sp>
        <p:sp>
          <p:nvSpPr>
            <p:cNvPr id="154692" name="AutoShape 52"/>
            <p:cNvSpPr>
              <a:spLocks noChangeArrowheads="1"/>
            </p:cNvSpPr>
            <p:nvPr/>
          </p:nvSpPr>
          <p:spPr bwMode="auto">
            <a:xfrm flipV="1">
              <a:off x="3300" y="1752"/>
              <a:ext cx="124" cy="228"/>
            </a:xfrm>
            <a:prstGeom prst="upArrow">
              <a:avLst>
                <a:gd name="adj1" fmla="val 50000"/>
                <a:gd name="adj2" fmla="val 45968"/>
              </a:avLst>
            </a:prstGeom>
            <a:solidFill>
              <a:schemeClr val="hlink"/>
            </a:solidFill>
            <a:ln w="12700">
              <a:solidFill>
                <a:schemeClr val="tx1"/>
              </a:solidFill>
              <a:miter lim="800000"/>
              <a:headEnd/>
              <a:tailEnd/>
            </a:ln>
          </p:spPr>
          <p:txBody>
            <a:bodyPr vert="eaVert" wrap="none" anchor="ctr"/>
            <a:lstStyle/>
            <a:p>
              <a:endParaRPr lang="zh-CN" altLang="en-US"/>
            </a:p>
          </p:txBody>
        </p:sp>
      </p:grpSp>
      <p:grpSp>
        <p:nvGrpSpPr>
          <p:cNvPr id="7" name="Group 53"/>
          <p:cNvGrpSpPr>
            <a:grpSpLocks/>
          </p:cNvGrpSpPr>
          <p:nvPr/>
        </p:nvGrpSpPr>
        <p:grpSpPr bwMode="auto">
          <a:xfrm>
            <a:off x="650875" y="3357563"/>
            <a:ext cx="4497388" cy="396875"/>
            <a:chOff x="410" y="2115"/>
            <a:chExt cx="2833" cy="250"/>
          </a:xfrm>
        </p:grpSpPr>
        <p:sp>
          <p:nvSpPr>
            <p:cNvPr id="154689" name="AutoShape 54"/>
            <p:cNvSpPr>
              <a:spLocks noChangeArrowheads="1"/>
            </p:cNvSpPr>
            <p:nvPr/>
          </p:nvSpPr>
          <p:spPr bwMode="auto">
            <a:xfrm rot="10800000">
              <a:off x="410" y="2116"/>
              <a:ext cx="125" cy="249"/>
            </a:xfrm>
            <a:prstGeom prst="upArrow">
              <a:avLst>
                <a:gd name="adj1" fmla="val 50000"/>
                <a:gd name="adj2" fmla="val 49800"/>
              </a:avLst>
            </a:prstGeom>
            <a:solidFill>
              <a:schemeClr val="hlink"/>
            </a:solidFill>
            <a:ln w="12700">
              <a:solidFill>
                <a:schemeClr val="tx1"/>
              </a:solidFill>
              <a:miter lim="800000"/>
              <a:headEnd/>
              <a:tailEnd/>
            </a:ln>
          </p:spPr>
          <p:txBody>
            <a:bodyPr vert="eaVert" wrap="none" anchor="ctr"/>
            <a:lstStyle/>
            <a:p>
              <a:endParaRPr lang="zh-CN" altLang="en-US"/>
            </a:p>
          </p:txBody>
        </p:sp>
        <p:sp>
          <p:nvSpPr>
            <p:cNvPr id="154690" name="AutoShape 55"/>
            <p:cNvSpPr>
              <a:spLocks noChangeArrowheads="1"/>
            </p:cNvSpPr>
            <p:nvPr/>
          </p:nvSpPr>
          <p:spPr bwMode="auto">
            <a:xfrm rot="10800000">
              <a:off x="3118" y="2115"/>
              <a:ext cx="125" cy="249"/>
            </a:xfrm>
            <a:prstGeom prst="upArrow">
              <a:avLst>
                <a:gd name="adj1" fmla="val 50000"/>
                <a:gd name="adj2" fmla="val 49800"/>
              </a:avLst>
            </a:prstGeom>
            <a:solidFill>
              <a:schemeClr val="hlink"/>
            </a:solidFill>
            <a:ln w="12700">
              <a:solidFill>
                <a:schemeClr val="tx1"/>
              </a:solidFill>
              <a:miter lim="800000"/>
              <a:headEnd/>
              <a:tailEnd/>
            </a:ln>
          </p:spPr>
          <p:txBody>
            <a:bodyPr vert="eaVert" wrap="none" anchor="ctr"/>
            <a:lstStyle/>
            <a:p>
              <a:endParaRPr lang="zh-CN" altLang="en-US"/>
            </a:p>
          </p:txBody>
        </p:sp>
      </p:grpSp>
      <p:grpSp>
        <p:nvGrpSpPr>
          <p:cNvPr id="8" name="Group 56"/>
          <p:cNvGrpSpPr>
            <a:grpSpLocks/>
          </p:cNvGrpSpPr>
          <p:nvPr/>
        </p:nvGrpSpPr>
        <p:grpSpPr bwMode="auto">
          <a:xfrm>
            <a:off x="650875" y="3917950"/>
            <a:ext cx="4137025" cy="409575"/>
            <a:chOff x="410" y="2468"/>
            <a:chExt cx="2606" cy="258"/>
          </a:xfrm>
        </p:grpSpPr>
        <p:sp>
          <p:nvSpPr>
            <p:cNvPr id="154687" name="AutoShape 57"/>
            <p:cNvSpPr>
              <a:spLocks noChangeArrowheads="1"/>
            </p:cNvSpPr>
            <p:nvPr/>
          </p:nvSpPr>
          <p:spPr bwMode="auto">
            <a:xfrm rot="10800000">
              <a:off x="410" y="2468"/>
              <a:ext cx="125" cy="248"/>
            </a:xfrm>
            <a:prstGeom prst="upArrow">
              <a:avLst>
                <a:gd name="adj1" fmla="val 50000"/>
                <a:gd name="adj2" fmla="val 49600"/>
              </a:avLst>
            </a:prstGeom>
            <a:solidFill>
              <a:schemeClr val="hlink"/>
            </a:solidFill>
            <a:ln w="12700">
              <a:solidFill>
                <a:schemeClr val="tx1"/>
              </a:solidFill>
              <a:miter lim="800000"/>
              <a:headEnd/>
              <a:tailEnd/>
            </a:ln>
          </p:spPr>
          <p:txBody>
            <a:bodyPr vert="eaVert" wrap="none" anchor="ctr"/>
            <a:lstStyle/>
            <a:p>
              <a:endParaRPr lang="zh-CN" altLang="en-US"/>
            </a:p>
          </p:txBody>
        </p:sp>
        <p:sp>
          <p:nvSpPr>
            <p:cNvPr id="154688" name="AutoShape 58"/>
            <p:cNvSpPr>
              <a:spLocks noChangeArrowheads="1"/>
            </p:cNvSpPr>
            <p:nvPr/>
          </p:nvSpPr>
          <p:spPr bwMode="auto">
            <a:xfrm rot="10800000">
              <a:off x="2891" y="2478"/>
              <a:ext cx="125" cy="248"/>
            </a:xfrm>
            <a:prstGeom prst="upArrow">
              <a:avLst>
                <a:gd name="adj1" fmla="val 50000"/>
                <a:gd name="adj2" fmla="val 49600"/>
              </a:avLst>
            </a:prstGeom>
            <a:solidFill>
              <a:schemeClr val="hlink"/>
            </a:solidFill>
            <a:ln w="12700">
              <a:solidFill>
                <a:schemeClr val="tx1"/>
              </a:solidFill>
              <a:miter lim="800000"/>
              <a:headEnd/>
              <a:tailEnd/>
            </a:ln>
          </p:spPr>
          <p:txBody>
            <a:bodyPr vert="eaVert" wrap="none" anchor="ctr"/>
            <a:lstStyle/>
            <a:p>
              <a:endParaRPr lang="zh-CN" altLang="en-US"/>
            </a:p>
          </p:txBody>
        </p:sp>
      </p:grpSp>
      <p:grpSp>
        <p:nvGrpSpPr>
          <p:cNvPr id="9" name="Group 59"/>
          <p:cNvGrpSpPr>
            <a:grpSpLocks/>
          </p:cNvGrpSpPr>
          <p:nvPr/>
        </p:nvGrpSpPr>
        <p:grpSpPr bwMode="auto">
          <a:xfrm>
            <a:off x="649288" y="4508500"/>
            <a:ext cx="3832225" cy="444500"/>
            <a:chOff x="409" y="2840"/>
            <a:chExt cx="2414" cy="280"/>
          </a:xfrm>
        </p:grpSpPr>
        <p:sp>
          <p:nvSpPr>
            <p:cNvPr id="154685" name="AutoShape 60"/>
            <p:cNvSpPr>
              <a:spLocks noChangeArrowheads="1"/>
            </p:cNvSpPr>
            <p:nvPr/>
          </p:nvSpPr>
          <p:spPr bwMode="auto">
            <a:xfrm rot="10800000">
              <a:off x="409" y="2870"/>
              <a:ext cx="124" cy="250"/>
            </a:xfrm>
            <a:prstGeom prst="upArrow">
              <a:avLst>
                <a:gd name="adj1" fmla="val 50000"/>
                <a:gd name="adj2" fmla="val 50403"/>
              </a:avLst>
            </a:prstGeom>
            <a:solidFill>
              <a:schemeClr val="hlink"/>
            </a:solidFill>
            <a:ln w="12700">
              <a:solidFill>
                <a:schemeClr val="tx1"/>
              </a:solidFill>
              <a:miter lim="800000"/>
              <a:headEnd/>
              <a:tailEnd/>
            </a:ln>
          </p:spPr>
          <p:txBody>
            <a:bodyPr vert="eaVert" wrap="none" anchor="ctr"/>
            <a:lstStyle/>
            <a:p>
              <a:endParaRPr lang="zh-CN" altLang="en-US"/>
            </a:p>
          </p:txBody>
        </p:sp>
        <p:sp>
          <p:nvSpPr>
            <p:cNvPr id="154686" name="AutoShape 61"/>
            <p:cNvSpPr>
              <a:spLocks noChangeArrowheads="1"/>
            </p:cNvSpPr>
            <p:nvPr/>
          </p:nvSpPr>
          <p:spPr bwMode="auto">
            <a:xfrm rot="10800000">
              <a:off x="2699" y="2840"/>
              <a:ext cx="124" cy="250"/>
            </a:xfrm>
            <a:prstGeom prst="upArrow">
              <a:avLst>
                <a:gd name="adj1" fmla="val 50000"/>
                <a:gd name="adj2" fmla="val 50403"/>
              </a:avLst>
            </a:prstGeom>
            <a:solidFill>
              <a:schemeClr val="hlink"/>
            </a:solidFill>
            <a:ln w="12700">
              <a:solidFill>
                <a:schemeClr val="tx1"/>
              </a:solidFill>
              <a:miter lim="800000"/>
              <a:headEnd/>
              <a:tailEnd/>
            </a:ln>
          </p:spPr>
          <p:txBody>
            <a:bodyPr vert="eaVert" wrap="none" anchor="ctr"/>
            <a:lstStyle/>
            <a:p>
              <a:endParaRPr lang="zh-CN" altLang="en-US"/>
            </a:p>
          </p:txBody>
        </p:sp>
      </p:grpSp>
      <p:grpSp>
        <p:nvGrpSpPr>
          <p:cNvPr id="10" name="Group 62"/>
          <p:cNvGrpSpPr>
            <a:grpSpLocks/>
          </p:cNvGrpSpPr>
          <p:nvPr/>
        </p:nvGrpSpPr>
        <p:grpSpPr bwMode="auto">
          <a:xfrm>
            <a:off x="649288" y="5084763"/>
            <a:ext cx="3635375" cy="460375"/>
            <a:chOff x="409" y="3203"/>
            <a:chExt cx="2290" cy="290"/>
          </a:xfrm>
        </p:grpSpPr>
        <p:sp>
          <p:nvSpPr>
            <p:cNvPr id="154683" name="AutoShape 63"/>
            <p:cNvSpPr>
              <a:spLocks noChangeArrowheads="1"/>
            </p:cNvSpPr>
            <p:nvPr/>
          </p:nvSpPr>
          <p:spPr bwMode="auto">
            <a:xfrm rot="10800000">
              <a:off x="409" y="3243"/>
              <a:ext cx="124" cy="250"/>
            </a:xfrm>
            <a:prstGeom prst="upArrow">
              <a:avLst>
                <a:gd name="adj1" fmla="val 50000"/>
                <a:gd name="adj2" fmla="val 50403"/>
              </a:avLst>
            </a:prstGeom>
            <a:solidFill>
              <a:schemeClr val="hlink"/>
            </a:solidFill>
            <a:ln w="12700">
              <a:solidFill>
                <a:schemeClr val="tx1"/>
              </a:solidFill>
              <a:miter lim="800000"/>
              <a:headEnd/>
              <a:tailEnd/>
            </a:ln>
          </p:spPr>
          <p:txBody>
            <a:bodyPr vert="eaVert" wrap="none" anchor="ctr"/>
            <a:lstStyle/>
            <a:p>
              <a:endParaRPr lang="zh-CN" altLang="en-US"/>
            </a:p>
          </p:txBody>
        </p:sp>
        <p:sp>
          <p:nvSpPr>
            <p:cNvPr id="154684" name="AutoShape 64"/>
            <p:cNvSpPr>
              <a:spLocks noChangeArrowheads="1"/>
            </p:cNvSpPr>
            <p:nvPr/>
          </p:nvSpPr>
          <p:spPr bwMode="auto">
            <a:xfrm rot="10800000">
              <a:off x="2575" y="3203"/>
              <a:ext cx="124" cy="250"/>
            </a:xfrm>
            <a:prstGeom prst="upArrow">
              <a:avLst>
                <a:gd name="adj1" fmla="val 50000"/>
                <a:gd name="adj2" fmla="val 50403"/>
              </a:avLst>
            </a:prstGeom>
            <a:solidFill>
              <a:schemeClr val="hlink"/>
            </a:solidFill>
            <a:ln w="12700">
              <a:solidFill>
                <a:schemeClr val="tx1"/>
              </a:solidFill>
              <a:miter lim="800000"/>
              <a:headEnd/>
              <a:tailEnd/>
            </a:ln>
          </p:spPr>
          <p:txBody>
            <a:bodyPr vert="eaVert" wrap="none" anchor="ctr"/>
            <a:lstStyle/>
            <a:p>
              <a:endParaRPr lang="zh-CN" altLang="en-US"/>
            </a:p>
          </p:txBody>
        </p:sp>
      </p:grpSp>
      <p:grpSp>
        <p:nvGrpSpPr>
          <p:cNvPr id="11" name="Group 65"/>
          <p:cNvGrpSpPr>
            <a:grpSpLocks/>
          </p:cNvGrpSpPr>
          <p:nvPr/>
        </p:nvGrpSpPr>
        <p:grpSpPr bwMode="auto">
          <a:xfrm>
            <a:off x="2051050" y="2930525"/>
            <a:ext cx="1512888" cy="1074738"/>
            <a:chOff x="1292" y="1846"/>
            <a:chExt cx="953" cy="677"/>
          </a:xfrm>
        </p:grpSpPr>
        <p:sp>
          <p:nvSpPr>
            <p:cNvPr id="154680" name="Rectangle 66"/>
            <p:cNvSpPr>
              <a:spLocks noChangeArrowheads="1"/>
            </p:cNvSpPr>
            <p:nvPr/>
          </p:nvSpPr>
          <p:spPr bwMode="auto">
            <a:xfrm>
              <a:off x="1927" y="2297"/>
              <a:ext cx="318" cy="226"/>
            </a:xfrm>
            <a:prstGeom prst="rect">
              <a:avLst/>
            </a:prstGeom>
            <a:solidFill>
              <a:srgbClr val="FF9900"/>
            </a:solidFill>
            <a:ln w="9525">
              <a:solidFill>
                <a:schemeClr val="tx1"/>
              </a:solidFill>
              <a:miter lim="800000"/>
              <a:headEnd/>
              <a:tailEnd/>
            </a:ln>
          </p:spPr>
          <p:txBody>
            <a:bodyPr wrap="none" anchor="ctr"/>
            <a:lstStyle/>
            <a:p>
              <a:pPr algn="ctr"/>
              <a:r>
                <a:rPr lang="en-US" altLang="zh-CN">
                  <a:solidFill>
                    <a:srgbClr val="333399"/>
                  </a:solidFill>
                </a:rPr>
                <a:t>H</a:t>
              </a:r>
              <a:r>
                <a:rPr lang="en-US" altLang="zh-CN" b="1" baseline="-25000">
                  <a:solidFill>
                    <a:srgbClr val="333399"/>
                  </a:solidFill>
                </a:rPr>
                <a:t>4</a:t>
              </a:r>
            </a:p>
          </p:txBody>
        </p:sp>
        <p:sp>
          <p:nvSpPr>
            <p:cNvPr id="154681" name="Text Box 67"/>
            <p:cNvSpPr txBox="1">
              <a:spLocks noChangeArrowheads="1"/>
            </p:cNvSpPr>
            <p:nvPr/>
          </p:nvSpPr>
          <p:spPr bwMode="auto">
            <a:xfrm>
              <a:off x="1292" y="1846"/>
              <a:ext cx="916" cy="250"/>
            </a:xfrm>
            <a:prstGeom prst="rect">
              <a:avLst/>
            </a:prstGeom>
            <a:noFill/>
            <a:ln w="12700">
              <a:noFill/>
              <a:miter lim="800000"/>
              <a:headEnd type="none" w="sm" len="lg"/>
              <a:tailEnd type="none" w="sm" len="lg"/>
            </a:ln>
          </p:spPr>
          <p:txBody>
            <a:bodyPr wrap="none">
              <a:spAutoFit/>
            </a:bodyPr>
            <a:lstStyle/>
            <a:p>
              <a:pPr defTabSz="762000" eaLnBrk="0" hangingPunct="0"/>
              <a:r>
                <a:rPr kumimoji="1" lang="zh-CN" altLang="en-US" sz="2000">
                  <a:solidFill>
                    <a:srgbClr val="333399"/>
                  </a:solidFill>
                  <a:latin typeface="Arial Rounded MT Bold" pitchFamily="34" charset="0"/>
                  <a:ea typeface="黑体" pitchFamily="49" charset="-122"/>
                </a:rPr>
                <a:t>运输层首部</a:t>
              </a:r>
              <a:endParaRPr kumimoji="1" lang="zh-CN" altLang="en-US" sz="2000">
                <a:solidFill>
                  <a:srgbClr val="333399"/>
                </a:solidFill>
                <a:latin typeface="Times New Roman" pitchFamily="18" charset="0"/>
                <a:ea typeface="黑体" pitchFamily="49" charset="-122"/>
              </a:endParaRPr>
            </a:p>
          </p:txBody>
        </p:sp>
        <p:sp>
          <p:nvSpPr>
            <p:cNvPr id="154682" name="Line 68"/>
            <p:cNvSpPr>
              <a:spLocks noChangeShapeType="1"/>
            </p:cNvSpPr>
            <p:nvPr/>
          </p:nvSpPr>
          <p:spPr bwMode="auto">
            <a:xfrm>
              <a:off x="1791" y="2069"/>
              <a:ext cx="227" cy="227"/>
            </a:xfrm>
            <a:prstGeom prst="line">
              <a:avLst/>
            </a:prstGeom>
            <a:noFill/>
            <a:ln w="12700">
              <a:solidFill>
                <a:srgbClr val="333399"/>
              </a:solidFill>
              <a:round/>
              <a:headEnd type="none" w="sm" len="lg"/>
              <a:tailEnd type="triangle" w="med" len="lg"/>
            </a:ln>
          </p:spPr>
          <p:txBody>
            <a:bodyPr wrap="none" anchor="ctr"/>
            <a:lstStyle/>
            <a:p>
              <a:endParaRPr lang="zh-CN" altLang="en-US"/>
            </a:p>
          </p:txBody>
        </p:sp>
      </p:grpSp>
      <p:grpSp>
        <p:nvGrpSpPr>
          <p:cNvPr id="12" name="Group 69"/>
          <p:cNvGrpSpPr>
            <a:grpSpLocks/>
          </p:cNvGrpSpPr>
          <p:nvPr/>
        </p:nvGrpSpPr>
        <p:grpSpPr bwMode="auto">
          <a:xfrm>
            <a:off x="1533525" y="3429000"/>
            <a:ext cx="1525588" cy="1152525"/>
            <a:chOff x="966" y="2160"/>
            <a:chExt cx="961" cy="726"/>
          </a:xfrm>
        </p:grpSpPr>
        <p:sp>
          <p:nvSpPr>
            <p:cNvPr id="154677" name="Rectangle 70"/>
            <p:cNvSpPr>
              <a:spLocks noChangeArrowheads="1"/>
            </p:cNvSpPr>
            <p:nvPr/>
          </p:nvSpPr>
          <p:spPr bwMode="auto">
            <a:xfrm>
              <a:off x="1609" y="2660"/>
              <a:ext cx="318" cy="226"/>
            </a:xfrm>
            <a:prstGeom prst="rect">
              <a:avLst/>
            </a:prstGeom>
            <a:solidFill>
              <a:srgbClr val="FFFF99"/>
            </a:solidFill>
            <a:ln w="9525">
              <a:solidFill>
                <a:schemeClr val="tx1"/>
              </a:solidFill>
              <a:miter lim="800000"/>
              <a:headEnd/>
              <a:tailEnd/>
            </a:ln>
          </p:spPr>
          <p:txBody>
            <a:bodyPr wrap="none" anchor="ctr"/>
            <a:lstStyle/>
            <a:p>
              <a:pPr algn="ctr"/>
              <a:r>
                <a:rPr lang="en-US" altLang="zh-CN">
                  <a:solidFill>
                    <a:srgbClr val="333399"/>
                  </a:solidFill>
                </a:rPr>
                <a:t>H</a:t>
              </a:r>
              <a:r>
                <a:rPr lang="en-US" altLang="zh-CN" b="1" baseline="-25000">
                  <a:solidFill>
                    <a:srgbClr val="333399"/>
                  </a:solidFill>
                </a:rPr>
                <a:t>3</a:t>
              </a:r>
            </a:p>
          </p:txBody>
        </p:sp>
        <p:sp>
          <p:nvSpPr>
            <p:cNvPr id="154678" name="Text Box 71"/>
            <p:cNvSpPr txBox="1">
              <a:spLocks noChangeArrowheads="1"/>
            </p:cNvSpPr>
            <p:nvPr/>
          </p:nvSpPr>
          <p:spPr bwMode="auto">
            <a:xfrm>
              <a:off x="966" y="2160"/>
              <a:ext cx="916" cy="250"/>
            </a:xfrm>
            <a:prstGeom prst="rect">
              <a:avLst/>
            </a:prstGeom>
            <a:noFill/>
            <a:ln w="12700">
              <a:noFill/>
              <a:miter lim="800000"/>
              <a:headEnd type="none" w="sm" len="lg"/>
              <a:tailEnd type="none" w="sm" len="lg"/>
            </a:ln>
          </p:spPr>
          <p:txBody>
            <a:bodyPr wrap="none">
              <a:spAutoFit/>
            </a:bodyPr>
            <a:lstStyle/>
            <a:p>
              <a:pPr defTabSz="762000" eaLnBrk="0" hangingPunct="0"/>
              <a:r>
                <a:rPr kumimoji="1" lang="zh-CN" altLang="en-US" sz="2000">
                  <a:solidFill>
                    <a:srgbClr val="333399"/>
                  </a:solidFill>
                  <a:latin typeface="Arial Rounded MT Bold" pitchFamily="34" charset="0"/>
                  <a:ea typeface="黑体" pitchFamily="49" charset="-122"/>
                </a:rPr>
                <a:t>网络层首部</a:t>
              </a:r>
              <a:endParaRPr kumimoji="1" lang="zh-CN" altLang="en-US" sz="2000">
                <a:solidFill>
                  <a:srgbClr val="333399"/>
                </a:solidFill>
                <a:latin typeface="Times New Roman" pitchFamily="18" charset="0"/>
                <a:ea typeface="黑体" pitchFamily="49" charset="-122"/>
              </a:endParaRPr>
            </a:p>
          </p:txBody>
        </p:sp>
        <p:sp>
          <p:nvSpPr>
            <p:cNvPr id="154679" name="Line 72"/>
            <p:cNvSpPr>
              <a:spLocks noChangeShapeType="1"/>
            </p:cNvSpPr>
            <p:nvPr/>
          </p:nvSpPr>
          <p:spPr bwMode="auto">
            <a:xfrm>
              <a:off x="1474" y="2387"/>
              <a:ext cx="227" cy="272"/>
            </a:xfrm>
            <a:prstGeom prst="line">
              <a:avLst/>
            </a:prstGeom>
            <a:noFill/>
            <a:ln w="12700">
              <a:solidFill>
                <a:srgbClr val="333399"/>
              </a:solidFill>
              <a:round/>
              <a:headEnd type="none" w="sm" len="lg"/>
              <a:tailEnd type="triangle" w="med" len="lg"/>
            </a:ln>
          </p:spPr>
          <p:txBody>
            <a:bodyPr wrap="none" anchor="ctr"/>
            <a:lstStyle/>
            <a:p>
              <a:endParaRPr lang="zh-CN" altLang="en-US"/>
            </a:p>
          </p:txBody>
        </p:sp>
      </p:grpSp>
      <p:grpSp>
        <p:nvGrpSpPr>
          <p:cNvPr id="13" name="Group 73"/>
          <p:cNvGrpSpPr>
            <a:grpSpLocks/>
          </p:cNvGrpSpPr>
          <p:nvPr/>
        </p:nvGrpSpPr>
        <p:grpSpPr bwMode="auto">
          <a:xfrm>
            <a:off x="1393825" y="3860800"/>
            <a:ext cx="1162050" cy="1295400"/>
            <a:chOff x="878" y="2432"/>
            <a:chExt cx="732" cy="816"/>
          </a:xfrm>
        </p:grpSpPr>
        <p:sp>
          <p:nvSpPr>
            <p:cNvPr id="154674" name="Rectangle 74"/>
            <p:cNvSpPr>
              <a:spLocks noChangeArrowheads="1"/>
            </p:cNvSpPr>
            <p:nvPr/>
          </p:nvSpPr>
          <p:spPr bwMode="auto">
            <a:xfrm>
              <a:off x="1247" y="3022"/>
              <a:ext cx="363" cy="226"/>
            </a:xfrm>
            <a:prstGeom prst="rect">
              <a:avLst/>
            </a:prstGeom>
            <a:solidFill>
              <a:srgbClr val="66FFFF"/>
            </a:solidFill>
            <a:ln w="9525">
              <a:solidFill>
                <a:schemeClr val="tx1"/>
              </a:solidFill>
              <a:miter lim="800000"/>
              <a:headEnd/>
              <a:tailEnd/>
            </a:ln>
          </p:spPr>
          <p:txBody>
            <a:bodyPr wrap="none" anchor="ctr"/>
            <a:lstStyle/>
            <a:p>
              <a:pPr algn="ctr"/>
              <a:r>
                <a:rPr lang="en-US" altLang="zh-CN">
                  <a:solidFill>
                    <a:srgbClr val="333399"/>
                  </a:solidFill>
                </a:rPr>
                <a:t>H</a:t>
              </a:r>
              <a:r>
                <a:rPr lang="en-US" altLang="zh-CN" b="1" baseline="-25000">
                  <a:solidFill>
                    <a:srgbClr val="333399"/>
                  </a:solidFill>
                </a:rPr>
                <a:t>2</a:t>
              </a:r>
            </a:p>
          </p:txBody>
        </p:sp>
        <p:sp>
          <p:nvSpPr>
            <p:cNvPr id="154675" name="Text Box 75"/>
            <p:cNvSpPr txBox="1">
              <a:spLocks noChangeArrowheads="1"/>
            </p:cNvSpPr>
            <p:nvPr/>
          </p:nvSpPr>
          <p:spPr bwMode="auto">
            <a:xfrm>
              <a:off x="878" y="2432"/>
              <a:ext cx="596" cy="404"/>
            </a:xfrm>
            <a:prstGeom prst="rect">
              <a:avLst/>
            </a:prstGeom>
            <a:noFill/>
            <a:ln w="12700">
              <a:noFill/>
              <a:miter lim="800000"/>
              <a:headEnd type="none" w="sm" len="lg"/>
              <a:tailEnd type="none" w="sm" len="lg"/>
            </a:ln>
          </p:spPr>
          <p:txBody>
            <a:bodyPr wrap="none">
              <a:spAutoFit/>
            </a:bodyPr>
            <a:lstStyle/>
            <a:p>
              <a:pPr algn="ctr" defTabSz="762000" eaLnBrk="0" hangingPunct="0">
                <a:lnSpc>
                  <a:spcPct val="90000"/>
                </a:lnSpc>
              </a:pPr>
              <a:r>
                <a:rPr kumimoji="1" lang="zh-CN" altLang="en-US" sz="2000">
                  <a:solidFill>
                    <a:srgbClr val="333399"/>
                  </a:solidFill>
                  <a:latin typeface="Arial Rounded MT Bold" pitchFamily="34" charset="0"/>
                  <a:ea typeface="黑体" pitchFamily="49" charset="-122"/>
                </a:rPr>
                <a:t>链路层</a:t>
              </a:r>
            </a:p>
            <a:p>
              <a:pPr algn="ctr" defTabSz="762000" eaLnBrk="0" hangingPunct="0">
                <a:lnSpc>
                  <a:spcPct val="90000"/>
                </a:lnSpc>
              </a:pPr>
              <a:r>
                <a:rPr kumimoji="1" lang="zh-CN" altLang="en-US" sz="2000">
                  <a:solidFill>
                    <a:srgbClr val="333399"/>
                  </a:solidFill>
                  <a:latin typeface="Arial Rounded MT Bold" pitchFamily="34" charset="0"/>
                  <a:ea typeface="黑体" pitchFamily="49" charset="-122"/>
                </a:rPr>
                <a:t>首部</a:t>
              </a:r>
              <a:endParaRPr kumimoji="1" lang="zh-CN" altLang="en-US" sz="2000">
                <a:solidFill>
                  <a:srgbClr val="333399"/>
                </a:solidFill>
                <a:latin typeface="Times New Roman" pitchFamily="18" charset="0"/>
                <a:ea typeface="黑体" pitchFamily="49" charset="-122"/>
              </a:endParaRPr>
            </a:p>
          </p:txBody>
        </p:sp>
        <p:sp>
          <p:nvSpPr>
            <p:cNvPr id="154676" name="Line 76"/>
            <p:cNvSpPr>
              <a:spLocks noChangeShapeType="1"/>
            </p:cNvSpPr>
            <p:nvPr/>
          </p:nvSpPr>
          <p:spPr bwMode="auto">
            <a:xfrm>
              <a:off x="1284" y="2799"/>
              <a:ext cx="145" cy="223"/>
            </a:xfrm>
            <a:prstGeom prst="line">
              <a:avLst/>
            </a:prstGeom>
            <a:noFill/>
            <a:ln w="12700">
              <a:solidFill>
                <a:srgbClr val="333399"/>
              </a:solidFill>
              <a:round/>
              <a:headEnd type="none" w="sm" len="lg"/>
              <a:tailEnd type="triangle" w="med" len="lg"/>
            </a:ln>
          </p:spPr>
          <p:txBody>
            <a:bodyPr wrap="none" anchor="ctr"/>
            <a:lstStyle/>
            <a:p>
              <a:endParaRPr lang="zh-CN" altLang="en-US"/>
            </a:p>
          </p:txBody>
        </p:sp>
      </p:grpSp>
      <p:grpSp>
        <p:nvGrpSpPr>
          <p:cNvPr id="14" name="Group 77"/>
          <p:cNvGrpSpPr>
            <a:grpSpLocks/>
          </p:cNvGrpSpPr>
          <p:nvPr/>
        </p:nvGrpSpPr>
        <p:grpSpPr bwMode="auto">
          <a:xfrm>
            <a:off x="6659563" y="3867150"/>
            <a:ext cx="1008062" cy="1290638"/>
            <a:chOff x="4195" y="2436"/>
            <a:chExt cx="635" cy="813"/>
          </a:xfrm>
        </p:grpSpPr>
        <p:sp>
          <p:nvSpPr>
            <p:cNvPr id="154671" name="Rectangle 78"/>
            <p:cNvSpPr>
              <a:spLocks noChangeArrowheads="1"/>
            </p:cNvSpPr>
            <p:nvPr/>
          </p:nvSpPr>
          <p:spPr bwMode="auto">
            <a:xfrm>
              <a:off x="4195" y="3023"/>
              <a:ext cx="318" cy="226"/>
            </a:xfrm>
            <a:prstGeom prst="rect">
              <a:avLst/>
            </a:prstGeom>
            <a:solidFill>
              <a:srgbClr val="CCFF33"/>
            </a:solidFill>
            <a:ln w="9525">
              <a:solidFill>
                <a:schemeClr val="tx1"/>
              </a:solidFill>
              <a:miter lim="800000"/>
              <a:headEnd/>
              <a:tailEnd/>
            </a:ln>
          </p:spPr>
          <p:txBody>
            <a:bodyPr wrap="none" anchor="ctr"/>
            <a:lstStyle/>
            <a:p>
              <a:pPr algn="ctr"/>
              <a:r>
                <a:rPr lang="en-US" altLang="zh-CN">
                  <a:solidFill>
                    <a:srgbClr val="333399"/>
                  </a:solidFill>
                </a:rPr>
                <a:t>T</a:t>
              </a:r>
              <a:r>
                <a:rPr lang="en-US" altLang="zh-CN" b="1" baseline="-25000">
                  <a:solidFill>
                    <a:srgbClr val="333399"/>
                  </a:solidFill>
                </a:rPr>
                <a:t>2</a:t>
              </a:r>
            </a:p>
          </p:txBody>
        </p:sp>
        <p:sp>
          <p:nvSpPr>
            <p:cNvPr id="154672" name="Line 79"/>
            <p:cNvSpPr>
              <a:spLocks noChangeShapeType="1"/>
            </p:cNvSpPr>
            <p:nvPr/>
          </p:nvSpPr>
          <p:spPr bwMode="auto">
            <a:xfrm flipH="1">
              <a:off x="4377" y="2840"/>
              <a:ext cx="136" cy="182"/>
            </a:xfrm>
            <a:prstGeom prst="line">
              <a:avLst/>
            </a:prstGeom>
            <a:noFill/>
            <a:ln w="12700">
              <a:solidFill>
                <a:srgbClr val="333399"/>
              </a:solidFill>
              <a:round/>
              <a:headEnd type="none" w="sm" len="lg"/>
              <a:tailEnd type="triangle" w="med" len="lg"/>
            </a:ln>
          </p:spPr>
          <p:txBody>
            <a:bodyPr wrap="none" anchor="ctr"/>
            <a:lstStyle/>
            <a:p>
              <a:endParaRPr lang="zh-CN" altLang="en-US"/>
            </a:p>
          </p:txBody>
        </p:sp>
        <p:sp>
          <p:nvSpPr>
            <p:cNvPr id="154673" name="Text Box 80"/>
            <p:cNvSpPr txBox="1">
              <a:spLocks noChangeArrowheads="1"/>
            </p:cNvSpPr>
            <p:nvPr/>
          </p:nvSpPr>
          <p:spPr bwMode="auto">
            <a:xfrm>
              <a:off x="4234" y="2436"/>
              <a:ext cx="596" cy="404"/>
            </a:xfrm>
            <a:prstGeom prst="rect">
              <a:avLst/>
            </a:prstGeom>
            <a:noFill/>
            <a:ln w="12700">
              <a:noFill/>
              <a:miter lim="800000"/>
              <a:headEnd type="none" w="sm" len="lg"/>
              <a:tailEnd type="none" w="sm" len="lg"/>
            </a:ln>
          </p:spPr>
          <p:txBody>
            <a:bodyPr wrap="none">
              <a:spAutoFit/>
            </a:bodyPr>
            <a:lstStyle/>
            <a:p>
              <a:pPr algn="ctr" defTabSz="762000" eaLnBrk="0" hangingPunct="0">
                <a:lnSpc>
                  <a:spcPct val="90000"/>
                </a:lnSpc>
              </a:pPr>
              <a:r>
                <a:rPr kumimoji="1" lang="zh-CN" altLang="en-US" sz="2000">
                  <a:solidFill>
                    <a:srgbClr val="333399"/>
                  </a:solidFill>
                  <a:latin typeface="Arial Rounded MT Bold" pitchFamily="34" charset="0"/>
                  <a:ea typeface="黑体" pitchFamily="49" charset="-122"/>
                </a:rPr>
                <a:t>链路层</a:t>
              </a:r>
            </a:p>
            <a:p>
              <a:pPr algn="ctr" defTabSz="762000" eaLnBrk="0" hangingPunct="0">
                <a:lnSpc>
                  <a:spcPct val="90000"/>
                </a:lnSpc>
              </a:pPr>
              <a:r>
                <a:rPr kumimoji="1" lang="zh-CN" altLang="en-US" sz="2000">
                  <a:solidFill>
                    <a:srgbClr val="333399"/>
                  </a:solidFill>
                  <a:latin typeface="Arial Rounded MT Bold" pitchFamily="34" charset="0"/>
                  <a:ea typeface="黑体" pitchFamily="49" charset="-122"/>
                </a:rPr>
                <a:t>尾部</a:t>
              </a:r>
              <a:endParaRPr kumimoji="1" lang="zh-CN" altLang="en-US" sz="2000">
                <a:solidFill>
                  <a:srgbClr val="333399"/>
                </a:solidFill>
                <a:latin typeface="Times New Roman" pitchFamily="18" charset="0"/>
                <a:ea typeface="黑体" pitchFamily="49" charset="-122"/>
              </a:endParaRP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128030"/>
                                        </p:tgtEl>
                                        <p:attrNameLst>
                                          <p:attrName>style.visibility</p:attrName>
                                        </p:attrNameLst>
                                      </p:cBhvr>
                                      <p:to>
                                        <p:strVal val="visible"/>
                                      </p:to>
                                    </p:set>
                                  </p:childTnLst>
                                </p:cTn>
                              </p:par>
                            </p:childTnLst>
                          </p:cTn>
                        </p:par>
                        <p:par>
                          <p:cTn id="7" fill="hold">
                            <p:stCondLst>
                              <p:cond delay="500"/>
                            </p:stCondLst>
                            <p:childTnLst>
                              <p:par>
                                <p:cTn id="8" presetID="22" presetClass="entr" presetSubtype="1" fill="hold" nodeType="afterEffect">
                                  <p:stCondLst>
                                    <p:cond delay="1000"/>
                                  </p:stCondLst>
                                  <p:childTnLst>
                                    <p:set>
                                      <p:cBhvr>
                                        <p:cTn id="9" dur="1" fill="hold">
                                          <p:stCondLst>
                                            <p:cond delay="0"/>
                                          </p:stCondLst>
                                        </p:cTn>
                                        <p:tgtEl>
                                          <p:spTgt spid="6"/>
                                        </p:tgtEl>
                                        <p:attrNameLst>
                                          <p:attrName>style.visibility</p:attrName>
                                        </p:attrNameLst>
                                      </p:cBhvr>
                                      <p:to>
                                        <p:strVal val="visible"/>
                                      </p:to>
                                    </p:set>
                                    <p:animEffect transition="in" filter="wipe(up)">
                                      <p:cBhvr>
                                        <p:cTn id="10" dur="1000"/>
                                        <p:tgtEl>
                                          <p:spTgt spid="6"/>
                                        </p:tgtEl>
                                      </p:cBhvr>
                                    </p:animEffect>
                                  </p:childTnLst>
                                </p:cTn>
                              </p:par>
                            </p:childTnLst>
                          </p:cTn>
                        </p:par>
                        <p:par>
                          <p:cTn id="11" fill="hold">
                            <p:stCondLst>
                              <p:cond delay="2500"/>
                            </p:stCondLst>
                            <p:childTnLst>
                              <p:par>
                                <p:cTn id="12" presetID="1" presetClass="entr" presetSubtype="0" fill="hold" grpId="0" nodeType="afterEffect">
                                  <p:stCondLst>
                                    <p:cond delay="500"/>
                                  </p:stCondLst>
                                  <p:childTnLst>
                                    <p:set>
                                      <p:cBhvr>
                                        <p:cTn id="13" dur="1" fill="hold">
                                          <p:stCondLst>
                                            <p:cond delay="0"/>
                                          </p:stCondLst>
                                        </p:cTn>
                                        <p:tgtEl>
                                          <p:spTgt spid="128037"/>
                                        </p:tgtEl>
                                        <p:attrNameLst>
                                          <p:attrName>style.visibility</p:attrName>
                                        </p:attrNameLst>
                                      </p:cBhvr>
                                      <p:to>
                                        <p:strVal val="visible"/>
                                      </p:to>
                                    </p:set>
                                  </p:childTnLst>
                                </p:cTn>
                              </p:par>
                            </p:childTnLst>
                          </p:cTn>
                        </p:par>
                        <p:par>
                          <p:cTn id="14" fill="hold">
                            <p:stCondLst>
                              <p:cond delay="3000"/>
                            </p:stCondLst>
                            <p:childTnLst>
                              <p:par>
                                <p:cTn id="15" presetID="12" presetClass="entr" presetSubtype="8" fill="hold" nodeType="afterEffect">
                                  <p:stCondLst>
                                    <p:cond delay="1000"/>
                                  </p:stCondLst>
                                  <p:childTnLst>
                                    <p:set>
                                      <p:cBhvr>
                                        <p:cTn id="16" dur="1" fill="hold">
                                          <p:stCondLst>
                                            <p:cond delay="0"/>
                                          </p:stCondLst>
                                        </p:cTn>
                                        <p:tgtEl>
                                          <p:spTgt spid="2"/>
                                        </p:tgtEl>
                                        <p:attrNameLst>
                                          <p:attrName>style.visibility</p:attrName>
                                        </p:attrNameLst>
                                      </p:cBhvr>
                                      <p:to>
                                        <p:strVal val="visible"/>
                                      </p:to>
                                    </p:set>
                                    <p:animEffect transition="in" filter="slide(fromLeft)">
                                      <p:cBhvr>
                                        <p:cTn id="17" dur="1000"/>
                                        <p:tgtEl>
                                          <p:spTgt spid="2"/>
                                        </p:tgtEl>
                                      </p:cBhvr>
                                    </p:animEffect>
                                  </p:childTnLst>
                                </p:cTn>
                              </p:par>
                            </p:childTnLst>
                          </p:cTn>
                        </p:par>
                        <p:par>
                          <p:cTn id="18" fill="hold">
                            <p:stCondLst>
                              <p:cond delay="5000"/>
                            </p:stCondLst>
                            <p:childTnLst>
                              <p:par>
                                <p:cTn id="19" presetID="9" presetClass="emph" presetSubtype="0" nodeType="afterEffect">
                                  <p:stCondLst>
                                    <p:cond delay="500"/>
                                  </p:stCondLst>
                                  <p:childTnLst>
                                    <p:set>
                                      <p:cBhvr rctx="PPT">
                                        <p:cTn id="20" dur="indefinite"/>
                                        <p:tgtEl>
                                          <p:spTgt spid="6"/>
                                        </p:tgtEl>
                                        <p:attrNameLst>
                                          <p:attrName>style.opacity</p:attrName>
                                        </p:attrNameLst>
                                      </p:cBhvr>
                                      <p:to>
                                        <p:strVal val="0.5"/>
                                      </p:to>
                                    </p:set>
                                    <p:animEffect filter="image" prLst="opacity: 0.5">
                                      <p:cBhvr rctx="IE">
                                        <p:cTn id="21" dur="indefinite"/>
                                        <p:tgtEl>
                                          <p:spTgt spid="6"/>
                                        </p:tgtEl>
                                      </p:cBhvr>
                                    </p:animEffect>
                                  </p:childTnLst>
                                </p:cTn>
                              </p:par>
                            </p:childTnLst>
                          </p:cTn>
                        </p:par>
                        <p:par>
                          <p:cTn id="22" fill="hold">
                            <p:stCondLst>
                              <p:cond delay="5500"/>
                            </p:stCondLst>
                            <p:childTnLst>
                              <p:par>
                                <p:cTn id="23" presetID="22" presetClass="entr" presetSubtype="1" fill="hold" nodeType="afterEffect">
                                  <p:stCondLst>
                                    <p:cond delay="500"/>
                                  </p:stCondLst>
                                  <p:childTnLst>
                                    <p:set>
                                      <p:cBhvr>
                                        <p:cTn id="24" dur="1" fill="hold">
                                          <p:stCondLst>
                                            <p:cond delay="0"/>
                                          </p:stCondLst>
                                        </p:cTn>
                                        <p:tgtEl>
                                          <p:spTgt spid="7"/>
                                        </p:tgtEl>
                                        <p:attrNameLst>
                                          <p:attrName>style.visibility</p:attrName>
                                        </p:attrNameLst>
                                      </p:cBhvr>
                                      <p:to>
                                        <p:strVal val="visible"/>
                                      </p:to>
                                    </p:set>
                                    <p:animEffect transition="in" filter="wipe(up)">
                                      <p:cBhvr>
                                        <p:cTn id="25" dur="1000"/>
                                        <p:tgtEl>
                                          <p:spTgt spid="7"/>
                                        </p:tgtEl>
                                      </p:cBhvr>
                                    </p:animEffect>
                                  </p:childTnLst>
                                </p:cTn>
                              </p:par>
                            </p:childTnLst>
                          </p:cTn>
                        </p:par>
                        <p:par>
                          <p:cTn id="26" fill="hold">
                            <p:stCondLst>
                              <p:cond delay="7000"/>
                            </p:stCondLst>
                            <p:childTnLst>
                              <p:par>
                                <p:cTn id="27" presetID="1" presetClass="entr" presetSubtype="0" fill="hold" nodeType="afterEffect">
                                  <p:stCondLst>
                                    <p:cond delay="500"/>
                                  </p:stCondLst>
                                  <p:childTnLst>
                                    <p:set>
                                      <p:cBhvr>
                                        <p:cTn id="28" dur="1" fill="hold">
                                          <p:stCondLst>
                                            <p:cond delay="0"/>
                                          </p:stCondLst>
                                        </p:cTn>
                                        <p:tgtEl>
                                          <p:spTgt spid="3"/>
                                        </p:tgtEl>
                                        <p:attrNameLst>
                                          <p:attrName>style.visibility</p:attrName>
                                        </p:attrNameLst>
                                      </p:cBhvr>
                                      <p:to>
                                        <p:strVal val="visible"/>
                                      </p:to>
                                    </p:set>
                                  </p:childTnLst>
                                </p:cTn>
                              </p:par>
                            </p:childTnLst>
                          </p:cTn>
                        </p:par>
                        <p:par>
                          <p:cTn id="29" fill="hold">
                            <p:stCondLst>
                              <p:cond delay="7500"/>
                            </p:stCondLst>
                            <p:childTnLst>
                              <p:par>
                                <p:cTn id="30" presetID="12" presetClass="entr" presetSubtype="8" fill="hold" nodeType="afterEffect">
                                  <p:stCondLst>
                                    <p:cond delay="1000"/>
                                  </p:stCondLst>
                                  <p:childTnLst>
                                    <p:set>
                                      <p:cBhvr>
                                        <p:cTn id="31" dur="1" fill="hold">
                                          <p:stCondLst>
                                            <p:cond delay="0"/>
                                          </p:stCondLst>
                                        </p:cTn>
                                        <p:tgtEl>
                                          <p:spTgt spid="11"/>
                                        </p:tgtEl>
                                        <p:attrNameLst>
                                          <p:attrName>style.visibility</p:attrName>
                                        </p:attrNameLst>
                                      </p:cBhvr>
                                      <p:to>
                                        <p:strVal val="visible"/>
                                      </p:to>
                                    </p:set>
                                    <p:animEffect transition="in" filter="slide(fromLeft)">
                                      <p:cBhvr>
                                        <p:cTn id="32" dur="1000"/>
                                        <p:tgtEl>
                                          <p:spTgt spid="11"/>
                                        </p:tgtEl>
                                      </p:cBhvr>
                                    </p:animEffect>
                                  </p:childTnLst>
                                </p:cTn>
                              </p:par>
                            </p:childTnLst>
                          </p:cTn>
                        </p:par>
                        <p:par>
                          <p:cTn id="33" fill="hold">
                            <p:stCondLst>
                              <p:cond delay="9500"/>
                            </p:stCondLst>
                            <p:childTnLst>
                              <p:par>
                                <p:cTn id="34" presetID="9" presetClass="emph" presetSubtype="0" nodeType="afterEffect">
                                  <p:stCondLst>
                                    <p:cond delay="0"/>
                                  </p:stCondLst>
                                  <p:childTnLst>
                                    <p:set>
                                      <p:cBhvr rctx="PPT">
                                        <p:cTn id="35" dur="indefinite"/>
                                        <p:tgtEl>
                                          <p:spTgt spid="7"/>
                                        </p:tgtEl>
                                        <p:attrNameLst>
                                          <p:attrName>style.opacity</p:attrName>
                                        </p:attrNameLst>
                                      </p:cBhvr>
                                      <p:to>
                                        <p:strVal val="0.5"/>
                                      </p:to>
                                    </p:set>
                                    <p:animEffect filter="image" prLst="opacity: 0.5">
                                      <p:cBhvr rctx="IE">
                                        <p:cTn id="36" dur="indefinite"/>
                                        <p:tgtEl>
                                          <p:spTgt spid="7"/>
                                        </p:tgtEl>
                                      </p:cBhvr>
                                    </p:animEffect>
                                  </p:childTnLst>
                                </p:cTn>
                              </p:par>
                            </p:childTnLst>
                          </p:cTn>
                        </p:par>
                        <p:par>
                          <p:cTn id="37" fill="hold">
                            <p:stCondLst>
                              <p:cond delay="9500"/>
                            </p:stCondLst>
                            <p:childTnLst>
                              <p:par>
                                <p:cTn id="38" presetID="22" presetClass="entr" presetSubtype="1" fill="hold" nodeType="afterEffect">
                                  <p:stCondLst>
                                    <p:cond delay="0"/>
                                  </p:stCondLst>
                                  <p:childTnLst>
                                    <p:set>
                                      <p:cBhvr>
                                        <p:cTn id="39" dur="1" fill="hold">
                                          <p:stCondLst>
                                            <p:cond delay="0"/>
                                          </p:stCondLst>
                                        </p:cTn>
                                        <p:tgtEl>
                                          <p:spTgt spid="8"/>
                                        </p:tgtEl>
                                        <p:attrNameLst>
                                          <p:attrName>style.visibility</p:attrName>
                                        </p:attrNameLst>
                                      </p:cBhvr>
                                      <p:to>
                                        <p:strVal val="visible"/>
                                      </p:to>
                                    </p:set>
                                    <p:animEffect transition="in" filter="wipe(up)">
                                      <p:cBhvr>
                                        <p:cTn id="40" dur="1000"/>
                                        <p:tgtEl>
                                          <p:spTgt spid="8"/>
                                        </p:tgtEl>
                                      </p:cBhvr>
                                    </p:animEffect>
                                  </p:childTnLst>
                                </p:cTn>
                              </p:par>
                            </p:childTnLst>
                          </p:cTn>
                        </p:par>
                        <p:par>
                          <p:cTn id="41" fill="hold">
                            <p:stCondLst>
                              <p:cond delay="10500"/>
                            </p:stCondLst>
                            <p:childTnLst>
                              <p:par>
                                <p:cTn id="42" presetID="1" presetClass="entr" presetSubtype="0" fill="hold" nodeType="afterEffect">
                                  <p:stCondLst>
                                    <p:cond delay="500"/>
                                  </p:stCondLst>
                                  <p:childTnLst>
                                    <p:set>
                                      <p:cBhvr>
                                        <p:cTn id="43" dur="1" fill="hold">
                                          <p:stCondLst>
                                            <p:cond delay="0"/>
                                          </p:stCondLst>
                                        </p:cTn>
                                        <p:tgtEl>
                                          <p:spTgt spid="4"/>
                                        </p:tgtEl>
                                        <p:attrNameLst>
                                          <p:attrName>style.visibility</p:attrName>
                                        </p:attrNameLst>
                                      </p:cBhvr>
                                      <p:to>
                                        <p:strVal val="visible"/>
                                      </p:to>
                                    </p:set>
                                  </p:childTnLst>
                                </p:cTn>
                              </p:par>
                            </p:childTnLst>
                          </p:cTn>
                        </p:par>
                        <p:par>
                          <p:cTn id="44" fill="hold">
                            <p:stCondLst>
                              <p:cond delay="11000"/>
                            </p:stCondLst>
                            <p:childTnLst>
                              <p:par>
                                <p:cTn id="45" presetID="12" presetClass="entr" presetSubtype="8" fill="hold" nodeType="afterEffect">
                                  <p:stCondLst>
                                    <p:cond delay="1000"/>
                                  </p:stCondLst>
                                  <p:childTnLst>
                                    <p:set>
                                      <p:cBhvr>
                                        <p:cTn id="46" dur="1" fill="hold">
                                          <p:stCondLst>
                                            <p:cond delay="0"/>
                                          </p:stCondLst>
                                        </p:cTn>
                                        <p:tgtEl>
                                          <p:spTgt spid="12"/>
                                        </p:tgtEl>
                                        <p:attrNameLst>
                                          <p:attrName>style.visibility</p:attrName>
                                        </p:attrNameLst>
                                      </p:cBhvr>
                                      <p:to>
                                        <p:strVal val="visible"/>
                                      </p:to>
                                    </p:set>
                                    <p:animEffect transition="in" filter="slide(fromLeft)">
                                      <p:cBhvr>
                                        <p:cTn id="47" dur="1000"/>
                                        <p:tgtEl>
                                          <p:spTgt spid="12"/>
                                        </p:tgtEl>
                                      </p:cBhvr>
                                    </p:animEffect>
                                  </p:childTnLst>
                                </p:cTn>
                              </p:par>
                            </p:childTnLst>
                          </p:cTn>
                        </p:par>
                        <p:par>
                          <p:cTn id="48" fill="hold">
                            <p:stCondLst>
                              <p:cond delay="13000"/>
                            </p:stCondLst>
                            <p:childTnLst>
                              <p:par>
                                <p:cTn id="49" presetID="9" presetClass="emph" presetSubtype="0" nodeType="afterEffect">
                                  <p:stCondLst>
                                    <p:cond delay="0"/>
                                  </p:stCondLst>
                                  <p:childTnLst>
                                    <p:set>
                                      <p:cBhvr rctx="PPT">
                                        <p:cTn id="50" dur="indefinite"/>
                                        <p:tgtEl>
                                          <p:spTgt spid="8"/>
                                        </p:tgtEl>
                                        <p:attrNameLst>
                                          <p:attrName>style.opacity</p:attrName>
                                        </p:attrNameLst>
                                      </p:cBhvr>
                                      <p:to>
                                        <p:strVal val="0.5"/>
                                      </p:to>
                                    </p:set>
                                    <p:animEffect filter="image" prLst="opacity: 0.5">
                                      <p:cBhvr rctx="IE">
                                        <p:cTn id="51" dur="indefinite"/>
                                        <p:tgtEl>
                                          <p:spTgt spid="8"/>
                                        </p:tgtEl>
                                      </p:cBhvr>
                                    </p:animEffect>
                                  </p:childTnLst>
                                </p:cTn>
                              </p:par>
                            </p:childTnLst>
                          </p:cTn>
                        </p:par>
                        <p:par>
                          <p:cTn id="52" fill="hold">
                            <p:stCondLst>
                              <p:cond delay="13000"/>
                            </p:stCondLst>
                            <p:childTnLst>
                              <p:par>
                                <p:cTn id="53" presetID="22" presetClass="entr" presetSubtype="1" fill="hold" nodeType="afterEffect">
                                  <p:stCondLst>
                                    <p:cond delay="0"/>
                                  </p:stCondLst>
                                  <p:childTnLst>
                                    <p:set>
                                      <p:cBhvr>
                                        <p:cTn id="54" dur="1" fill="hold">
                                          <p:stCondLst>
                                            <p:cond delay="0"/>
                                          </p:stCondLst>
                                        </p:cTn>
                                        <p:tgtEl>
                                          <p:spTgt spid="9"/>
                                        </p:tgtEl>
                                        <p:attrNameLst>
                                          <p:attrName>style.visibility</p:attrName>
                                        </p:attrNameLst>
                                      </p:cBhvr>
                                      <p:to>
                                        <p:strVal val="visible"/>
                                      </p:to>
                                    </p:set>
                                    <p:animEffect transition="in" filter="wipe(up)">
                                      <p:cBhvr>
                                        <p:cTn id="55" dur="1000"/>
                                        <p:tgtEl>
                                          <p:spTgt spid="9"/>
                                        </p:tgtEl>
                                      </p:cBhvr>
                                    </p:animEffect>
                                  </p:childTnLst>
                                </p:cTn>
                              </p:par>
                            </p:childTnLst>
                          </p:cTn>
                        </p:par>
                        <p:par>
                          <p:cTn id="56" fill="hold">
                            <p:stCondLst>
                              <p:cond delay="14000"/>
                            </p:stCondLst>
                            <p:childTnLst>
                              <p:par>
                                <p:cTn id="57" presetID="1" presetClass="entr" presetSubtype="0" fill="hold" nodeType="afterEffect">
                                  <p:stCondLst>
                                    <p:cond delay="500"/>
                                  </p:stCondLst>
                                  <p:childTnLst>
                                    <p:set>
                                      <p:cBhvr>
                                        <p:cTn id="58" dur="1" fill="hold">
                                          <p:stCondLst>
                                            <p:cond delay="0"/>
                                          </p:stCondLst>
                                        </p:cTn>
                                        <p:tgtEl>
                                          <p:spTgt spid="5"/>
                                        </p:tgtEl>
                                        <p:attrNameLst>
                                          <p:attrName>style.visibility</p:attrName>
                                        </p:attrNameLst>
                                      </p:cBhvr>
                                      <p:to>
                                        <p:strVal val="visible"/>
                                      </p:to>
                                    </p:set>
                                  </p:childTnLst>
                                </p:cTn>
                              </p:par>
                            </p:childTnLst>
                          </p:cTn>
                        </p:par>
                        <p:par>
                          <p:cTn id="59" fill="hold">
                            <p:stCondLst>
                              <p:cond delay="14500"/>
                            </p:stCondLst>
                            <p:childTnLst>
                              <p:par>
                                <p:cTn id="60" presetID="12" presetClass="entr" presetSubtype="8" fill="hold" nodeType="afterEffect">
                                  <p:stCondLst>
                                    <p:cond delay="0"/>
                                  </p:stCondLst>
                                  <p:childTnLst>
                                    <p:set>
                                      <p:cBhvr>
                                        <p:cTn id="61" dur="1" fill="hold">
                                          <p:stCondLst>
                                            <p:cond delay="0"/>
                                          </p:stCondLst>
                                        </p:cTn>
                                        <p:tgtEl>
                                          <p:spTgt spid="13"/>
                                        </p:tgtEl>
                                        <p:attrNameLst>
                                          <p:attrName>style.visibility</p:attrName>
                                        </p:attrNameLst>
                                      </p:cBhvr>
                                      <p:to>
                                        <p:strVal val="visible"/>
                                      </p:to>
                                    </p:set>
                                    <p:animEffect transition="in" filter="slide(fromLeft)">
                                      <p:cBhvr>
                                        <p:cTn id="62" dur="1000"/>
                                        <p:tgtEl>
                                          <p:spTgt spid="13"/>
                                        </p:tgtEl>
                                      </p:cBhvr>
                                    </p:animEffect>
                                  </p:childTnLst>
                                </p:cTn>
                              </p:par>
                            </p:childTnLst>
                          </p:cTn>
                        </p:par>
                        <p:par>
                          <p:cTn id="63" fill="hold">
                            <p:stCondLst>
                              <p:cond delay="15500"/>
                            </p:stCondLst>
                            <p:childTnLst>
                              <p:par>
                                <p:cTn id="64" presetID="12" presetClass="entr" presetSubtype="2" fill="hold" nodeType="afterEffect">
                                  <p:stCondLst>
                                    <p:cond delay="0"/>
                                  </p:stCondLst>
                                  <p:childTnLst>
                                    <p:set>
                                      <p:cBhvr>
                                        <p:cTn id="65" dur="1" fill="hold">
                                          <p:stCondLst>
                                            <p:cond delay="0"/>
                                          </p:stCondLst>
                                        </p:cTn>
                                        <p:tgtEl>
                                          <p:spTgt spid="14"/>
                                        </p:tgtEl>
                                        <p:attrNameLst>
                                          <p:attrName>style.visibility</p:attrName>
                                        </p:attrNameLst>
                                      </p:cBhvr>
                                      <p:to>
                                        <p:strVal val="visible"/>
                                      </p:to>
                                    </p:set>
                                    <p:animEffect transition="in" filter="slide(fromRight)">
                                      <p:cBhvr>
                                        <p:cTn id="66" dur="1000"/>
                                        <p:tgtEl>
                                          <p:spTgt spid="14"/>
                                        </p:tgtEl>
                                      </p:cBhvr>
                                    </p:animEffect>
                                  </p:childTnLst>
                                </p:cTn>
                              </p:par>
                            </p:childTnLst>
                          </p:cTn>
                        </p:par>
                        <p:par>
                          <p:cTn id="67" fill="hold">
                            <p:stCondLst>
                              <p:cond delay="16500"/>
                            </p:stCondLst>
                            <p:childTnLst>
                              <p:par>
                                <p:cTn id="68" presetID="22" presetClass="entr" presetSubtype="1" fill="hold" nodeType="afterEffect">
                                  <p:stCondLst>
                                    <p:cond delay="0"/>
                                  </p:stCondLst>
                                  <p:childTnLst>
                                    <p:set>
                                      <p:cBhvr>
                                        <p:cTn id="69" dur="1" fill="hold">
                                          <p:stCondLst>
                                            <p:cond delay="0"/>
                                          </p:stCondLst>
                                        </p:cTn>
                                        <p:tgtEl>
                                          <p:spTgt spid="10"/>
                                        </p:tgtEl>
                                        <p:attrNameLst>
                                          <p:attrName>style.visibility</p:attrName>
                                        </p:attrNameLst>
                                      </p:cBhvr>
                                      <p:to>
                                        <p:strVal val="visible"/>
                                      </p:to>
                                    </p:set>
                                    <p:animEffect transition="in" filter="wipe(up)">
                                      <p:cBhvr>
                                        <p:cTn id="70" dur="1000"/>
                                        <p:tgtEl>
                                          <p:spTgt spid="10"/>
                                        </p:tgtEl>
                                      </p:cBhvr>
                                    </p:animEffect>
                                  </p:childTnLst>
                                </p:cTn>
                              </p:par>
                            </p:childTnLst>
                          </p:cTn>
                        </p:par>
                        <p:par>
                          <p:cTn id="71" fill="hold">
                            <p:stCondLst>
                              <p:cond delay="17500"/>
                            </p:stCondLst>
                            <p:childTnLst>
                              <p:par>
                                <p:cTn id="72" presetID="9" presetClass="emph" presetSubtype="0" nodeType="afterEffect">
                                  <p:stCondLst>
                                    <p:cond delay="0"/>
                                  </p:stCondLst>
                                  <p:childTnLst>
                                    <p:set>
                                      <p:cBhvr rctx="PPT">
                                        <p:cTn id="73" dur="indefinite"/>
                                        <p:tgtEl>
                                          <p:spTgt spid="9"/>
                                        </p:tgtEl>
                                        <p:attrNameLst>
                                          <p:attrName>style.opacity</p:attrName>
                                        </p:attrNameLst>
                                      </p:cBhvr>
                                      <p:to>
                                        <p:strVal val="0.5"/>
                                      </p:to>
                                    </p:set>
                                    <p:animEffect filter="image" prLst="opacity: 0.5">
                                      <p:cBhvr rctx="IE">
                                        <p:cTn id="74" dur="indefinite"/>
                                        <p:tgtEl>
                                          <p:spTgt spid="9"/>
                                        </p:tgtEl>
                                      </p:cBhvr>
                                    </p:animEffect>
                                  </p:childTnLst>
                                </p:cTn>
                              </p:par>
                            </p:childTnLst>
                          </p:cTn>
                        </p:par>
                        <p:par>
                          <p:cTn id="75" fill="hold">
                            <p:stCondLst>
                              <p:cond delay="17500"/>
                            </p:stCondLst>
                            <p:childTnLst>
                              <p:par>
                                <p:cTn id="76" presetID="1" presetClass="entr" presetSubtype="0" fill="hold" grpId="0" nodeType="afterEffect">
                                  <p:stCondLst>
                                    <p:cond delay="500"/>
                                  </p:stCondLst>
                                  <p:childTnLst>
                                    <p:set>
                                      <p:cBhvr>
                                        <p:cTn id="77" dur="1" fill="hold">
                                          <p:stCondLst>
                                            <p:cond delay="0"/>
                                          </p:stCondLst>
                                        </p:cTn>
                                        <p:tgtEl>
                                          <p:spTgt spid="12803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8030" grpId="0" animBg="1" autoUpdateAnimBg="0"/>
      <p:bldP spid="128035" grpId="0" animBg="1"/>
      <p:bldP spid="128037" grpId="0" animBg="1"/>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5650" name="Rectangle 2"/>
          <p:cNvSpPr>
            <a:spLocks noGrp="1" noChangeArrowheads="1"/>
          </p:cNvSpPr>
          <p:nvPr>
            <p:ph type="title"/>
          </p:nvPr>
        </p:nvSpPr>
        <p:spPr/>
        <p:txBody>
          <a:bodyPr/>
          <a:lstStyle/>
          <a:p>
            <a:pPr algn="ctr" eaLnBrk="1" hangingPunct="1"/>
            <a:r>
              <a:rPr lang="zh-CN" altLang="en-US" smtClean="0">
                <a:latin typeface="微软雅黑" pitchFamily="34" charset="-122"/>
                <a:ea typeface="微软雅黑" pitchFamily="34" charset="-122"/>
              </a:rPr>
              <a:t>主机</a:t>
            </a:r>
            <a:r>
              <a:rPr lang="zh-CN" altLang="en-US" sz="2400" smtClean="0">
                <a:latin typeface="微软雅黑" pitchFamily="34" charset="-122"/>
                <a:ea typeface="微软雅黑" pitchFamily="34" charset="-122"/>
              </a:rPr>
              <a:t> </a:t>
            </a:r>
            <a:r>
              <a:rPr lang="en-US" altLang="zh-CN" smtClean="0">
                <a:latin typeface="微软雅黑" pitchFamily="34" charset="-122"/>
                <a:ea typeface="微软雅黑" pitchFamily="34" charset="-122"/>
              </a:rPr>
              <a:t>1</a:t>
            </a:r>
            <a:r>
              <a:rPr lang="en-US" altLang="zh-CN" sz="2400" smtClean="0">
                <a:latin typeface="微软雅黑" pitchFamily="34" charset="-122"/>
                <a:ea typeface="微软雅黑" pitchFamily="34" charset="-122"/>
              </a:rPr>
              <a:t> </a:t>
            </a:r>
            <a:r>
              <a:rPr lang="zh-CN" altLang="en-US" smtClean="0">
                <a:latin typeface="微软雅黑" pitchFamily="34" charset="-122"/>
                <a:ea typeface="微软雅黑" pitchFamily="34" charset="-122"/>
              </a:rPr>
              <a:t>向主机</a:t>
            </a:r>
            <a:r>
              <a:rPr lang="zh-CN" altLang="en-US" sz="2400" smtClean="0">
                <a:latin typeface="微软雅黑" pitchFamily="34" charset="-122"/>
                <a:ea typeface="微软雅黑" pitchFamily="34" charset="-122"/>
              </a:rPr>
              <a:t> </a:t>
            </a:r>
            <a:r>
              <a:rPr lang="en-US" altLang="zh-CN" smtClean="0">
                <a:latin typeface="微软雅黑" pitchFamily="34" charset="-122"/>
                <a:ea typeface="微软雅黑" pitchFamily="34" charset="-122"/>
              </a:rPr>
              <a:t>2</a:t>
            </a:r>
            <a:r>
              <a:rPr lang="en-US" altLang="zh-CN" sz="2400" smtClean="0">
                <a:latin typeface="微软雅黑" pitchFamily="34" charset="-122"/>
                <a:ea typeface="微软雅黑" pitchFamily="34" charset="-122"/>
              </a:rPr>
              <a:t> </a:t>
            </a:r>
            <a:r>
              <a:rPr lang="zh-CN" altLang="en-US" smtClean="0">
                <a:latin typeface="微软雅黑" pitchFamily="34" charset="-122"/>
                <a:ea typeface="微软雅黑" pitchFamily="34" charset="-122"/>
              </a:rPr>
              <a:t>发送数据 </a:t>
            </a:r>
          </a:p>
        </p:txBody>
      </p:sp>
      <p:sp>
        <p:nvSpPr>
          <p:cNvPr id="155651" name="AutoShape 3"/>
          <p:cNvSpPr>
            <a:spLocks noChangeArrowheads="1"/>
          </p:cNvSpPr>
          <p:nvPr/>
        </p:nvSpPr>
        <p:spPr bwMode="auto">
          <a:xfrm rot="-5400000">
            <a:off x="4374356" y="1532732"/>
            <a:ext cx="417513" cy="8991600"/>
          </a:xfrm>
          <a:prstGeom prst="can">
            <a:avLst>
              <a:gd name="adj" fmla="val 48656"/>
            </a:avLst>
          </a:prstGeom>
          <a:gradFill rotWithShape="0">
            <a:gsLst>
              <a:gs pos="0">
                <a:srgbClr val="ACACAC"/>
              </a:gs>
              <a:gs pos="50000">
                <a:srgbClr val="EAEAEA"/>
              </a:gs>
              <a:gs pos="100000">
                <a:srgbClr val="ACACAC"/>
              </a:gs>
            </a:gsLst>
            <a:lin ang="5400000" scaled="1"/>
          </a:gradFill>
          <a:ln w="19050">
            <a:solidFill>
              <a:schemeClr val="tx1"/>
            </a:solidFill>
            <a:round/>
            <a:headEnd type="none" w="sm" len="lg"/>
            <a:tailEnd type="none" w="sm" len="lg"/>
          </a:ln>
        </p:spPr>
        <p:txBody>
          <a:bodyPr wrap="none" anchor="ctr"/>
          <a:lstStyle/>
          <a:p>
            <a:endParaRPr lang="zh-CN" altLang="en-US"/>
          </a:p>
        </p:txBody>
      </p:sp>
      <p:sp>
        <p:nvSpPr>
          <p:cNvPr id="155652" name="AutoShape 4"/>
          <p:cNvSpPr>
            <a:spLocks noChangeArrowheads="1"/>
          </p:cNvSpPr>
          <p:nvPr/>
        </p:nvSpPr>
        <p:spPr bwMode="auto">
          <a:xfrm>
            <a:off x="533400" y="2847975"/>
            <a:ext cx="838200" cy="2997200"/>
          </a:xfrm>
          <a:prstGeom prst="cube">
            <a:avLst>
              <a:gd name="adj" fmla="val 10764"/>
            </a:avLst>
          </a:prstGeom>
          <a:solidFill>
            <a:srgbClr val="FFFF99"/>
          </a:solidFill>
          <a:ln w="19050">
            <a:solidFill>
              <a:schemeClr val="tx1"/>
            </a:solidFill>
            <a:miter lim="800000"/>
            <a:headEnd type="none" w="sm" len="lg"/>
            <a:tailEnd type="none" w="sm" len="lg"/>
          </a:ln>
        </p:spPr>
        <p:txBody>
          <a:bodyPr wrap="none" anchor="ctr"/>
          <a:lstStyle/>
          <a:p>
            <a:endParaRPr lang="zh-CN" altLang="en-US"/>
          </a:p>
        </p:txBody>
      </p:sp>
      <p:sp>
        <p:nvSpPr>
          <p:cNvPr id="155653" name="Text Box 5"/>
          <p:cNvSpPr txBox="1">
            <a:spLocks noChangeArrowheads="1"/>
          </p:cNvSpPr>
          <p:nvPr/>
        </p:nvSpPr>
        <p:spPr bwMode="auto">
          <a:xfrm>
            <a:off x="781050" y="3027363"/>
            <a:ext cx="325438" cy="396875"/>
          </a:xfrm>
          <a:prstGeom prst="rect">
            <a:avLst/>
          </a:prstGeom>
          <a:noFill/>
          <a:ln w="12700">
            <a:noFill/>
            <a:miter lim="800000"/>
            <a:headEnd/>
            <a:tailEnd/>
          </a:ln>
        </p:spPr>
        <p:txBody>
          <a:bodyPr wrap="none">
            <a:spAutoFit/>
          </a:bodyPr>
          <a:lstStyle/>
          <a:p>
            <a:pPr defTabSz="762000" eaLnBrk="0" hangingPunct="0"/>
            <a:r>
              <a:rPr kumimoji="1" lang="en-US" altLang="zh-CN" sz="2000">
                <a:solidFill>
                  <a:srgbClr val="333399"/>
                </a:solidFill>
              </a:rPr>
              <a:t>5</a:t>
            </a:r>
          </a:p>
        </p:txBody>
      </p:sp>
      <p:sp>
        <p:nvSpPr>
          <p:cNvPr id="155654" name="Text Box 6"/>
          <p:cNvSpPr txBox="1">
            <a:spLocks noChangeArrowheads="1"/>
          </p:cNvSpPr>
          <p:nvPr/>
        </p:nvSpPr>
        <p:spPr bwMode="auto">
          <a:xfrm>
            <a:off x="781050" y="3654425"/>
            <a:ext cx="325438" cy="396875"/>
          </a:xfrm>
          <a:prstGeom prst="rect">
            <a:avLst/>
          </a:prstGeom>
          <a:noFill/>
          <a:ln w="12700">
            <a:noFill/>
            <a:miter lim="800000"/>
            <a:headEnd/>
            <a:tailEnd/>
          </a:ln>
        </p:spPr>
        <p:txBody>
          <a:bodyPr wrap="none">
            <a:spAutoFit/>
          </a:bodyPr>
          <a:lstStyle/>
          <a:p>
            <a:pPr defTabSz="762000" eaLnBrk="0" hangingPunct="0"/>
            <a:r>
              <a:rPr kumimoji="1" lang="en-US" altLang="zh-CN" sz="2000">
                <a:solidFill>
                  <a:srgbClr val="333399"/>
                </a:solidFill>
              </a:rPr>
              <a:t>4</a:t>
            </a:r>
          </a:p>
        </p:txBody>
      </p:sp>
      <p:sp>
        <p:nvSpPr>
          <p:cNvPr id="155655" name="Text Box 7"/>
          <p:cNvSpPr txBox="1">
            <a:spLocks noChangeArrowheads="1"/>
          </p:cNvSpPr>
          <p:nvPr/>
        </p:nvSpPr>
        <p:spPr bwMode="auto">
          <a:xfrm>
            <a:off x="781050" y="4211638"/>
            <a:ext cx="325438" cy="396875"/>
          </a:xfrm>
          <a:prstGeom prst="rect">
            <a:avLst/>
          </a:prstGeom>
          <a:noFill/>
          <a:ln w="12700">
            <a:noFill/>
            <a:miter lim="800000"/>
            <a:headEnd/>
            <a:tailEnd/>
          </a:ln>
        </p:spPr>
        <p:txBody>
          <a:bodyPr wrap="none">
            <a:spAutoFit/>
          </a:bodyPr>
          <a:lstStyle/>
          <a:p>
            <a:pPr defTabSz="762000" eaLnBrk="0" hangingPunct="0"/>
            <a:r>
              <a:rPr kumimoji="1" lang="en-US" altLang="zh-CN" sz="2000">
                <a:solidFill>
                  <a:srgbClr val="333399"/>
                </a:solidFill>
              </a:rPr>
              <a:t>3</a:t>
            </a:r>
          </a:p>
        </p:txBody>
      </p:sp>
      <p:sp>
        <p:nvSpPr>
          <p:cNvPr id="155656" name="Text Box 8"/>
          <p:cNvSpPr txBox="1">
            <a:spLocks noChangeArrowheads="1"/>
          </p:cNvSpPr>
          <p:nvPr/>
        </p:nvSpPr>
        <p:spPr bwMode="auto">
          <a:xfrm>
            <a:off x="781050" y="4770438"/>
            <a:ext cx="325438" cy="396875"/>
          </a:xfrm>
          <a:prstGeom prst="rect">
            <a:avLst/>
          </a:prstGeom>
          <a:noFill/>
          <a:ln w="12700">
            <a:noFill/>
            <a:miter lim="800000"/>
            <a:headEnd/>
            <a:tailEnd/>
          </a:ln>
        </p:spPr>
        <p:txBody>
          <a:bodyPr wrap="none">
            <a:spAutoFit/>
          </a:bodyPr>
          <a:lstStyle/>
          <a:p>
            <a:pPr defTabSz="762000" eaLnBrk="0" hangingPunct="0"/>
            <a:r>
              <a:rPr kumimoji="1" lang="en-US" altLang="zh-CN" sz="2000">
                <a:solidFill>
                  <a:srgbClr val="333399"/>
                </a:solidFill>
              </a:rPr>
              <a:t>2</a:t>
            </a:r>
          </a:p>
        </p:txBody>
      </p:sp>
      <p:sp>
        <p:nvSpPr>
          <p:cNvPr id="155657" name="Text Box 9"/>
          <p:cNvSpPr txBox="1">
            <a:spLocks noChangeArrowheads="1"/>
          </p:cNvSpPr>
          <p:nvPr/>
        </p:nvSpPr>
        <p:spPr bwMode="auto">
          <a:xfrm>
            <a:off x="781050" y="5337175"/>
            <a:ext cx="325438" cy="396875"/>
          </a:xfrm>
          <a:prstGeom prst="rect">
            <a:avLst/>
          </a:prstGeom>
          <a:noFill/>
          <a:ln w="12700">
            <a:noFill/>
            <a:miter lim="800000"/>
            <a:headEnd/>
            <a:tailEnd/>
          </a:ln>
        </p:spPr>
        <p:txBody>
          <a:bodyPr wrap="none">
            <a:spAutoFit/>
          </a:bodyPr>
          <a:lstStyle/>
          <a:p>
            <a:pPr defTabSz="762000" eaLnBrk="0" hangingPunct="0"/>
            <a:r>
              <a:rPr kumimoji="1" lang="en-US" altLang="zh-CN" sz="2000">
                <a:solidFill>
                  <a:srgbClr val="333399"/>
                </a:solidFill>
              </a:rPr>
              <a:t>1</a:t>
            </a:r>
          </a:p>
        </p:txBody>
      </p:sp>
      <p:sp>
        <p:nvSpPr>
          <p:cNvPr id="155658" name="Freeform 10"/>
          <p:cNvSpPr>
            <a:spLocks/>
          </p:cNvSpPr>
          <p:nvPr/>
        </p:nvSpPr>
        <p:spPr bwMode="auto">
          <a:xfrm>
            <a:off x="533400" y="3449638"/>
            <a:ext cx="847725" cy="61912"/>
          </a:xfrm>
          <a:custGeom>
            <a:avLst/>
            <a:gdLst>
              <a:gd name="T0" fmla="*/ 0 w 534"/>
              <a:gd name="T1" fmla="*/ 2147483647 h 42"/>
              <a:gd name="T2" fmla="*/ 2147483647 w 534"/>
              <a:gd name="T3" fmla="*/ 2147483647 h 42"/>
              <a:gd name="T4" fmla="*/ 2147483647 w 534"/>
              <a:gd name="T5" fmla="*/ 0 h 42"/>
              <a:gd name="T6" fmla="*/ 0 60000 65536"/>
              <a:gd name="T7" fmla="*/ 0 60000 65536"/>
              <a:gd name="T8" fmla="*/ 0 60000 65536"/>
              <a:gd name="T9" fmla="*/ 0 w 534"/>
              <a:gd name="T10" fmla="*/ 0 h 42"/>
              <a:gd name="T11" fmla="*/ 534 w 534"/>
              <a:gd name="T12" fmla="*/ 42 h 42"/>
            </a:gdLst>
            <a:ahLst/>
            <a:cxnLst>
              <a:cxn ang="T6">
                <a:pos x="T0" y="T1"/>
              </a:cxn>
              <a:cxn ang="T7">
                <a:pos x="T2" y="T3"/>
              </a:cxn>
              <a:cxn ang="T8">
                <a:pos x="T4" y="T5"/>
              </a:cxn>
            </a:cxnLst>
            <a:rect l="T9" t="T10" r="T11" b="T12"/>
            <a:pathLst>
              <a:path w="534" h="42">
                <a:moveTo>
                  <a:pt x="0" y="42"/>
                </a:moveTo>
                <a:lnTo>
                  <a:pt x="468" y="42"/>
                </a:lnTo>
                <a:cubicBezTo>
                  <a:pt x="490" y="28"/>
                  <a:pt x="534" y="0"/>
                  <a:pt x="534" y="0"/>
                </a:cubicBezTo>
              </a:path>
            </a:pathLst>
          </a:custGeom>
          <a:noFill/>
          <a:ln w="19050">
            <a:solidFill>
              <a:schemeClr val="tx1"/>
            </a:solidFill>
            <a:round/>
            <a:headEnd type="none" w="sm" len="lg"/>
            <a:tailEnd type="none" w="sm" len="lg"/>
          </a:ln>
        </p:spPr>
        <p:txBody>
          <a:bodyPr wrap="none" anchor="ctr"/>
          <a:lstStyle/>
          <a:p>
            <a:endParaRPr lang="zh-CN" altLang="en-US"/>
          </a:p>
        </p:txBody>
      </p:sp>
      <p:sp>
        <p:nvSpPr>
          <p:cNvPr id="155659" name="Freeform 11"/>
          <p:cNvSpPr>
            <a:spLocks/>
          </p:cNvSpPr>
          <p:nvPr/>
        </p:nvSpPr>
        <p:spPr bwMode="auto">
          <a:xfrm>
            <a:off x="542925" y="4024313"/>
            <a:ext cx="847725" cy="61912"/>
          </a:xfrm>
          <a:custGeom>
            <a:avLst/>
            <a:gdLst>
              <a:gd name="T0" fmla="*/ 0 w 534"/>
              <a:gd name="T1" fmla="*/ 2147483647 h 42"/>
              <a:gd name="T2" fmla="*/ 2147483647 w 534"/>
              <a:gd name="T3" fmla="*/ 2147483647 h 42"/>
              <a:gd name="T4" fmla="*/ 2147483647 w 534"/>
              <a:gd name="T5" fmla="*/ 0 h 42"/>
              <a:gd name="T6" fmla="*/ 0 60000 65536"/>
              <a:gd name="T7" fmla="*/ 0 60000 65536"/>
              <a:gd name="T8" fmla="*/ 0 60000 65536"/>
              <a:gd name="T9" fmla="*/ 0 w 534"/>
              <a:gd name="T10" fmla="*/ 0 h 42"/>
              <a:gd name="T11" fmla="*/ 534 w 534"/>
              <a:gd name="T12" fmla="*/ 42 h 42"/>
            </a:gdLst>
            <a:ahLst/>
            <a:cxnLst>
              <a:cxn ang="T6">
                <a:pos x="T0" y="T1"/>
              </a:cxn>
              <a:cxn ang="T7">
                <a:pos x="T2" y="T3"/>
              </a:cxn>
              <a:cxn ang="T8">
                <a:pos x="T4" y="T5"/>
              </a:cxn>
            </a:cxnLst>
            <a:rect l="T9" t="T10" r="T11" b="T12"/>
            <a:pathLst>
              <a:path w="534" h="42">
                <a:moveTo>
                  <a:pt x="0" y="36"/>
                </a:moveTo>
                <a:lnTo>
                  <a:pt x="468" y="42"/>
                </a:lnTo>
                <a:cubicBezTo>
                  <a:pt x="490" y="28"/>
                  <a:pt x="534" y="0"/>
                  <a:pt x="534" y="0"/>
                </a:cubicBezTo>
              </a:path>
            </a:pathLst>
          </a:custGeom>
          <a:noFill/>
          <a:ln w="19050">
            <a:solidFill>
              <a:schemeClr val="tx1"/>
            </a:solidFill>
            <a:round/>
            <a:headEnd type="none" w="sm" len="lg"/>
            <a:tailEnd type="none" w="sm" len="lg"/>
          </a:ln>
        </p:spPr>
        <p:txBody>
          <a:bodyPr wrap="none" anchor="ctr"/>
          <a:lstStyle/>
          <a:p>
            <a:endParaRPr lang="zh-CN" altLang="en-US"/>
          </a:p>
        </p:txBody>
      </p:sp>
      <p:sp>
        <p:nvSpPr>
          <p:cNvPr id="155660" name="Freeform 12"/>
          <p:cNvSpPr>
            <a:spLocks/>
          </p:cNvSpPr>
          <p:nvPr/>
        </p:nvSpPr>
        <p:spPr bwMode="auto">
          <a:xfrm>
            <a:off x="520700" y="4600575"/>
            <a:ext cx="869950" cy="60325"/>
          </a:xfrm>
          <a:custGeom>
            <a:avLst/>
            <a:gdLst>
              <a:gd name="T0" fmla="*/ 0 w 548"/>
              <a:gd name="T1" fmla="*/ 2147483647 h 42"/>
              <a:gd name="T2" fmla="*/ 2147483647 w 548"/>
              <a:gd name="T3" fmla="*/ 2147483647 h 42"/>
              <a:gd name="T4" fmla="*/ 2147483647 w 548"/>
              <a:gd name="T5" fmla="*/ 0 h 42"/>
              <a:gd name="T6" fmla="*/ 0 60000 65536"/>
              <a:gd name="T7" fmla="*/ 0 60000 65536"/>
              <a:gd name="T8" fmla="*/ 0 60000 65536"/>
              <a:gd name="T9" fmla="*/ 0 w 548"/>
              <a:gd name="T10" fmla="*/ 0 h 42"/>
              <a:gd name="T11" fmla="*/ 548 w 548"/>
              <a:gd name="T12" fmla="*/ 42 h 42"/>
            </a:gdLst>
            <a:ahLst/>
            <a:cxnLst>
              <a:cxn ang="T6">
                <a:pos x="T0" y="T1"/>
              </a:cxn>
              <a:cxn ang="T7">
                <a:pos x="T2" y="T3"/>
              </a:cxn>
              <a:cxn ang="T8">
                <a:pos x="T4" y="T5"/>
              </a:cxn>
            </a:cxnLst>
            <a:rect l="T9" t="T10" r="T11" b="T12"/>
            <a:pathLst>
              <a:path w="548" h="42">
                <a:moveTo>
                  <a:pt x="0" y="42"/>
                </a:moveTo>
                <a:lnTo>
                  <a:pt x="482" y="42"/>
                </a:lnTo>
                <a:cubicBezTo>
                  <a:pt x="504" y="28"/>
                  <a:pt x="548" y="0"/>
                  <a:pt x="548" y="0"/>
                </a:cubicBezTo>
              </a:path>
            </a:pathLst>
          </a:custGeom>
          <a:noFill/>
          <a:ln w="19050">
            <a:solidFill>
              <a:schemeClr val="tx1"/>
            </a:solidFill>
            <a:round/>
            <a:headEnd type="none" w="sm" len="lg"/>
            <a:tailEnd type="none" w="sm" len="lg"/>
          </a:ln>
        </p:spPr>
        <p:txBody>
          <a:bodyPr wrap="none" anchor="ctr"/>
          <a:lstStyle/>
          <a:p>
            <a:endParaRPr lang="zh-CN" altLang="en-US"/>
          </a:p>
        </p:txBody>
      </p:sp>
      <p:sp>
        <p:nvSpPr>
          <p:cNvPr id="155661" name="Freeform 13"/>
          <p:cNvSpPr>
            <a:spLocks/>
          </p:cNvSpPr>
          <p:nvPr/>
        </p:nvSpPr>
        <p:spPr bwMode="auto">
          <a:xfrm>
            <a:off x="520700" y="5192713"/>
            <a:ext cx="860425" cy="60325"/>
          </a:xfrm>
          <a:custGeom>
            <a:avLst/>
            <a:gdLst>
              <a:gd name="T0" fmla="*/ 0 w 542"/>
              <a:gd name="T1" fmla="*/ 2147483647 h 42"/>
              <a:gd name="T2" fmla="*/ 2147483647 w 542"/>
              <a:gd name="T3" fmla="*/ 2147483647 h 42"/>
              <a:gd name="T4" fmla="*/ 2147483647 w 542"/>
              <a:gd name="T5" fmla="*/ 0 h 42"/>
              <a:gd name="T6" fmla="*/ 0 60000 65536"/>
              <a:gd name="T7" fmla="*/ 0 60000 65536"/>
              <a:gd name="T8" fmla="*/ 0 60000 65536"/>
              <a:gd name="T9" fmla="*/ 0 w 542"/>
              <a:gd name="T10" fmla="*/ 0 h 42"/>
              <a:gd name="T11" fmla="*/ 542 w 542"/>
              <a:gd name="T12" fmla="*/ 42 h 42"/>
            </a:gdLst>
            <a:ahLst/>
            <a:cxnLst>
              <a:cxn ang="T6">
                <a:pos x="T0" y="T1"/>
              </a:cxn>
              <a:cxn ang="T7">
                <a:pos x="T2" y="T3"/>
              </a:cxn>
              <a:cxn ang="T8">
                <a:pos x="T4" y="T5"/>
              </a:cxn>
            </a:cxnLst>
            <a:rect l="T9" t="T10" r="T11" b="T12"/>
            <a:pathLst>
              <a:path w="542" h="42">
                <a:moveTo>
                  <a:pt x="0" y="42"/>
                </a:moveTo>
                <a:lnTo>
                  <a:pt x="476" y="42"/>
                </a:lnTo>
                <a:cubicBezTo>
                  <a:pt x="498" y="28"/>
                  <a:pt x="542" y="0"/>
                  <a:pt x="542" y="0"/>
                </a:cubicBezTo>
              </a:path>
            </a:pathLst>
          </a:custGeom>
          <a:noFill/>
          <a:ln w="19050">
            <a:solidFill>
              <a:schemeClr val="tx1"/>
            </a:solidFill>
            <a:round/>
            <a:headEnd type="none" w="sm" len="lg"/>
            <a:tailEnd type="none" w="sm" len="lg"/>
          </a:ln>
        </p:spPr>
        <p:txBody>
          <a:bodyPr wrap="none" anchor="ctr"/>
          <a:lstStyle/>
          <a:p>
            <a:endParaRPr lang="zh-CN" altLang="en-US"/>
          </a:p>
        </p:txBody>
      </p:sp>
      <p:sp>
        <p:nvSpPr>
          <p:cNvPr id="155662" name="AutoShape 14"/>
          <p:cNvSpPr>
            <a:spLocks noChangeArrowheads="1"/>
          </p:cNvSpPr>
          <p:nvPr/>
        </p:nvSpPr>
        <p:spPr bwMode="auto">
          <a:xfrm>
            <a:off x="7886700" y="2814638"/>
            <a:ext cx="838200" cy="3030537"/>
          </a:xfrm>
          <a:prstGeom prst="cube">
            <a:avLst>
              <a:gd name="adj" fmla="val 10764"/>
            </a:avLst>
          </a:prstGeom>
          <a:solidFill>
            <a:srgbClr val="FFFF99"/>
          </a:solidFill>
          <a:ln w="19050">
            <a:solidFill>
              <a:schemeClr val="tx1"/>
            </a:solidFill>
            <a:miter lim="800000"/>
            <a:headEnd type="none" w="sm" len="lg"/>
            <a:tailEnd type="none" w="sm" len="lg"/>
          </a:ln>
        </p:spPr>
        <p:txBody>
          <a:bodyPr wrap="none" anchor="ctr"/>
          <a:lstStyle/>
          <a:p>
            <a:endParaRPr lang="zh-CN" altLang="en-US"/>
          </a:p>
        </p:txBody>
      </p:sp>
      <p:sp>
        <p:nvSpPr>
          <p:cNvPr id="155663" name="Text Box 15"/>
          <p:cNvSpPr txBox="1">
            <a:spLocks noChangeArrowheads="1"/>
          </p:cNvSpPr>
          <p:nvPr/>
        </p:nvSpPr>
        <p:spPr bwMode="auto">
          <a:xfrm>
            <a:off x="7924800" y="2992438"/>
            <a:ext cx="325438" cy="396875"/>
          </a:xfrm>
          <a:prstGeom prst="rect">
            <a:avLst/>
          </a:prstGeom>
          <a:noFill/>
          <a:ln w="12700">
            <a:noFill/>
            <a:miter lim="800000"/>
            <a:headEnd/>
            <a:tailEnd/>
          </a:ln>
        </p:spPr>
        <p:txBody>
          <a:bodyPr wrap="none">
            <a:spAutoFit/>
          </a:bodyPr>
          <a:lstStyle/>
          <a:p>
            <a:pPr defTabSz="762000" eaLnBrk="0" hangingPunct="0"/>
            <a:r>
              <a:rPr kumimoji="1" lang="en-US" altLang="zh-CN" sz="2000">
                <a:solidFill>
                  <a:srgbClr val="333399"/>
                </a:solidFill>
              </a:rPr>
              <a:t>5</a:t>
            </a:r>
          </a:p>
        </p:txBody>
      </p:sp>
      <p:sp>
        <p:nvSpPr>
          <p:cNvPr id="155664" name="Text Box 16"/>
          <p:cNvSpPr txBox="1">
            <a:spLocks noChangeArrowheads="1"/>
          </p:cNvSpPr>
          <p:nvPr/>
        </p:nvSpPr>
        <p:spPr bwMode="auto">
          <a:xfrm>
            <a:off x="7924800" y="3619500"/>
            <a:ext cx="325438" cy="396875"/>
          </a:xfrm>
          <a:prstGeom prst="rect">
            <a:avLst/>
          </a:prstGeom>
          <a:noFill/>
          <a:ln w="12700">
            <a:noFill/>
            <a:miter lim="800000"/>
            <a:headEnd/>
            <a:tailEnd/>
          </a:ln>
        </p:spPr>
        <p:txBody>
          <a:bodyPr wrap="none">
            <a:spAutoFit/>
          </a:bodyPr>
          <a:lstStyle/>
          <a:p>
            <a:pPr defTabSz="762000" eaLnBrk="0" hangingPunct="0"/>
            <a:r>
              <a:rPr kumimoji="1" lang="en-US" altLang="zh-CN" sz="2000">
                <a:solidFill>
                  <a:srgbClr val="333399"/>
                </a:solidFill>
              </a:rPr>
              <a:t>4</a:t>
            </a:r>
          </a:p>
        </p:txBody>
      </p:sp>
      <p:sp>
        <p:nvSpPr>
          <p:cNvPr id="155665" name="Text Box 17"/>
          <p:cNvSpPr txBox="1">
            <a:spLocks noChangeArrowheads="1"/>
          </p:cNvSpPr>
          <p:nvPr/>
        </p:nvSpPr>
        <p:spPr bwMode="auto">
          <a:xfrm>
            <a:off x="7924800" y="4176713"/>
            <a:ext cx="325438" cy="396875"/>
          </a:xfrm>
          <a:prstGeom prst="rect">
            <a:avLst/>
          </a:prstGeom>
          <a:noFill/>
          <a:ln w="12700">
            <a:noFill/>
            <a:miter lim="800000"/>
            <a:headEnd/>
            <a:tailEnd/>
          </a:ln>
        </p:spPr>
        <p:txBody>
          <a:bodyPr wrap="none">
            <a:spAutoFit/>
          </a:bodyPr>
          <a:lstStyle/>
          <a:p>
            <a:pPr defTabSz="762000" eaLnBrk="0" hangingPunct="0"/>
            <a:r>
              <a:rPr kumimoji="1" lang="en-US" altLang="zh-CN" sz="2000">
                <a:solidFill>
                  <a:srgbClr val="333399"/>
                </a:solidFill>
              </a:rPr>
              <a:t>3</a:t>
            </a:r>
          </a:p>
        </p:txBody>
      </p:sp>
      <p:sp>
        <p:nvSpPr>
          <p:cNvPr id="155666" name="Text Box 18"/>
          <p:cNvSpPr txBox="1">
            <a:spLocks noChangeArrowheads="1"/>
          </p:cNvSpPr>
          <p:nvPr/>
        </p:nvSpPr>
        <p:spPr bwMode="auto">
          <a:xfrm>
            <a:off x="7924800" y="4737100"/>
            <a:ext cx="325438" cy="396875"/>
          </a:xfrm>
          <a:prstGeom prst="rect">
            <a:avLst/>
          </a:prstGeom>
          <a:noFill/>
          <a:ln w="12700">
            <a:noFill/>
            <a:miter lim="800000"/>
            <a:headEnd/>
            <a:tailEnd/>
          </a:ln>
        </p:spPr>
        <p:txBody>
          <a:bodyPr wrap="none">
            <a:spAutoFit/>
          </a:bodyPr>
          <a:lstStyle/>
          <a:p>
            <a:pPr defTabSz="762000" eaLnBrk="0" hangingPunct="0"/>
            <a:r>
              <a:rPr kumimoji="1" lang="en-US" altLang="zh-CN" sz="2000">
                <a:solidFill>
                  <a:srgbClr val="333399"/>
                </a:solidFill>
              </a:rPr>
              <a:t>2</a:t>
            </a:r>
          </a:p>
        </p:txBody>
      </p:sp>
      <p:sp>
        <p:nvSpPr>
          <p:cNvPr id="155667" name="Text Box 19"/>
          <p:cNvSpPr txBox="1">
            <a:spLocks noChangeArrowheads="1"/>
          </p:cNvSpPr>
          <p:nvPr/>
        </p:nvSpPr>
        <p:spPr bwMode="auto">
          <a:xfrm>
            <a:off x="7924800" y="5302250"/>
            <a:ext cx="325438" cy="396875"/>
          </a:xfrm>
          <a:prstGeom prst="rect">
            <a:avLst/>
          </a:prstGeom>
          <a:noFill/>
          <a:ln w="12700">
            <a:noFill/>
            <a:miter lim="800000"/>
            <a:headEnd/>
            <a:tailEnd/>
          </a:ln>
        </p:spPr>
        <p:txBody>
          <a:bodyPr wrap="none">
            <a:spAutoFit/>
          </a:bodyPr>
          <a:lstStyle/>
          <a:p>
            <a:pPr defTabSz="762000" eaLnBrk="0" hangingPunct="0"/>
            <a:r>
              <a:rPr kumimoji="1" lang="en-US" altLang="zh-CN" sz="2000">
                <a:solidFill>
                  <a:srgbClr val="333399"/>
                </a:solidFill>
              </a:rPr>
              <a:t>1</a:t>
            </a:r>
          </a:p>
        </p:txBody>
      </p:sp>
      <p:sp>
        <p:nvSpPr>
          <p:cNvPr id="155668" name="Freeform 20"/>
          <p:cNvSpPr>
            <a:spLocks/>
          </p:cNvSpPr>
          <p:nvPr/>
        </p:nvSpPr>
        <p:spPr bwMode="auto">
          <a:xfrm>
            <a:off x="7886700" y="3414713"/>
            <a:ext cx="847725" cy="61912"/>
          </a:xfrm>
          <a:custGeom>
            <a:avLst/>
            <a:gdLst>
              <a:gd name="T0" fmla="*/ 0 w 534"/>
              <a:gd name="T1" fmla="*/ 2147483647 h 42"/>
              <a:gd name="T2" fmla="*/ 2147483647 w 534"/>
              <a:gd name="T3" fmla="*/ 2147483647 h 42"/>
              <a:gd name="T4" fmla="*/ 2147483647 w 534"/>
              <a:gd name="T5" fmla="*/ 0 h 42"/>
              <a:gd name="T6" fmla="*/ 0 60000 65536"/>
              <a:gd name="T7" fmla="*/ 0 60000 65536"/>
              <a:gd name="T8" fmla="*/ 0 60000 65536"/>
              <a:gd name="T9" fmla="*/ 0 w 534"/>
              <a:gd name="T10" fmla="*/ 0 h 42"/>
              <a:gd name="T11" fmla="*/ 534 w 534"/>
              <a:gd name="T12" fmla="*/ 42 h 42"/>
            </a:gdLst>
            <a:ahLst/>
            <a:cxnLst>
              <a:cxn ang="T6">
                <a:pos x="T0" y="T1"/>
              </a:cxn>
              <a:cxn ang="T7">
                <a:pos x="T2" y="T3"/>
              </a:cxn>
              <a:cxn ang="T8">
                <a:pos x="T4" y="T5"/>
              </a:cxn>
            </a:cxnLst>
            <a:rect l="T9" t="T10" r="T11" b="T12"/>
            <a:pathLst>
              <a:path w="534" h="42">
                <a:moveTo>
                  <a:pt x="0" y="42"/>
                </a:moveTo>
                <a:lnTo>
                  <a:pt x="468" y="42"/>
                </a:lnTo>
                <a:cubicBezTo>
                  <a:pt x="490" y="28"/>
                  <a:pt x="534" y="0"/>
                  <a:pt x="534" y="0"/>
                </a:cubicBezTo>
              </a:path>
            </a:pathLst>
          </a:custGeom>
          <a:noFill/>
          <a:ln w="19050">
            <a:solidFill>
              <a:schemeClr val="tx1"/>
            </a:solidFill>
            <a:round/>
            <a:headEnd type="none" w="sm" len="lg"/>
            <a:tailEnd type="none" w="sm" len="lg"/>
          </a:ln>
        </p:spPr>
        <p:txBody>
          <a:bodyPr wrap="none" anchor="ctr"/>
          <a:lstStyle/>
          <a:p>
            <a:endParaRPr lang="zh-CN" altLang="en-US"/>
          </a:p>
        </p:txBody>
      </p:sp>
      <p:sp>
        <p:nvSpPr>
          <p:cNvPr id="155669" name="Freeform 21"/>
          <p:cNvSpPr>
            <a:spLocks/>
          </p:cNvSpPr>
          <p:nvPr/>
        </p:nvSpPr>
        <p:spPr bwMode="auto">
          <a:xfrm>
            <a:off x="7896225" y="3989388"/>
            <a:ext cx="847725" cy="61912"/>
          </a:xfrm>
          <a:custGeom>
            <a:avLst/>
            <a:gdLst>
              <a:gd name="T0" fmla="*/ 0 w 534"/>
              <a:gd name="T1" fmla="*/ 2147483647 h 42"/>
              <a:gd name="T2" fmla="*/ 2147483647 w 534"/>
              <a:gd name="T3" fmla="*/ 2147483647 h 42"/>
              <a:gd name="T4" fmla="*/ 2147483647 w 534"/>
              <a:gd name="T5" fmla="*/ 0 h 42"/>
              <a:gd name="T6" fmla="*/ 0 60000 65536"/>
              <a:gd name="T7" fmla="*/ 0 60000 65536"/>
              <a:gd name="T8" fmla="*/ 0 60000 65536"/>
              <a:gd name="T9" fmla="*/ 0 w 534"/>
              <a:gd name="T10" fmla="*/ 0 h 42"/>
              <a:gd name="T11" fmla="*/ 534 w 534"/>
              <a:gd name="T12" fmla="*/ 42 h 42"/>
            </a:gdLst>
            <a:ahLst/>
            <a:cxnLst>
              <a:cxn ang="T6">
                <a:pos x="T0" y="T1"/>
              </a:cxn>
              <a:cxn ang="T7">
                <a:pos x="T2" y="T3"/>
              </a:cxn>
              <a:cxn ang="T8">
                <a:pos x="T4" y="T5"/>
              </a:cxn>
            </a:cxnLst>
            <a:rect l="T9" t="T10" r="T11" b="T12"/>
            <a:pathLst>
              <a:path w="534" h="42">
                <a:moveTo>
                  <a:pt x="0" y="36"/>
                </a:moveTo>
                <a:lnTo>
                  <a:pt x="468" y="42"/>
                </a:lnTo>
                <a:cubicBezTo>
                  <a:pt x="490" y="28"/>
                  <a:pt x="534" y="0"/>
                  <a:pt x="534" y="0"/>
                </a:cubicBezTo>
              </a:path>
            </a:pathLst>
          </a:custGeom>
          <a:noFill/>
          <a:ln w="19050">
            <a:solidFill>
              <a:schemeClr val="tx1"/>
            </a:solidFill>
            <a:round/>
            <a:headEnd type="none" w="sm" len="lg"/>
            <a:tailEnd type="none" w="sm" len="lg"/>
          </a:ln>
        </p:spPr>
        <p:txBody>
          <a:bodyPr wrap="none" anchor="ctr"/>
          <a:lstStyle/>
          <a:p>
            <a:endParaRPr lang="zh-CN" altLang="en-US"/>
          </a:p>
        </p:txBody>
      </p:sp>
      <p:sp>
        <p:nvSpPr>
          <p:cNvPr id="155670" name="Freeform 22"/>
          <p:cNvSpPr>
            <a:spLocks/>
          </p:cNvSpPr>
          <p:nvPr/>
        </p:nvSpPr>
        <p:spPr bwMode="auto">
          <a:xfrm>
            <a:off x="7874000" y="4565650"/>
            <a:ext cx="869950" cy="60325"/>
          </a:xfrm>
          <a:custGeom>
            <a:avLst/>
            <a:gdLst>
              <a:gd name="T0" fmla="*/ 0 w 548"/>
              <a:gd name="T1" fmla="*/ 2147483647 h 42"/>
              <a:gd name="T2" fmla="*/ 2147483647 w 548"/>
              <a:gd name="T3" fmla="*/ 2147483647 h 42"/>
              <a:gd name="T4" fmla="*/ 2147483647 w 548"/>
              <a:gd name="T5" fmla="*/ 0 h 42"/>
              <a:gd name="T6" fmla="*/ 0 60000 65536"/>
              <a:gd name="T7" fmla="*/ 0 60000 65536"/>
              <a:gd name="T8" fmla="*/ 0 60000 65536"/>
              <a:gd name="T9" fmla="*/ 0 w 548"/>
              <a:gd name="T10" fmla="*/ 0 h 42"/>
              <a:gd name="T11" fmla="*/ 548 w 548"/>
              <a:gd name="T12" fmla="*/ 42 h 42"/>
            </a:gdLst>
            <a:ahLst/>
            <a:cxnLst>
              <a:cxn ang="T6">
                <a:pos x="T0" y="T1"/>
              </a:cxn>
              <a:cxn ang="T7">
                <a:pos x="T2" y="T3"/>
              </a:cxn>
              <a:cxn ang="T8">
                <a:pos x="T4" y="T5"/>
              </a:cxn>
            </a:cxnLst>
            <a:rect l="T9" t="T10" r="T11" b="T12"/>
            <a:pathLst>
              <a:path w="548" h="42">
                <a:moveTo>
                  <a:pt x="0" y="42"/>
                </a:moveTo>
                <a:lnTo>
                  <a:pt x="482" y="42"/>
                </a:lnTo>
                <a:cubicBezTo>
                  <a:pt x="504" y="28"/>
                  <a:pt x="548" y="0"/>
                  <a:pt x="548" y="0"/>
                </a:cubicBezTo>
              </a:path>
            </a:pathLst>
          </a:custGeom>
          <a:noFill/>
          <a:ln w="19050">
            <a:solidFill>
              <a:schemeClr val="tx1"/>
            </a:solidFill>
            <a:round/>
            <a:headEnd type="none" w="sm" len="lg"/>
            <a:tailEnd type="none" w="sm" len="lg"/>
          </a:ln>
        </p:spPr>
        <p:txBody>
          <a:bodyPr wrap="none" anchor="ctr"/>
          <a:lstStyle/>
          <a:p>
            <a:endParaRPr lang="zh-CN" altLang="en-US"/>
          </a:p>
        </p:txBody>
      </p:sp>
      <p:sp>
        <p:nvSpPr>
          <p:cNvPr id="155671" name="Freeform 23"/>
          <p:cNvSpPr>
            <a:spLocks/>
          </p:cNvSpPr>
          <p:nvPr/>
        </p:nvSpPr>
        <p:spPr bwMode="auto">
          <a:xfrm>
            <a:off x="7874000" y="5157788"/>
            <a:ext cx="860425" cy="60325"/>
          </a:xfrm>
          <a:custGeom>
            <a:avLst/>
            <a:gdLst>
              <a:gd name="T0" fmla="*/ 0 w 542"/>
              <a:gd name="T1" fmla="*/ 2147483647 h 42"/>
              <a:gd name="T2" fmla="*/ 2147483647 w 542"/>
              <a:gd name="T3" fmla="*/ 2147483647 h 42"/>
              <a:gd name="T4" fmla="*/ 2147483647 w 542"/>
              <a:gd name="T5" fmla="*/ 0 h 42"/>
              <a:gd name="T6" fmla="*/ 0 60000 65536"/>
              <a:gd name="T7" fmla="*/ 0 60000 65536"/>
              <a:gd name="T8" fmla="*/ 0 60000 65536"/>
              <a:gd name="T9" fmla="*/ 0 w 542"/>
              <a:gd name="T10" fmla="*/ 0 h 42"/>
              <a:gd name="T11" fmla="*/ 542 w 542"/>
              <a:gd name="T12" fmla="*/ 42 h 42"/>
            </a:gdLst>
            <a:ahLst/>
            <a:cxnLst>
              <a:cxn ang="T6">
                <a:pos x="T0" y="T1"/>
              </a:cxn>
              <a:cxn ang="T7">
                <a:pos x="T2" y="T3"/>
              </a:cxn>
              <a:cxn ang="T8">
                <a:pos x="T4" y="T5"/>
              </a:cxn>
            </a:cxnLst>
            <a:rect l="T9" t="T10" r="T11" b="T12"/>
            <a:pathLst>
              <a:path w="542" h="42">
                <a:moveTo>
                  <a:pt x="0" y="42"/>
                </a:moveTo>
                <a:lnTo>
                  <a:pt x="476" y="42"/>
                </a:lnTo>
                <a:cubicBezTo>
                  <a:pt x="498" y="28"/>
                  <a:pt x="542" y="0"/>
                  <a:pt x="542" y="0"/>
                </a:cubicBezTo>
              </a:path>
            </a:pathLst>
          </a:custGeom>
          <a:noFill/>
          <a:ln w="19050">
            <a:solidFill>
              <a:schemeClr val="tx1"/>
            </a:solidFill>
            <a:round/>
            <a:headEnd type="none" w="sm" len="lg"/>
            <a:tailEnd type="none" w="sm" len="lg"/>
          </a:ln>
        </p:spPr>
        <p:txBody>
          <a:bodyPr wrap="none" anchor="ctr"/>
          <a:lstStyle/>
          <a:p>
            <a:endParaRPr lang="zh-CN" altLang="en-US"/>
          </a:p>
        </p:txBody>
      </p:sp>
      <p:sp>
        <p:nvSpPr>
          <p:cNvPr id="155672" name="Text Box 24"/>
          <p:cNvSpPr txBox="1">
            <a:spLocks noChangeArrowheads="1"/>
          </p:cNvSpPr>
          <p:nvPr/>
        </p:nvSpPr>
        <p:spPr bwMode="auto">
          <a:xfrm>
            <a:off x="395288" y="1973263"/>
            <a:ext cx="868362" cy="396875"/>
          </a:xfrm>
          <a:prstGeom prst="rect">
            <a:avLst/>
          </a:prstGeom>
          <a:noFill/>
          <a:ln w="12700">
            <a:noFill/>
            <a:miter lim="800000"/>
            <a:headEnd type="none" w="sm" len="lg"/>
            <a:tailEnd type="none" w="sm" len="lg"/>
          </a:ln>
        </p:spPr>
        <p:txBody>
          <a:bodyPr wrap="none">
            <a:spAutoFit/>
          </a:bodyPr>
          <a:lstStyle/>
          <a:p>
            <a:pPr defTabSz="762000" eaLnBrk="0" hangingPunct="0"/>
            <a:r>
              <a:rPr kumimoji="1" lang="zh-CN" altLang="en-US" sz="2000">
                <a:solidFill>
                  <a:srgbClr val="333399"/>
                </a:solidFill>
                <a:ea typeface="黑体" pitchFamily="49" charset="-122"/>
              </a:rPr>
              <a:t>主机</a:t>
            </a:r>
            <a:r>
              <a:rPr kumimoji="1" lang="zh-CN" altLang="en-US" sz="1000">
                <a:solidFill>
                  <a:srgbClr val="333399"/>
                </a:solidFill>
                <a:ea typeface="黑体" pitchFamily="49" charset="-122"/>
              </a:rPr>
              <a:t> </a:t>
            </a:r>
            <a:r>
              <a:rPr kumimoji="1" lang="en-US" altLang="zh-CN" sz="2000">
                <a:solidFill>
                  <a:srgbClr val="333399"/>
                </a:solidFill>
                <a:ea typeface="黑体" pitchFamily="49" charset="-122"/>
              </a:rPr>
              <a:t>1</a:t>
            </a:r>
          </a:p>
        </p:txBody>
      </p:sp>
      <p:sp>
        <p:nvSpPr>
          <p:cNvPr id="155673" name="AutoShape 25"/>
          <p:cNvSpPr>
            <a:spLocks noChangeArrowheads="1"/>
          </p:cNvSpPr>
          <p:nvPr/>
        </p:nvSpPr>
        <p:spPr bwMode="auto">
          <a:xfrm>
            <a:off x="8034338" y="2317750"/>
            <a:ext cx="685800" cy="557213"/>
          </a:xfrm>
          <a:prstGeom prst="cube">
            <a:avLst>
              <a:gd name="adj" fmla="val 17593"/>
            </a:avLst>
          </a:prstGeom>
          <a:solidFill>
            <a:srgbClr val="FFFF99"/>
          </a:solidFill>
          <a:ln w="19050">
            <a:solidFill>
              <a:schemeClr val="tx1"/>
            </a:solidFill>
            <a:miter lim="800000"/>
            <a:headEnd type="none" w="sm" len="lg"/>
            <a:tailEnd type="none" w="sm" len="lg"/>
          </a:ln>
        </p:spPr>
        <p:txBody>
          <a:bodyPr wrap="none" anchor="ctr"/>
          <a:lstStyle/>
          <a:p>
            <a:endParaRPr lang="zh-CN" altLang="en-US"/>
          </a:p>
        </p:txBody>
      </p:sp>
      <p:sp>
        <p:nvSpPr>
          <p:cNvPr id="155674" name="Text Box 26"/>
          <p:cNvSpPr txBox="1">
            <a:spLocks noChangeArrowheads="1"/>
          </p:cNvSpPr>
          <p:nvPr/>
        </p:nvSpPr>
        <p:spPr bwMode="auto">
          <a:xfrm>
            <a:off x="8027988" y="2422525"/>
            <a:ext cx="615950" cy="396875"/>
          </a:xfrm>
          <a:prstGeom prst="rect">
            <a:avLst/>
          </a:prstGeom>
          <a:noFill/>
          <a:ln w="12700">
            <a:noFill/>
            <a:miter lim="800000"/>
            <a:headEnd/>
            <a:tailEnd/>
          </a:ln>
        </p:spPr>
        <p:txBody>
          <a:bodyPr wrap="none">
            <a:spAutoFit/>
          </a:bodyPr>
          <a:lstStyle/>
          <a:p>
            <a:pPr defTabSz="762000" eaLnBrk="0" hangingPunct="0"/>
            <a:r>
              <a:rPr kumimoji="1" lang="en-US" altLang="zh-CN" sz="2000">
                <a:solidFill>
                  <a:srgbClr val="333399"/>
                </a:solidFill>
              </a:rPr>
              <a:t>AP</a:t>
            </a:r>
            <a:r>
              <a:rPr kumimoji="1" lang="en-US" altLang="zh-CN" sz="2000" b="1" baseline="-25000">
                <a:solidFill>
                  <a:srgbClr val="333399"/>
                </a:solidFill>
              </a:rPr>
              <a:t>2</a:t>
            </a:r>
            <a:endParaRPr kumimoji="1" lang="en-US" altLang="zh-CN" sz="2000" b="1">
              <a:solidFill>
                <a:srgbClr val="333399"/>
              </a:solidFill>
            </a:endParaRPr>
          </a:p>
        </p:txBody>
      </p:sp>
      <p:sp>
        <p:nvSpPr>
          <p:cNvPr id="155675" name="AutoShape 27"/>
          <p:cNvSpPr>
            <a:spLocks noChangeArrowheads="1"/>
          </p:cNvSpPr>
          <p:nvPr/>
        </p:nvSpPr>
        <p:spPr bwMode="auto">
          <a:xfrm>
            <a:off x="538163" y="2360613"/>
            <a:ext cx="685800" cy="557212"/>
          </a:xfrm>
          <a:prstGeom prst="cube">
            <a:avLst>
              <a:gd name="adj" fmla="val 17593"/>
            </a:avLst>
          </a:prstGeom>
          <a:solidFill>
            <a:srgbClr val="FFFF99"/>
          </a:solidFill>
          <a:ln w="19050">
            <a:solidFill>
              <a:schemeClr val="tx1"/>
            </a:solidFill>
            <a:miter lim="800000"/>
            <a:headEnd type="none" w="sm" len="lg"/>
            <a:tailEnd type="none" w="sm" len="lg"/>
          </a:ln>
        </p:spPr>
        <p:txBody>
          <a:bodyPr wrap="none" anchor="ctr"/>
          <a:lstStyle/>
          <a:p>
            <a:endParaRPr lang="zh-CN" altLang="en-US"/>
          </a:p>
        </p:txBody>
      </p:sp>
      <p:sp>
        <p:nvSpPr>
          <p:cNvPr id="155676" name="Text Box 28"/>
          <p:cNvSpPr txBox="1">
            <a:spLocks noChangeArrowheads="1"/>
          </p:cNvSpPr>
          <p:nvPr/>
        </p:nvSpPr>
        <p:spPr bwMode="auto">
          <a:xfrm>
            <a:off x="558800" y="2481263"/>
            <a:ext cx="615950" cy="396875"/>
          </a:xfrm>
          <a:prstGeom prst="rect">
            <a:avLst/>
          </a:prstGeom>
          <a:noFill/>
          <a:ln w="12700">
            <a:noFill/>
            <a:miter lim="800000"/>
            <a:headEnd/>
            <a:tailEnd/>
          </a:ln>
        </p:spPr>
        <p:txBody>
          <a:bodyPr wrap="none">
            <a:spAutoFit/>
          </a:bodyPr>
          <a:lstStyle/>
          <a:p>
            <a:pPr defTabSz="762000" eaLnBrk="0" hangingPunct="0"/>
            <a:r>
              <a:rPr kumimoji="1" lang="en-US" altLang="zh-CN" sz="2000">
                <a:solidFill>
                  <a:srgbClr val="333399"/>
                </a:solidFill>
              </a:rPr>
              <a:t>AP</a:t>
            </a:r>
            <a:r>
              <a:rPr kumimoji="1" lang="en-US" altLang="zh-CN" sz="2000" b="1" baseline="-25000">
                <a:solidFill>
                  <a:srgbClr val="333399"/>
                </a:solidFill>
              </a:rPr>
              <a:t>1</a:t>
            </a:r>
            <a:endParaRPr kumimoji="1" lang="en-US" altLang="zh-CN" sz="2000" b="1">
              <a:solidFill>
                <a:srgbClr val="333399"/>
              </a:solidFill>
            </a:endParaRPr>
          </a:p>
        </p:txBody>
      </p:sp>
      <p:sp>
        <p:nvSpPr>
          <p:cNvPr id="155677" name="Text Box 29"/>
          <p:cNvSpPr txBox="1">
            <a:spLocks noChangeArrowheads="1"/>
          </p:cNvSpPr>
          <p:nvPr/>
        </p:nvSpPr>
        <p:spPr bwMode="auto">
          <a:xfrm>
            <a:off x="7770813" y="1973263"/>
            <a:ext cx="868362" cy="396875"/>
          </a:xfrm>
          <a:prstGeom prst="rect">
            <a:avLst/>
          </a:prstGeom>
          <a:noFill/>
          <a:ln w="12700">
            <a:noFill/>
            <a:miter lim="800000"/>
            <a:headEnd type="none" w="sm" len="lg"/>
            <a:tailEnd type="none" w="sm" len="lg"/>
          </a:ln>
        </p:spPr>
        <p:txBody>
          <a:bodyPr wrap="none">
            <a:spAutoFit/>
          </a:bodyPr>
          <a:lstStyle/>
          <a:p>
            <a:pPr defTabSz="762000" eaLnBrk="0" hangingPunct="0"/>
            <a:r>
              <a:rPr kumimoji="1" lang="zh-CN" altLang="en-US" sz="2000">
                <a:solidFill>
                  <a:srgbClr val="333399"/>
                </a:solidFill>
                <a:ea typeface="黑体" pitchFamily="49" charset="-122"/>
              </a:rPr>
              <a:t>主机</a:t>
            </a:r>
            <a:r>
              <a:rPr kumimoji="1" lang="zh-CN" altLang="en-US" sz="1000">
                <a:solidFill>
                  <a:srgbClr val="333399"/>
                </a:solidFill>
                <a:ea typeface="黑体" pitchFamily="49" charset="-122"/>
              </a:rPr>
              <a:t> </a:t>
            </a:r>
            <a:r>
              <a:rPr kumimoji="1" lang="en-US" altLang="zh-CN" sz="2000">
                <a:solidFill>
                  <a:srgbClr val="333399"/>
                </a:solidFill>
                <a:ea typeface="黑体" pitchFamily="49" charset="-122"/>
              </a:rPr>
              <a:t>2</a:t>
            </a:r>
          </a:p>
        </p:txBody>
      </p:sp>
      <p:sp>
        <p:nvSpPr>
          <p:cNvPr id="129054" name="Rectangle 30"/>
          <p:cNvSpPr>
            <a:spLocks noChangeArrowheads="1"/>
          </p:cNvSpPr>
          <p:nvPr/>
        </p:nvSpPr>
        <p:spPr bwMode="auto">
          <a:xfrm>
            <a:off x="1979613" y="5373688"/>
            <a:ext cx="5184775" cy="358775"/>
          </a:xfrm>
          <a:prstGeom prst="rect">
            <a:avLst/>
          </a:prstGeom>
          <a:solidFill>
            <a:srgbClr val="CCECFF"/>
          </a:solidFill>
          <a:ln w="9525">
            <a:solidFill>
              <a:schemeClr val="tx1"/>
            </a:solidFill>
            <a:miter lim="800000"/>
            <a:headEnd/>
            <a:tailEnd/>
          </a:ln>
        </p:spPr>
        <p:txBody>
          <a:bodyPr wrap="none" anchor="ctr"/>
          <a:lstStyle/>
          <a:p>
            <a:pPr algn="ctr"/>
            <a:r>
              <a:rPr lang="en-US" altLang="zh-CN" sz="2000">
                <a:solidFill>
                  <a:srgbClr val="333399"/>
                </a:solidFill>
                <a:ea typeface="黑体" pitchFamily="49" charset="-122"/>
              </a:rPr>
              <a:t>10100110100101  </a:t>
            </a:r>
            <a:r>
              <a:rPr lang="zh-CN" altLang="en-US" sz="2000">
                <a:solidFill>
                  <a:srgbClr val="333399"/>
                </a:solidFill>
                <a:ea typeface="黑体" pitchFamily="49" charset="-122"/>
              </a:rPr>
              <a:t>比  特  流  </a:t>
            </a:r>
            <a:r>
              <a:rPr lang="en-US" altLang="zh-CN" sz="2000">
                <a:solidFill>
                  <a:srgbClr val="333399"/>
                </a:solidFill>
                <a:ea typeface="黑体" pitchFamily="49" charset="-122"/>
              </a:rPr>
              <a:t>110101110101</a:t>
            </a:r>
          </a:p>
        </p:txBody>
      </p:sp>
      <p:sp>
        <p:nvSpPr>
          <p:cNvPr id="155679" name="Text Box 31"/>
          <p:cNvSpPr txBox="1">
            <a:spLocks noChangeArrowheads="1"/>
          </p:cNvSpPr>
          <p:nvPr/>
        </p:nvSpPr>
        <p:spPr bwMode="auto">
          <a:xfrm>
            <a:off x="2392363" y="3902075"/>
            <a:ext cx="4484687" cy="822325"/>
          </a:xfrm>
          <a:prstGeom prst="rect">
            <a:avLst/>
          </a:prstGeom>
          <a:noFill/>
          <a:ln w="12700">
            <a:noFill/>
            <a:miter lim="800000"/>
            <a:headEnd type="none" w="sm" len="lg"/>
            <a:tailEnd type="none" w="sm" len="lg"/>
          </a:ln>
        </p:spPr>
        <p:txBody>
          <a:bodyPr wrap="none">
            <a:spAutoFit/>
          </a:bodyPr>
          <a:lstStyle/>
          <a:p>
            <a:pPr algn="ctr" defTabSz="762000" eaLnBrk="0" hangingPunct="0"/>
            <a:r>
              <a:rPr kumimoji="1" lang="zh-CN" altLang="en-US" sz="2400">
                <a:solidFill>
                  <a:srgbClr val="333399"/>
                </a:solidFill>
                <a:ea typeface="黑体" pitchFamily="49" charset="-122"/>
              </a:rPr>
              <a:t>计算机 </a:t>
            </a:r>
            <a:r>
              <a:rPr kumimoji="1" lang="en-US" altLang="zh-CN" sz="2400">
                <a:solidFill>
                  <a:srgbClr val="333399"/>
                </a:solidFill>
                <a:ea typeface="黑体" pitchFamily="49" charset="-122"/>
              </a:rPr>
              <a:t>2 </a:t>
            </a:r>
            <a:r>
              <a:rPr kumimoji="1" lang="zh-CN" altLang="en-US" sz="2400">
                <a:solidFill>
                  <a:srgbClr val="333399"/>
                </a:solidFill>
                <a:ea typeface="黑体" pitchFamily="49" charset="-122"/>
              </a:rPr>
              <a:t>的物理层收到比特流后</a:t>
            </a:r>
          </a:p>
          <a:p>
            <a:pPr algn="ctr" defTabSz="762000" eaLnBrk="0" hangingPunct="0"/>
            <a:r>
              <a:rPr kumimoji="1" lang="zh-CN" altLang="en-US" sz="2400">
                <a:solidFill>
                  <a:srgbClr val="333399"/>
                </a:solidFill>
                <a:ea typeface="黑体" pitchFamily="49" charset="-122"/>
              </a:rPr>
              <a:t>交给数据链路层</a:t>
            </a:r>
          </a:p>
        </p:txBody>
      </p:sp>
      <p:grpSp>
        <p:nvGrpSpPr>
          <p:cNvPr id="2" name="Group 32"/>
          <p:cNvGrpSpPr>
            <a:grpSpLocks/>
          </p:cNvGrpSpPr>
          <p:nvPr/>
        </p:nvGrpSpPr>
        <p:grpSpPr bwMode="auto">
          <a:xfrm>
            <a:off x="1979613" y="4799013"/>
            <a:ext cx="5184775" cy="358775"/>
            <a:chOff x="1247" y="3023"/>
            <a:chExt cx="3266" cy="226"/>
          </a:xfrm>
        </p:grpSpPr>
        <p:sp>
          <p:nvSpPr>
            <p:cNvPr id="155684" name="Rectangle 33"/>
            <p:cNvSpPr>
              <a:spLocks noChangeArrowheads="1"/>
            </p:cNvSpPr>
            <p:nvPr/>
          </p:nvSpPr>
          <p:spPr bwMode="auto">
            <a:xfrm>
              <a:off x="1247" y="3023"/>
              <a:ext cx="363" cy="226"/>
            </a:xfrm>
            <a:prstGeom prst="rect">
              <a:avLst/>
            </a:prstGeom>
            <a:solidFill>
              <a:srgbClr val="66FFFF"/>
            </a:solidFill>
            <a:ln w="9525">
              <a:solidFill>
                <a:schemeClr val="tx1"/>
              </a:solidFill>
              <a:miter lim="800000"/>
              <a:headEnd/>
              <a:tailEnd/>
            </a:ln>
          </p:spPr>
          <p:txBody>
            <a:bodyPr wrap="none" anchor="ctr"/>
            <a:lstStyle/>
            <a:p>
              <a:pPr algn="ctr"/>
              <a:r>
                <a:rPr lang="en-US" altLang="zh-CN">
                  <a:solidFill>
                    <a:srgbClr val="333399"/>
                  </a:solidFill>
                </a:rPr>
                <a:t>H</a:t>
              </a:r>
              <a:r>
                <a:rPr lang="en-US" altLang="zh-CN" b="1" baseline="-25000">
                  <a:solidFill>
                    <a:srgbClr val="333399"/>
                  </a:solidFill>
                </a:rPr>
                <a:t>2</a:t>
              </a:r>
            </a:p>
          </p:txBody>
        </p:sp>
        <p:sp>
          <p:nvSpPr>
            <p:cNvPr id="155685" name="Rectangle 34"/>
            <p:cNvSpPr>
              <a:spLocks noChangeArrowheads="1"/>
            </p:cNvSpPr>
            <p:nvPr/>
          </p:nvSpPr>
          <p:spPr bwMode="auto">
            <a:xfrm>
              <a:off x="4195" y="3023"/>
              <a:ext cx="318" cy="226"/>
            </a:xfrm>
            <a:prstGeom prst="rect">
              <a:avLst/>
            </a:prstGeom>
            <a:solidFill>
              <a:srgbClr val="CCFF33"/>
            </a:solidFill>
            <a:ln w="9525">
              <a:solidFill>
                <a:schemeClr val="tx1"/>
              </a:solidFill>
              <a:miter lim="800000"/>
              <a:headEnd/>
              <a:tailEnd/>
            </a:ln>
          </p:spPr>
          <p:txBody>
            <a:bodyPr wrap="none" anchor="ctr"/>
            <a:lstStyle/>
            <a:p>
              <a:pPr algn="ctr"/>
              <a:r>
                <a:rPr lang="en-US" altLang="zh-CN">
                  <a:solidFill>
                    <a:srgbClr val="333399"/>
                  </a:solidFill>
                </a:rPr>
                <a:t>T</a:t>
              </a:r>
              <a:r>
                <a:rPr lang="en-US" altLang="zh-CN" b="1" baseline="-25000">
                  <a:solidFill>
                    <a:srgbClr val="333399"/>
                  </a:solidFill>
                </a:rPr>
                <a:t>2</a:t>
              </a:r>
            </a:p>
          </p:txBody>
        </p:sp>
        <p:grpSp>
          <p:nvGrpSpPr>
            <p:cNvPr id="3" name="Group 35"/>
            <p:cNvGrpSpPr>
              <a:grpSpLocks/>
            </p:cNvGrpSpPr>
            <p:nvPr/>
          </p:nvGrpSpPr>
          <p:grpSpPr bwMode="auto">
            <a:xfrm>
              <a:off x="1610" y="3023"/>
              <a:ext cx="2585" cy="226"/>
              <a:chOff x="1610" y="3023"/>
              <a:chExt cx="2585" cy="226"/>
            </a:xfrm>
          </p:grpSpPr>
          <p:sp>
            <p:nvSpPr>
              <p:cNvPr id="155687" name="Rectangle 36"/>
              <p:cNvSpPr>
                <a:spLocks noChangeArrowheads="1"/>
              </p:cNvSpPr>
              <p:nvPr/>
            </p:nvSpPr>
            <p:spPr bwMode="auto">
              <a:xfrm>
                <a:off x="1610" y="3023"/>
                <a:ext cx="318" cy="226"/>
              </a:xfrm>
              <a:prstGeom prst="rect">
                <a:avLst/>
              </a:prstGeom>
              <a:solidFill>
                <a:srgbClr val="FFFF99"/>
              </a:solidFill>
              <a:ln w="9525">
                <a:solidFill>
                  <a:schemeClr val="tx1"/>
                </a:solidFill>
                <a:miter lim="800000"/>
                <a:headEnd/>
                <a:tailEnd/>
              </a:ln>
            </p:spPr>
            <p:txBody>
              <a:bodyPr wrap="none" anchor="ctr"/>
              <a:lstStyle/>
              <a:p>
                <a:pPr algn="ctr"/>
                <a:r>
                  <a:rPr lang="en-US" altLang="zh-CN">
                    <a:solidFill>
                      <a:srgbClr val="333399"/>
                    </a:solidFill>
                  </a:rPr>
                  <a:t>H</a:t>
                </a:r>
                <a:r>
                  <a:rPr lang="en-US" altLang="zh-CN" b="1" baseline="-25000">
                    <a:solidFill>
                      <a:srgbClr val="333399"/>
                    </a:solidFill>
                  </a:rPr>
                  <a:t>3</a:t>
                </a:r>
              </a:p>
            </p:txBody>
          </p:sp>
          <p:sp>
            <p:nvSpPr>
              <p:cNvPr id="155688" name="Rectangle 37"/>
              <p:cNvSpPr>
                <a:spLocks noChangeArrowheads="1"/>
              </p:cNvSpPr>
              <p:nvPr/>
            </p:nvSpPr>
            <p:spPr bwMode="auto">
              <a:xfrm>
                <a:off x="1928" y="3023"/>
                <a:ext cx="318" cy="226"/>
              </a:xfrm>
              <a:prstGeom prst="rect">
                <a:avLst/>
              </a:prstGeom>
              <a:solidFill>
                <a:srgbClr val="FF9900"/>
              </a:solidFill>
              <a:ln w="9525">
                <a:solidFill>
                  <a:schemeClr val="tx1"/>
                </a:solidFill>
                <a:miter lim="800000"/>
                <a:headEnd/>
                <a:tailEnd/>
              </a:ln>
            </p:spPr>
            <p:txBody>
              <a:bodyPr wrap="none" anchor="ctr"/>
              <a:lstStyle/>
              <a:p>
                <a:pPr algn="ctr"/>
                <a:r>
                  <a:rPr lang="en-US" altLang="zh-CN">
                    <a:solidFill>
                      <a:srgbClr val="333399"/>
                    </a:solidFill>
                  </a:rPr>
                  <a:t>H</a:t>
                </a:r>
                <a:r>
                  <a:rPr lang="en-US" altLang="zh-CN" b="1" baseline="-25000">
                    <a:solidFill>
                      <a:srgbClr val="333399"/>
                    </a:solidFill>
                  </a:rPr>
                  <a:t>4</a:t>
                </a:r>
              </a:p>
            </p:txBody>
          </p:sp>
          <p:sp>
            <p:nvSpPr>
              <p:cNvPr id="155689" name="Rectangle 38"/>
              <p:cNvSpPr>
                <a:spLocks noChangeArrowheads="1"/>
              </p:cNvSpPr>
              <p:nvPr/>
            </p:nvSpPr>
            <p:spPr bwMode="auto">
              <a:xfrm>
                <a:off x="2246" y="3023"/>
                <a:ext cx="318" cy="226"/>
              </a:xfrm>
              <a:prstGeom prst="rect">
                <a:avLst/>
              </a:prstGeom>
              <a:solidFill>
                <a:srgbClr val="FF99FF"/>
              </a:solidFill>
              <a:ln w="9525">
                <a:solidFill>
                  <a:schemeClr val="tx1"/>
                </a:solidFill>
                <a:miter lim="800000"/>
                <a:headEnd/>
                <a:tailEnd/>
              </a:ln>
            </p:spPr>
            <p:txBody>
              <a:bodyPr wrap="none" anchor="ctr"/>
              <a:lstStyle/>
              <a:p>
                <a:pPr algn="ctr"/>
                <a:r>
                  <a:rPr lang="en-US" altLang="zh-CN">
                    <a:solidFill>
                      <a:srgbClr val="333399"/>
                    </a:solidFill>
                  </a:rPr>
                  <a:t>H</a:t>
                </a:r>
                <a:r>
                  <a:rPr lang="en-US" altLang="zh-CN" b="1" baseline="-25000">
                    <a:solidFill>
                      <a:srgbClr val="333399"/>
                    </a:solidFill>
                  </a:rPr>
                  <a:t>5</a:t>
                </a:r>
              </a:p>
            </p:txBody>
          </p:sp>
          <p:sp>
            <p:nvSpPr>
              <p:cNvPr id="155690" name="Rectangle 39"/>
              <p:cNvSpPr>
                <a:spLocks noChangeArrowheads="1"/>
              </p:cNvSpPr>
              <p:nvPr/>
            </p:nvSpPr>
            <p:spPr bwMode="auto">
              <a:xfrm>
                <a:off x="2562" y="3023"/>
                <a:ext cx="1633" cy="226"/>
              </a:xfrm>
              <a:prstGeom prst="rect">
                <a:avLst/>
              </a:prstGeom>
              <a:solidFill>
                <a:srgbClr val="CCECFF"/>
              </a:solidFill>
              <a:ln w="9525">
                <a:solidFill>
                  <a:schemeClr val="tx1"/>
                </a:solidFill>
                <a:miter lim="800000"/>
                <a:headEnd/>
                <a:tailEnd/>
              </a:ln>
            </p:spPr>
            <p:txBody>
              <a:bodyPr wrap="none" anchor="ctr"/>
              <a:lstStyle/>
              <a:p>
                <a:pPr algn="ctr"/>
                <a:r>
                  <a:rPr lang="zh-CN" altLang="en-US" sz="2000">
                    <a:solidFill>
                      <a:srgbClr val="333399"/>
                    </a:solidFill>
                    <a:latin typeface="Tahoma" pitchFamily="34" charset="0"/>
                    <a:ea typeface="黑体" pitchFamily="49" charset="-122"/>
                  </a:rPr>
                  <a:t>应 用 程 序 数 据</a:t>
                </a:r>
              </a:p>
            </p:txBody>
          </p:sp>
        </p:grpSp>
      </p:grpSp>
      <p:grpSp>
        <p:nvGrpSpPr>
          <p:cNvPr id="4" name="Group 40"/>
          <p:cNvGrpSpPr>
            <a:grpSpLocks/>
          </p:cNvGrpSpPr>
          <p:nvPr/>
        </p:nvGrpSpPr>
        <p:grpSpPr bwMode="auto">
          <a:xfrm>
            <a:off x="4087813" y="5013325"/>
            <a:ext cx="4352925" cy="396875"/>
            <a:chOff x="2575" y="3158"/>
            <a:chExt cx="2742" cy="250"/>
          </a:xfrm>
        </p:grpSpPr>
        <p:sp>
          <p:nvSpPr>
            <p:cNvPr id="155682" name="AutoShape 41"/>
            <p:cNvSpPr>
              <a:spLocks noChangeArrowheads="1"/>
            </p:cNvSpPr>
            <p:nvPr/>
          </p:nvSpPr>
          <p:spPr bwMode="auto">
            <a:xfrm rot="10800000" flipV="1">
              <a:off x="5193" y="3158"/>
              <a:ext cx="124" cy="250"/>
            </a:xfrm>
            <a:prstGeom prst="upArrow">
              <a:avLst>
                <a:gd name="adj1" fmla="val 50000"/>
                <a:gd name="adj2" fmla="val 50403"/>
              </a:avLst>
            </a:prstGeom>
            <a:solidFill>
              <a:schemeClr val="hlink"/>
            </a:solidFill>
            <a:ln w="12700">
              <a:solidFill>
                <a:schemeClr val="tx1"/>
              </a:solidFill>
              <a:miter lim="800000"/>
              <a:headEnd/>
              <a:tailEnd/>
            </a:ln>
          </p:spPr>
          <p:txBody>
            <a:bodyPr vert="eaVert" wrap="none" anchor="ctr"/>
            <a:lstStyle/>
            <a:p>
              <a:endParaRPr lang="zh-CN" altLang="en-US"/>
            </a:p>
          </p:txBody>
        </p:sp>
        <p:sp>
          <p:nvSpPr>
            <p:cNvPr id="155683" name="AutoShape 42"/>
            <p:cNvSpPr>
              <a:spLocks noChangeArrowheads="1"/>
            </p:cNvSpPr>
            <p:nvPr/>
          </p:nvSpPr>
          <p:spPr bwMode="auto">
            <a:xfrm rot="10800000" flipV="1">
              <a:off x="2575" y="3158"/>
              <a:ext cx="124" cy="250"/>
            </a:xfrm>
            <a:prstGeom prst="upArrow">
              <a:avLst>
                <a:gd name="adj1" fmla="val 50000"/>
                <a:gd name="adj2" fmla="val 50403"/>
              </a:avLst>
            </a:prstGeom>
            <a:solidFill>
              <a:schemeClr val="hlink"/>
            </a:solidFill>
            <a:ln w="12700">
              <a:solidFill>
                <a:schemeClr val="tx1"/>
              </a:solidFill>
              <a:miter lim="800000"/>
              <a:headEnd/>
              <a:tailEnd/>
            </a:ln>
          </p:spPr>
          <p:txBody>
            <a:bodyPr vert="eaVert" wrap="none" anchor="ctr"/>
            <a:lstStyle/>
            <a:p>
              <a:endParaRPr lang="zh-CN" altLang="en-US"/>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afterEffect">
                                  <p:stCondLst>
                                    <p:cond delay="1000"/>
                                  </p:stCondLst>
                                  <p:childTnLst>
                                    <p:set>
                                      <p:cBhvr>
                                        <p:cTn id="6" dur="1" fill="hold">
                                          <p:stCondLst>
                                            <p:cond delay="0"/>
                                          </p:stCondLst>
                                        </p:cTn>
                                        <p:tgtEl>
                                          <p:spTgt spid="129054"/>
                                        </p:tgtEl>
                                        <p:attrNameLst>
                                          <p:attrName>style.visibility</p:attrName>
                                        </p:attrNameLst>
                                      </p:cBhvr>
                                      <p:to>
                                        <p:strVal val="visible"/>
                                      </p:to>
                                    </p:set>
                                  </p:childTnLst>
                                </p:cTn>
                              </p:par>
                            </p:childTnLst>
                          </p:cTn>
                        </p:par>
                        <p:par>
                          <p:cTn id="7" fill="hold">
                            <p:stCondLst>
                              <p:cond delay="1000"/>
                            </p:stCondLst>
                            <p:childTnLst>
                              <p:par>
                                <p:cTn id="8" presetID="22" presetClass="entr" presetSubtype="4" fill="hold" nodeType="afterEffect">
                                  <p:stCondLst>
                                    <p:cond delay="0"/>
                                  </p:stCondLst>
                                  <p:childTnLst>
                                    <p:set>
                                      <p:cBhvr>
                                        <p:cTn id="9" dur="1" fill="hold">
                                          <p:stCondLst>
                                            <p:cond delay="0"/>
                                          </p:stCondLst>
                                        </p:cTn>
                                        <p:tgtEl>
                                          <p:spTgt spid="4"/>
                                        </p:tgtEl>
                                        <p:attrNameLst>
                                          <p:attrName>style.visibility</p:attrName>
                                        </p:attrNameLst>
                                      </p:cBhvr>
                                      <p:to>
                                        <p:strVal val="visible"/>
                                      </p:to>
                                    </p:set>
                                    <p:animEffect transition="in" filter="wipe(down)">
                                      <p:cBhvr>
                                        <p:cTn id="10" dur="1000"/>
                                        <p:tgtEl>
                                          <p:spTgt spid="4"/>
                                        </p:tgtEl>
                                      </p:cBhvr>
                                    </p:animEffect>
                                  </p:childTnLst>
                                </p:cTn>
                              </p:par>
                            </p:childTnLst>
                          </p:cTn>
                        </p:par>
                        <p:par>
                          <p:cTn id="11" fill="hold">
                            <p:stCondLst>
                              <p:cond delay="2000"/>
                            </p:stCondLst>
                            <p:childTnLst>
                              <p:par>
                                <p:cTn id="12" presetID="1" presetClass="entr" presetSubtype="0" fill="hold" nodeType="afterEffect">
                                  <p:stCondLst>
                                    <p:cond delay="0"/>
                                  </p:stCondLst>
                                  <p:childTnLst>
                                    <p:set>
                                      <p:cBhvr>
                                        <p:cTn id="13" dur="1" fill="hold">
                                          <p:stCondLst>
                                            <p:cond delay="0"/>
                                          </p:stCondLst>
                                        </p:cTn>
                                        <p:tgtEl>
                                          <p:spTgt spid="2"/>
                                        </p:tgtEl>
                                        <p:attrNameLst>
                                          <p:attrName>style.visibility</p:attrName>
                                        </p:attrNameLst>
                                      </p:cBhvr>
                                      <p:to>
                                        <p:strVal val="visible"/>
                                      </p:to>
                                    </p:set>
                                  </p:childTnLst>
                                </p:cTn>
                              </p:par>
                            </p:childTnLst>
                          </p:cTn>
                        </p:par>
                        <p:par>
                          <p:cTn id="14" fill="hold">
                            <p:stCondLst>
                              <p:cond delay="2000"/>
                            </p:stCondLst>
                            <p:childTnLst>
                              <p:par>
                                <p:cTn id="15" presetID="1" presetClass="exit" presetSubtype="0" fill="hold" grpId="1" nodeType="afterEffect">
                                  <p:stCondLst>
                                    <p:cond delay="0"/>
                                  </p:stCondLst>
                                  <p:childTnLst>
                                    <p:set>
                                      <p:cBhvr>
                                        <p:cTn id="16" dur="1" fill="hold">
                                          <p:stCondLst>
                                            <p:cond delay="0"/>
                                          </p:stCondLst>
                                        </p:cTn>
                                        <p:tgtEl>
                                          <p:spTgt spid="129054"/>
                                        </p:tgtEl>
                                        <p:attrNameLst>
                                          <p:attrName>style.visibility</p:attrName>
                                        </p:attrNameLst>
                                      </p:cBhvr>
                                      <p:to>
                                        <p:strVal val="hidden"/>
                                      </p:to>
                                    </p:set>
                                  </p:childTnLst>
                                </p:cTn>
                              </p:par>
                            </p:childTnLst>
                          </p:cTn>
                        </p:par>
                        <p:par>
                          <p:cTn id="17" fill="hold">
                            <p:stCondLst>
                              <p:cond delay="2000"/>
                            </p:stCondLst>
                            <p:childTnLst>
                              <p:par>
                                <p:cTn id="18" presetID="1" presetClass="exit" presetSubtype="0" fill="hold" nodeType="afterEffect">
                                  <p:stCondLst>
                                    <p:cond delay="0"/>
                                  </p:stCondLst>
                                  <p:childTnLst>
                                    <p:set>
                                      <p:cBhvr>
                                        <p:cTn id="19" dur="1" fill="hold">
                                          <p:stCondLst>
                                            <p:cond delay="0"/>
                                          </p:stCondLst>
                                        </p:cTn>
                                        <p:tgtEl>
                                          <p:spTgt spid="4"/>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9054" grpId="0" animBg="1"/>
      <p:bldP spid="129054" grpId="1" animBg="1"/>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a:grpSpLocks/>
          </p:cNvGrpSpPr>
          <p:nvPr/>
        </p:nvGrpSpPr>
        <p:grpSpPr bwMode="auto">
          <a:xfrm>
            <a:off x="2555875" y="4222750"/>
            <a:ext cx="4103688" cy="358775"/>
            <a:chOff x="1610" y="3023"/>
            <a:chExt cx="2585" cy="226"/>
          </a:xfrm>
        </p:grpSpPr>
        <p:sp>
          <p:nvSpPr>
            <p:cNvPr id="156714" name="Rectangle 3"/>
            <p:cNvSpPr>
              <a:spLocks noChangeArrowheads="1"/>
            </p:cNvSpPr>
            <p:nvPr/>
          </p:nvSpPr>
          <p:spPr bwMode="auto">
            <a:xfrm>
              <a:off x="1610" y="3023"/>
              <a:ext cx="318" cy="226"/>
            </a:xfrm>
            <a:prstGeom prst="rect">
              <a:avLst/>
            </a:prstGeom>
            <a:solidFill>
              <a:srgbClr val="FFFF99"/>
            </a:solidFill>
            <a:ln w="9525">
              <a:solidFill>
                <a:schemeClr val="tx1"/>
              </a:solidFill>
              <a:miter lim="800000"/>
              <a:headEnd/>
              <a:tailEnd/>
            </a:ln>
          </p:spPr>
          <p:txBody>
            <a:bodyPr wrap="none" anchor="ctr"/>
            <a:lstStyle/>
            <a:p>
              <a:pPr algn="ctr"/>
              <a:r>
                <a:rPr lang="en-US" altLang="zh-CN">
                  <a:solidFill>
                    <a:srgbClr val="333399"/>
                  </a:solidFill>
                </a:rPr>
                <a:t>H</a:t>
              </a:r>
              <a:r>
                <a:rPr lang="en-US" altLang="zh-CN" b="1" baseline="-25000">
                  <a:solidFill>
                    <a:srgbClr val="333399"/>
                  </a:solidFill>
                </a:rPr>
                <a:t>3</a:t>
              </a:r>
            </a:p>
          </p:txBody>
        </p:sp>
        <p:sp>
          <p:nvSpPr>
            <p:cNvPr id="156715" name="Rectangle 4"/>
            <p:cNvSpPr>
              <a:spLocks noChangeArrowheads="1"/>
            </p:cNvSpPr>
            <p:nvPr/>
          </p:nvSpPr>
          <p:spPr bwMode="auto">
            <a:xfrm>
              <a:off x="1928" y="3023"/>
              <a:ext cx="318" cy="226"/>
            </a:xfrm>
            <a:prstGeom prst="rect">
              <a:avLst/>
            </a:prstGeom>
            <a:solidFill>
              <a:srgbClr val="FF9900"/>
            </a:solidFill>
            <a:ln w="9525">
              <a:solidFill>
                <a:schemeClr val="tx1"/>
              </a:solidFill>
              <a:miter lim="800000"/>
              <a:headEnd/>
              <a:tailEnd/>
            </a:ln>
          </p:spPr>
          <p:txBody>
            <a:bodyPr wrap="none" anchor="ctr"/>
            <a:lstStyle/>
            <a:p>
              <a:pPr algn="ctr"/>
              <a:r>
                <a:rPr lang="en-US" altLang="zh-CN">
                  <a:solidFill>
                    <a:srgbClr val="333399"/>
                  </a:solidFill>
                </a:rPr>
                <a:t>H</a:t>
              </a:r>
              <a:r>
                <a:rPr lang="en-US" altLang="zh-CN" b="1" baseline="-25000">
                  <a:solidFill>
                    <a:srgbClr val="333399"/>
                  </a:solidFill>
                </a:rPr>
                <a:t>4</a:t>
              </a:r>
            </a:p>
          </p:txBody>
        </p:sp>
        <p:sp>
          <p:nvSpPr>
            <p:cNvPr id="156716" name="Rectangle 5"/>
            <p:cNvSpPr>
              <a:spLocks noChangeArrowheads="1"/>
            </p:cNvSpPr>
            <p:nvPr/>
          </p:nvSpPr>
          <p:spPr bwMode="auto">
            <a:xfrm>
              <a:off x="2246" y="3023"/>
              <a:ext cx="318" cy="226"/>
            </a:xfrm>
            <a:prstGeom prst="rect">
              <a:avLst/>
            </a:prstGeom>
            <a:solidFill>
              <a:srgbClr val="FF99FF"/>
            </a:solidFill>
            <a:ln w="9525">
              <a:solidFill>
                <a:schemeClr val="tx1"/>
              </a:solidFill>
              <a:miter lim="800000"/>
              <a:headEnd/>
              <a:tailEnd/>
            </a:ln>
          </p:spPr>
          <p:txBody>
            <a:bodyPr wrap="none" anchor="ctr"/>
            <a:lstStyle/>
            <a:p>
              <a:pPr algn="ctr"/>
              <a:r>
                <a:rPr lang="en-US" altLang="zh-CN">
                  <a:solidFill>
                    <a:srgbClr val="333399"/>
                  </a:solidFill>
                </a:rPr>
                <a:t>H</a:t>
              </a:r>
              <a:r>
                <a:rPr lang="en-US" altLang="zh-CN" b="1" baseline="-25000">
                  <a:solidFill>
                    <a:srgbClr val="333399"/>
                  </a:solidFill>
                </a:rPr>
                <a:t>5</a:t>
              </a:r>
            </a:p>
          </p:txBody>
        </p:sp>
        <p:sp>
          <p:nvSpPr>
            <p:cNvPr id="156717" name="Rectangle 6"/>
            <p:cNvSpPr>
              <a:spLocks noChangeArrowheads="1"/>
            </p:cNvSpPr>
            <p:nvPr/>
          </p:nvSpPr>
          <p:spPr bwMode="auto">
            <a:xfrm>
              <a:off x="2562" y="3023"/>
              <a:ext cx="1633" cy="226"/>
            </a:xfrm>
            <a:prstGeom prst="rect">
              <a:avLst/>
            </a:prstGeom>
            <a:solidFill>
              <a:srgbClr val="CCECFF"/>
            </a:solidFill>
            <a:ln w="9525">
              <a:solidFill>
                <a:schemeClr val="tx1"/>
              </a:solidFill>
              <a:miter lim="800000"/>
              <a:headEnd/>
              <a:tailEnd/>
            </a:ln>
          </p:spPr>
          <p:txBody>
            <a:bodyPr wrap="none" anchor="ctr"/>
            <a:lstStyle/>
            <a:p>
              <a:pPr algn="ctr"/>
              <a:r>
                <a:rPr lang="zh-CN" altLang="en-US" sz="2000">
                  <a:solidFill>
                    <a:srgbClr val="333399"/>
                  </a:solidFill>
                  <a:latin typeface="Tahoma" pitchFamily="34" charset="0"/>
                  <a:ea typeface="黑体" pitchFamily="49" charset="-122"/>
                </a:rPr>
                <a:t>应 用 程 序 数 据</a:t>
              </a:r>
            </a:p>
          </p:txBody>
        </p:sp>
      </p:grpSp>
      <p:sp>
        <p:nvSpPr>
          <p:cNvPr id="156675" name="Rectangle 7"/>
          <p:cNvSpPr>
            <a:spLocks noGrp="1" noChangeArrowheads="1"/>
          </p:cNvSpPr>
          <p:nvPr>
            <p:ph type="title"/>
          </p:nvPr>
        </p:nvSpPr>
        <p:spPr/>
        <p:txBody>
          <a:bodyPr/>
          <a:lstStyle/>
          <a:p>
            <a:pPr algn="ctr" eaLnBrk="1" hangingPunct="1"/>
            <a:r>
              <a:rPr lang="zh-CN" altLang="en-US" smtClean="0">
                <a:latin typeface="微软雅黑" pitchFamily="34" charset="-122"/>
                <a:ea typeface="微软雅黑" pitchFamily="34" charset="-122"/>
              </a:rPr>
              <a:t>主机</a:t>
            </a:r>
            <a:r>
              <a:rPr lang="zh-CN" altLang="en-US" sz="2400" smtClean="0">
                <a:latin typeface="微软雅黑" pitchFamily="34" charset="-122"/>
                <a:ea typeface="微软雅黑" pitchFamily="34" charset="-122"/>
              </a:rPr>
              <a:t> </a:t>
            </a:r>
            <a:r>
              <a:rPr lang="en-US" altLang="zh-CN" smtClean="0">
                <a:latin typeface="微软雅黑" pitchFamily="34" charset="-122"/>
                <a:ea typeface="微软雅黑" pitchFamily="34" charset="-122"/>
              </a:rPr>
              <a:t>1</a:t>
            </a:r>
            <a:r>
              <a:rPr lang="en-US" altLang="zh-CN" sz="2400" smtClean="0">
                <a:latin typeface="微软雅黑" pitchFamily="34" charset="-122"/>
                <a:ea typeface="微软雅黑" pitchFamily="34" charset="-122"/>
              </a:rPr>
              <a:t> </a:t>
            </a:r>
            <a:r>
              <a:rPr lang="zh-CN" altLang="en-US" smtClean="0">
                <a:latin typeface="微软雅黑" pitchFamily="34" charset="-122"/>
                <a:ea typeface="微软雅黑" pitchFamily="34" charset="-122"/>
              </a:rPr>
              <a:t>向主机</a:t>
            </a:r>
            <a:r>
              <a:rPr lang="zh-CN" altLang="en-US" sz="2400" smtClean="0">
                <a:latin typeface="微软雅黑" pitchFamily="34" charset="-122"/>
                <a:ea typeface="微软雅黑" pitchFamily="34" charset="-122"/>
              </a:rPr>
              <a:t> </a:t>
            </a:r>
            <a:r>
              <a:rPr lang="en-US" altLang="zh-CN" smtClean="0">
                <a:latin typeface="微软雅黑" pitchFamily="34" charset="-122"/>
                <a:ea typeface="微软雅黑" pitchFamily="34" charset="-122"/>
              </a:rPr>
              <a:t>2</a:t>
            </a:r>
            <a:r>
              <a:rPr lang="en-US" altLang="zh-CN" sz="2400" smtClean="0">
                <a:latin typeface="微软雅黑" pitchFamily="34" charset="-122"/>
                <a:ea typeface="微软雅黑" pitchFamily="34" charset="-122"/>
              </a:rPr>
              <a:t> </a:t>
            </a:r>
            <a:r>
              <a:rPr lang="zh-CN" altLang="en-US" smtClean="0">
                <a:latin typeface="微软雅黑" pitchFamily="34" charset="-122"/>
                <a:ea typeface="微软雅黑" pitchFamily="34" charset="-122"/>
              </a:rPr>
              <a:t>发送数据 </a:t>
            </a:r>
          </a:p>
        </p:txBody>
      </p:sp>
      <p:sp>
        <p:nvSpPr>
          <p:cNvPr id="156676" name="AutoShape 8"/>
          <p:cNvSpPr>
            <a:spLocks noChangeArrowheads="1"/>
          </p:cNvSpPr>
          <p:nvPr/>
        </p:nvSpPr>
        <p:spPr bwMode="auto">
          <a:xfrm rot="-5400000">
            <a:off x="4374356" y="1532732"/>
            <a:ext cx="417513" cy="8991600"/>
          </a:xfrm>
          <a:prstGeom prst="can">
            <a:avLst>
              <a:gd name="adj" fmla="val 48656"/>
            </a:avLst>
          </a:prstGeom>
          <a:gradFill rotWithShape="0">
            <a:gsLst>
              <a:gs pos="0">
                <a:srgbClr val="ACACAC"/>
              </a:gs>
              <a:gs pos="50000">
                <a:srgbClr val="EAEAEA"/>
              </a:gs>
              <a:gs pos="100000">
                <a:srgbClr val="ACACAC"/>
              </a:gs>
            </a:gsLst>
            <a:lin ang="5400000" scaled="1"/>
          </a:gradFill>
          <a:ln w="19050">
            <a:solidFill>
              <a:schemeClr val="tx1"/>
            </a:solidFill>
            <a:round/>
            <a:headEnd type="none" w="sm" len="lg"/>
            <a:tailEnd type="none" w="sm" len="lg"/>
          </a:ln>
        </p:spPr>
        <p:txBody>
          <a:bodyPr wrap="none" anchor="ctr"/>
          <a:lstStyle/>
          <a:p>
            <a:endParaRPr lang="zh-CN" altLang="en-US"/>
          </a:p>
        </p:txBody>
      </p:sp>
      <p:sp>
        <p:nvSpPr>
          <p:cNvPr id="156677" name="AutoShape 9"/>
          <p:cNvSpPr>
            <a:spLocks noChangeArrowheads="1"/>
          </p:cNvSpPr>
          <p:nvPr/>
        </p:nvSpPr>
        <p:spPr bwMode="auto">
          <a:xfrm>
            <a:off x="533400" y="2847975"/>
            <a:ext cx="838200" cy="2997200"/>
          </a:xfrm>
          <a:prstGeom prst="cube">
            <a:avLst>
              <a:gd name="adj" fmla="val 10764"/>
            </a:avLst>
          </a:prstGeom>
          <a:solidFill>
            <a:srgbClr val="FFFF99"/>
          </a:solidFill>
          <a:ln w="19050">
            <a:solidFill>
              <a:schemeClr val="tx1"/>
            </a:solidFill>
            <a:miter lim="800000"/>
            <a:headEnd type="none" w="sm" len="lg"/>
            <a:tailEnd type="none" w="sm" len="lg"/>
          </a:ln>
        </p:spPr>
        <p:txBody>
          <a:bodyPr wrap="none" anchor="ctr"/>
          <a:lstStyle/>
          <a:p>
            <a:endParaRPr lang="zh-CN" altLang="en-US"/>
          </a:p>
        </p:txBody>
      </p:sp>
      <p:sp>
        <p:nvSpPr>
          <p:cNvPr id="156678" name="Text Box 10"/>
          <p:cNvSpPr txBox="1">
            <a:spLocks noChangeArrowheads="1"/>
          </p:cNvSpPr>
          <p:nvPr/>
        </p:nvSpPr>
        <p:spPr bwMode="auto">
          <a:xfrm>
            <a:off x="781050" y="3027363"/>
            <a:ext cx="325438" cy="396875"/>
          </a:xfrm>
          <a:prstGeom prst="rect">
            <a:avLst/>
          </a:prstGeom>
          <a:noFill/>
          <a:ln w="12700">
            <a:noFill/>
            <a:miter lim="800000"/>
            <a:headEnd/>
            <a:tailEnd/>
          </a:ln>
        </p:spPr>
        <p:txBody>
          <a:bodyPr wrap="none">
            <a:spAutoFit/>
          </a:bodyPr>
          <a:lstStyle/>
          <a:p>
            <a:pPr defTabSz="762000" eaLnBrk="0" hangingPunct="0"/>
            <a:r>
              <a:rPr kumimoji="1" lang="en-US" altLang="zh-CN" sz="2000">
                <a:solidFill>
                  <a:srgbClr val="333399"/>
                </a:solidFill>
              </a:rPr>
              <a:t>5</a:t>
            </a:r>
          </a:p>
        </p:txBody>
      </p:sp>
      <p:sp>
        <p:nvSpPr>
          <p:cNvPr id="156679" name="Text Box 11"/>
          <p:cNvSpPr txBox="1">
            <a:spLocks noChangeArrowheads="1"/>
          </p:cNvSpPr>
          <p:nvPr/>
        </p:nvSpPr>
        <p:spPr bwMode="auto">
          <a:xfrm>
            <a:off x="781050" y="3654425"/>
            <a:ext cx="325438" cy="396875"/>
          </a:xfrm>
          <a:prstGeom prst="rect">
            <a:avLst/>
          </a:prstGeom>
          <a:noFill/>
          <a:ln w="12700">
            <a:noFill/>
            <a:miter lim="800000"/>
            <a:headEnd/>
            <a:tailEnd/>
          </a:ln>
        </p:spPr>
        <p:txBody>
          <a:bodyPr wrap="none">
            <a:spAutoFit/>
          </a:bodyPr>
          <a:lstStyle/>
          <a:p>
            <a:pPr defTabSz="762000" eaLnBrk="0" hangingPunct="0"/>
            <a:r>
              <a:rPr kumimoji="1" lang="en-US" altLang="zh-CN" sz="2000">
                <a:solidFill>
                  <a:srgbClr val="333399"/>
                </a:solidFill>
              </a:rPr>
              <a:t>4</a:t>
            </a:r>
          </a:p>
        </p:txBody>
      </p:sp>
      <p:sp>
        <p:nvSpPr>
          <p:cNvPr id="156680" name="Text Box 12"/>
          <p:cNvSpPr txBox="1">
            <a:spLocks noChangeArrowheads="1"/>
          </p:cNvSpPr>
          <p:nvPr/>
        </p:nvSpPr>
        <p:spPr bwMode="auto">
          <a:xfrm>
            <a:off x="781050" y="4211638"/>
            <a:ext cx="325438" cy="396875"/>
          </a:xfrm>
          <a:prstGeom prst="rect">
            <a:avLst/>
          </a:prstGeom>
          <a:noFill/>
          <a:ln w="12700">
            <a:noFill/>
            <a:miter lim="800000"/>
            <a:headEnd/>
            <a:tailEnd/>
          </a:ln>
        </p:spPr>
        <p:txBody>
          <a:bodyPr wrap="none">
            <a:spAutoFit/>
          </a:bodyPr>
          <a:lstStyle/>
          <a:p>
            <a:pPr defTabSz="762000" eaLnBrk="0" hangingPunct="0"/>
            <a:r>
              <a:rPr kumimoji="1" lang="en-US" altLang="zh-CN" sz="2000">
                <a:solidFill>
                  <a:srgbClr val="333399"/>
                </a:solidFill>
              </a:rPr>
              <a:t>3</a:t>
            </a:r>
          </a:p>
        </p:txBody>
      </p:sp>
      <p:sp>
        <p:nvSpPr>
          <p:cNvPr id="156681" name="Text Box 13"/>
          <p:cNvSpPr txBox="1">
            <a:spLocks noChangeArrowheads="1"/>
          </p:cNvSpPr>
          <p:nvPr/>
        </p:nvSpPr>
        <p:spPr bwMode="auto">
          <a:xfrm>
            <a:off x="781050" y="4770438"/>
            <a:ext cx="325438" cy="396875"/>
          </a:xfrm>
          <a:prstGeom prst="rect">
            <a:avLst/>
          </a:prstGeom>
          <a:noFill/>
          <a:ln w="12700">
            <a:noFill/>
            <a:miter lim="800000"/>
            <a:headEnd/>
            <a:tailEnd/>
          </a:ln>
        </p:spPr>
        <p:txBody>
          <a:bodyPr wrap="none">
            <a:spAutoFit/>
          </a:bodyPr>
          <a:lstStyle/>
          <a:p>
            <a:pPr defTabSz="762000" eaLnBrk="0" hangingPunct="0"/>
            <a:r>
              <a:rPr kumimoji="1" lang="en-US" altLang="zh-CN" sz="2000">
                <a:solidFill>
                  <a:srgbClr val="333399"/>
                </a:solidFill>
              </a:rPr>
              <a:t>2</a:t>
            </a:r>
          </a:p>
        </p:txBody>
      </p:sp>
      <p:sp>
        <p:nvSpPr>
          <p:cNvPr id="156682" name="Text Box 14"/>
          <p:cNvSpPr txBox="1">
            <a:spLocks noChangeArrowheads="1"/>
          </p:cNvSpPr>
          <p:nvPr/>
        </p:nvSpPr>
        <p:spPr bwMode="auto">
          <a:xfrm>
            <a:off x="781050" y="5337175"/>
            <a:ext cx="325438" cy="396875"/>
          </a:xfrm>
          <a:prstGeom prst="rect">
            <a:avLst/>
          </a:prstGeom>
          <a:noFill/>
          <a:ln w="12700">
            <a:noFill/>
            <a:miter lim="800000"/>
            <a:headEnd/>
            <a:tailEnd/>
          </a:ln>
        </p:spPr>
        <p:txBody>
          <a:bodyPr wrap="none">
            <a:spAutoFit/>
          </a:bodyPr>
          <a:lstStyle/>
          <a:p>
            <a:pPr defTabSz="762000" eaLnBrk="0" hangingPunct="0"/>
            <a:r>
              <a:rPr kumimoji="1" lang="en-US" altLang="zh-CN" sz="2000">
                <a:solidFill>
                  <a:srgbClr val="333399"/>
                </a:solidFill>
              </a:rPr>
              <a:t>1</a:t>
            </a:r>
          </a:p>
        </p:txBody>
      </p:sp>
      <p:sp>
        <p:nvSpPr>
          <p:cNvPr id="156683" name="Freeform 15"/>
          <p:cNvSpPr>
            <a:spLocks/>
          </p:cNvSpPr>
          <p:nvPr/>
        </p:nvSpPr>
        <p:spPr bwMode="auto">
          <a:xfrm>
            <a:off x="533400" y="3449638"/>
            <a:ext cx="847725" cy="61912"/>
          </a:xfrm>
          <a:custGeom>
            <a:avLst/>
            <a:gdLst>
              <a:gd name="T0" fmla="*/ 0 w 534"/>
              <a:gd name="T1" fmla="*/ 2147483647 h 42"/>
              <a:gd name="T2" fmla="*/ 2147483647 w 534"/>
              <a:gd name="T3" fmla="*/ 2147483647 h 42"/>
              <a:gd name="T4" fmla="*/ 2147483647 w 534"/>
              <a:gd name="T5" fmla="*/ 0 h 42"/>
              <a:gd name="T6" fmla="*/ 0 60000 65536"/>
              <a:gd name="T7" fmla="*/ 0 60000 65536"/>
              <a:gd name="T8" fmla="*/ 0 60000 65536"/>
              <a:gd name="T9" fmla="*/ 0 w 534"/>
              <a:gd name="T10" fmla="*/ 0 h 42"/>
              <a:gd name="T11" fmla="*/ 534 w 534"/>
              <a:gd name="T12" fmla="*/ 42 h 42"/>
            </a:gdLst>
            <a:ahLst/>
            <a:cxnLst>
              <a:cxn ang="T6">
                <a:pos x="T0" y="T1"/>
              </a:cxn>
              <a:cxn ang="T7">
                <a:pos x="T2" y="T3"/>
              </a:cxn>
              <a:cxn ang="T8">
                <a:pos x="T4" y="T5"/>
              </a:cxn>
            </a:cxnLst>
            <a:rect l="T9" t="T10" r="T11" b="T12"/>
            <a:pathLst>
              <a:path w="534" h="42">
                <a:moveTo>
                  <a:pt x="0" y="42"/>
                </a:moveTo>
                <a:lnTo>
                  <a:pt x="468" y="42"/>
                </a:lnTo>
                <a:cubicBezTo>
                  <a:pt x="490" y="28"/>
                  <a:pt x="534" y="0"/>
                  <a:pt x="534" y="0"/>
                </a:cubicBezTo>
              </a:path>
            </a:pathLst>
          </a:custGeom>
          <a:noFill/>
          <a:ln w="19050">
            <a:solidFill>
              <a:schemeClr val="tx1"/>
            </a:solidFill>
            <a:round/>
            <a:headEnd type="none" w="sm" len="lg"/>
            <a:tailEnd type="none" w="sm" len="lg"/>
          </a:ln>
        </p:spPr>
        <p:txBody>
          <a:bodyPr wrap="none" anchor="ctr"/>
          <a:lstStyle/>
          <a:p>
            <a:endParaRPr lang="zh-CN" altLang="en-US"/>
          </a:p>
        </p:txBody>
      </p:sp>
      <p:sp>
        <p:nvSpPr>
          <p:cNvPr id="156684" name="Freeform 16"/>
          <p:cNvSpPr>
            <a:spLocks/>
          </p:cNvSpPr>
          <p:nvPr/>
        </p:nvSpPr>
        <p:spPr bwMode="auto">
          <a:xfrm>
            <a:off x="542925" y="4024313"/>
            <a:ext cx="847725" cy="61912"/>
          </a:xfrm>
          <a:custGeom>
            <a:avLst/>
            <a:gdLst>
              <a:gd name="T0" fmla="*/ 0 w 534"/>
              <a:gd name="T1" fmla="*/ 2147483647 h 42"/>
              <a:gd name="T2" fmla="*/ 2147483647 w 534"/>
              <a:gd name="T3" fmla="*/ 2147483647 h 42"/>
              <a:gd name="T4" fmla="*/ 2147483647 w 534"/>
              <a:gd name="T5" fmla="*/ 0 h 42"/>
              <a:gd name="T6" fmla="*/ 0 60000 65536"/>
              <a:gd name="T7" fmla="*/ 0 60000 65536"/>
              <a:gd name="T8" fmla="*/ 0 60000 65536"/>
              <a:gd name="T9" fmla="*/ 0 w 534"/>
              <a:gd name="T10" fmla="*/ 0 h 42"/>
              <a:gd name="T11" fmla="*/ 534 w 534"/>
              <a:gd name="T12" fmla="*/ 42 h 42"/>
            </a:gdLst>
            <a:ahLst/>
            <a:cxnLst>
              <a:cxn ang="T6">
                <a:pos x="T0" y="T1"/>
              </a:cxn>
              <a:cxn ang="T7">
                <a:pos x="T2" y="T3"/>
              </a:cxn>
              <a:cxn ang="T8">
                <a:pos x="T4" y="T5"/>
              </a:cxn>
            </a:cxnLst>
            <a:rect l="T9" t="T10" r="T11" b="T12"/>
            <a:pathLst>
              <a:path w="534" h="42">
                <a:moveTo>
                  <a:pt x="0" y="36"/>
                </a:moveTo>
                <a:lnTo>
                  <a:pt x="468" y="42"/>
                </a:lnTo>
                <a:cubicBezTo>
                  <a:pt x="490" y="28"/>
                  <a:pt x="534" y="0"/>
                  <a:pt x="534" y="0"/>
                </a:cubicBezTo>
              </a:path>
            </a:pathLst>
          </a:custGeom>
          <a:noFill/>
          <a:ln w="19050">
            <a:solidFill>
              <a:schemeClr val="tx1"/>
            </a:solidFill>
            <a:round/>
            <a:headEnd type="none" w="sm" len="lg"/>
            <a:tailEnd type="none" w="sm" len="lg"/>
          </a:ln>
        </p:spPr>
        <p:txBody>
          <a:bodyPr wrap="none" anchor="ctr"/>
          <a:lstStyle/>
          <a:p>
            <a:endParaRPr lang="zh-CN" altLang="en-US"/>
          </a:p>
        </p:txBody>
      </p:sp>
      <p:sp>
        <p:nvSpPr>
          <p:cNvPr id="156685" name="Freeform 17"/>
          <p:cNvSpPr>
            <a:spLocks/>
          </p:cNvSpPr>
          <p:nvPr/>
        </p:nvSpPr>
        <p:spPr bwMode="auto">
          <a:xfrm>
            <a:off x="520700" y="4600575"/>
            <a:ext cx="869950" cy="60325"/>
          </a:xfrm>
          <a:custGeom>
            <a:avLst/>
            <a:gdLst>
              <a:gd name="T0" fmla="*/ 0 w 548"/>
              <a:gd name="T1" fmla="*/ 2147483647 h 42"/>
              <a:gd name="T2" fmla="*/ 2147483647 w 548"/>
              <a:gd name="T3" fmla="*/ 2147483647 h 42"/>
              <a:gd name="T4" fmla="*/ 2147483647 w 548"/>
              <a:gd name="T5" fmla="*/ 0 h 42"/>
              <a:gd name="T6" fmla="*/ 0 60000 65536"/>
              <a:gd name="T7" fmla="*/ 0 60000 65536"/>
              <a:gd name="T8" fmla="*/ 0 60000 65536"/>
              <a:gd name="T9" fmla="*/ 0 w 548"/>
              <a:gd name="T10" fmla="*/ 0 h 42"/>
              <a:gd name="T11" fmla="*/ 548 w 548"/>
              <a:gd name="T12" fmla="*/ 42 h 42"/>
            </a:gdLst>
            <a:ahLst/>
            <a:cxnLst>
              <a:cxn ang="T6">
                <a:pos x="T0" y="T1"/>
              </a:cxn>
              <a:cxn ang="T7">
                <a:pos x="T2" y="T3"/>
              </a:cxn>
              <a:cxn ang="T8">
                <a:pos x="T4" y="T5"/>
              </a:cxn>
            </a:cxnLst>
            <a:rect l="T9" t="T10" r="T11" b="T12"/>
            <a:pathLst>
              <a:path w="548" h="42">
                <a:moveTo>
                  <a:pt x="0" y="42"/>
                </a:moveTo>
                <a:lnTo>
                  <a:pt x="482" y="42"/>
                </a:lnTo>
                <a:cubicBezTo>
                  <a:pt x="504" y="28"/>
                  <a:pt x="548" y="0"/>
                  <a:pt x="548" y="0"/>
                </a:cubicBezTo>
              </a:path>
            </a:pathLst>
          </a:custGeom>
          <a:noFill/>
          <a:ln w="19050">
            <a:solidFill>
              <a:schemeClr val="tx1"/>
            </a:solidFill>
            <a:round/>
            <a:headEnd type="none" w="sm" len="lg"/>
            <a:tailEnd type="none" w="sm" len="lg"/>
          </a:ln>
        </p:spPr>
        <p:txBody>
          <a:bodyPr wrap="none" anchor="ctr"/>
          <a:lstStyle/>
          <a:p>
            <a:endParaRPr lang="zh-CN" altLang="en-US"/>
          </a:p>
        </p:txBody>
      </p:sp>
      <p:sp>
        <p:nvSpPr>
          <p:cNvPr id="156686" name="Freeform 18"/>
          <p:cNvSpPr>
            <a:spLocks/>
          </p:cNvSpPr>
          <p:nvPr/>
        </p:nvSpPr>
        <p:spPr bwMode="auto">
          <a:xfrm>
            <a:off x="520700" y="5192713"/>
            <a:ext cx="860425" cy="60325"/>
          </a:xfrm>
          <a:custGeom>
            <a:avLst/>
            <a:gdLst>
              <a:gd name="T0" fmla="*/ 0 w 542"/>
              <a:gd name="T1" fmla="*/ 2147483647 h 42"/>
              <a:gd name="T2" fmla="*/ 2147483647 w 542"/>
              <a:gd name="T3" fmla="*/ 2147483647 h 42"/>
              <a:gd name="T4" fmla="*/ 2147483647 w 542"/>
              <a:gd name="T5" fmla="*/ 0 h 42"/>
              <a:gd name="T6" fmla="*/ 0 60000 65536"/>
              <a:gd name="T7" fmla="*/ 0 60000 65536"/>
              <a:gd name="T8" fmla="*/ 0 60000 65536"/>
              <a:gd name="T9" fmla="*/ 0 w 542"/>
              <a:gd name="T10" fmla="*/ 0 h 42"/>
              <a:gd name="T11" fmla="*/ 542 w 542"/>
              <a:gd name="T12" fmla="*/ 42 h 42"/>
            </a:gdLst>
            <a:ahLst/>
            <a:cxnLst>
              <a:cxn ang="T6">
                <a:pos x="T0" y="T1"/>
              </a:cxn>
              <a:cxn ang="T7">
                <a:pos x="T2" y="T3"/>
              </a:cxn>
              <a:cxn ang="T8">
                <a:pos x="T4" y="T5"/>
              </a:cxn>
            </a:cxnLst>
            <a:rect l="T9" t="T10" r="T11" b="T12"/>
            <a:pathLst>
              <a:path w="542" h="42">
                <a:moveTo>
                  <a:pt x="0" y="42"/>
                </a:moveTo>
                <a:lnTo>
                  <a:pt x="476" y="42"/>
                </a:lnTo>
                <a:cubicBezTo>
                  <a:pt x="498" y="28"/>
                  <a:pt x="542" y="0"/>
                  <a:pt x="542" y="0"/>
                </a:cubicBezTo>
              </a:path>
            </a:pathLst>
          </a:custGeom>
          <a:noFill/>
          <a:ln w="19050">
            <a:solidFill>
              <a:schemeClr val="tx1"/>
            </a:solidFill>
            <a:round/>
            <a:headEnd type="none" w="sm" len="lg"/>
            <a:tailEnd type="none" w="sm" len="lg"/>
          </a:ln>
        </p:spPr>
        <p:txBody>
          <a:bodyPr wrap="none" anchor="ctr"/>
          <a:lstStyle/>
          <a:p>
            <a:endParaRPr lang="zh-CN" altLang="en-US"/>
          </a:p>
        </p:txBody>
      </p:sp>
      <p:sp>
        <p:nvSpPr>
          <p:cNvPr id="156687" name="AutoShape 19"/>
          <p:cNvSpPr>
            <a:spLocks noChangeArrowheads="1"/>
          </p:cNvSpPr>
          <p:nvPr/>
        </p:nvSpPr>
        <p:spPr bwMode="auto">
          <a:xfrm>
            <a:off x="7886700" y="2814638"/>
            <a:ext cx="838200" cy="3030537"/>
          </a:xfrm>
          <a:prstGeom prst="cube">
            <a:avLst>
              <a:gd name="adj" fmla="val 10764"/>
            </a:avLst>
          </a:prstGeom>
          <a:solidFill>
            <a:srgbClr val="FFFF99"/>
          </a:solidFill>
          <a:ln w="19050">
            <a:solidFill>
              <a:schemeClr val="tx1"/>
            </a:solidFill>
            <a:miter lim="800000"/>
            <a:headEnd type="none" w="sm" len="lg"/>
            <a:tailEnd type="none" w="sm" len="lg"/>
          </a:ln>
        </p:spPr>
        <p:txBody>
          <a:bodyPr wrap="none" anchor="ctr"/>
          <a:lstStyle/>
          <a:p>
            <a:endParaRPr lang="zh-CN" altLang="en-US"/>
          </a:p>
        </p:txBody>
      </p:sp>
      <p:sp>
        <p:nvSpPr>
          <p:cNvPr id="156688" name="Text Box 20"/>
          <p:cNvSpPr txBox="1">
            <a:spLocks noChangeArrowheads="1"/>
          </p:cNvSpPr>
          <p:nvPr/>
        </p:nvSpPr>
        <p:spPr bwMode="auto">
          <a:xfrm>
            <a:off x="7924800" y="2992438"/>
            <a:ext cx="325438" cy="396875"/>
          </a:xfrm>
          <a:prstGeom prst="rect">
            <a:avLst/>
          </a:prstGeom>
          <a:noFill/>
          <a:ln w="12700">
            <a:noFill/>
            <a:miter lim="800000"/>
            <a:headEnd/>
            <a:tailEnd/>
          </a:ln>
        </p:spPr>
        <p:txBody>
          <a:bodyPr wrap="none">
            <a:spAutoFit/>
          </a:bodyPr>
          <a:lstStyle/>
          <a:p>
            <a:pPr defTabSz="762000" eaLnBrk="0" hangingPunct="0"/>
            <a:r>
              <a:rPr kumimoji="1" lang="en-US" altLang="zh-CN" sz="2000">
                <a:solidFill>
                  <a:srgbClr val="333399"/>
                </a:solidFill>
              </a:rPr>
              <a:t>5</a:t>
            </a:r>
          </a:p>
        </p:txBody>
      </p:sp>
      <p:sp>
        <p:nvSpPr>
          <p:cNvPr id="156689" name="Text Box 21"/>
          <p:cNvSpPr txBox="1">
            <a:spLocks noChangeArrowheads="1"/>
          </p:cNvSpPr>
          <p:nvPr/>
        </p:nvSpPr>
        <p:spPr bwMode="auto">
          <a:xfrm>
            <a:off x="7924800" y="3619500"/>
            <a:ext cx="325438" cy="396875"/>
          </a:xfrm>
          <a:prstGeom prst="rect">
            <a:avLst/>
          </a:prstGeom>
          <a:noFill/>
          <a:ln w="12700">
            <a:noFill/>
            <a:miter lim="800000"/>
            <a:headEnd/>
            <a:tailEnd/>
          </a:ln>
        </p:spPr>
        <p:txBody>
          <a:bodyPr wrap="none">
            <a:spAutoFit/>
          </a:bodyPr>
          <a:lstStyle/>
          <a:p>
            <a:pPr defTabSz="762000" eaLnBrk="0" hangingPunct="0"/>
            <a:r>
              <a:rPr kumimoji="1" lang="en-US" altLang="zh-CN" sz="2000">
                <a:solidFill>
                  <a:srgbClr val="333399"/>
                </a:solidFill>
              </a:rPr>
              <a:t>4</a:t>
            </a:r>
          </a:p>
        </p:txBody>
      </p:sp>
      <p:sp>
        <p:nvSpPr>
          <p:cNvPr id="156690" name="Text Box 22"/>
          <p:cNvSpPr txBox="1">
            <a:spLocks noChangeArrowheads="1"/>
          </p:cNvSpPr>
          <p:nvPr/>
        </p:nvSpPr>
        <p:spPr bwMode="auto">
          <a:xfrm>
            <a:off x="7924800" y="4176713"/>
            <a:ext cx="325438" cy="396875"/>
          </a:xfrm>
          <a:prstGeom prst="rect">
            <a:avLst/>
          </a:prstGeom>
          <a:noFill/>
          <a:ln w="12700">
            <a:noFill/>
            <a:miter lim="800000"/>
            <a:headEnd/>
            <a:tailEnd/>
          </a:ln>
        </p:spPr>
        <p:txBody>
          <a:bodyPr wrap="none">
            <a:spAutoFit/>
          </a:bodyPr>
          <a:lstStyle/>
          <a:p>
            <a:pPr defTabSz="762000" eaLnBrk="0" hangingPunct="0"/>
            <a:r>
              <a:rPr kumimoji="1" lang="en-US" altLang="zh-CN" sz="2000">
                <a:solidFill>
                  <a:srgbClr val="333399"/>
                </a:solidFill>
              </a:rPr>
              <a:t>3</a:t>
            </a:r>
          </a:p>
        </p:txBody>
      </p:sp>
      <p:sp>
        <p:nvSpPr>
          <p:cNvPr id="156691" name="Text Box 23"/>
          <p:cNvSpPr txBox="1">
            <a:spLocks noChangeArrowheads="1"/>
          </p:cNvSpPr>
          <p:nvPr/>
        </p:nvSpPr>
        <p:spPr bwMode="auto">
          <a:xfrm>
            <a:off x="7924800" y="4737100"/>
            <a:ext cx="325438" cy="396875"/>
          </a:xfrm>
          <a:prstGeom prst="rect">
            <a:avLst/>
          </a:prstGeom>
          <a:noFill/>
          <a:ln w="12700">
            <a:noFill/>
            <a:miter lim="800000"/>
            <a:headEnd/>
            <a:tailEnd/>
          </a:ln>
        </p:spPr>
        <p:txBody>
          <a:bodyPr wrap="none">
            <a:spAutoFit/>
          </a:bodyPr>
          <a:lstStyle/>
          <a:p>
            <a:pPr defTabSz="762000" eaLnBrk="0" hangingPunct="0"/>
            <a:r>
              <a:rPr kumimoji="1" lang="en-US" altLang="zh-CN" sz="2000">
                <a:solidFill>
                  <a:srgbClr val="333399"/>
                </a:solidFill>
              </a:rPr>
              <a:t>2</a:t>
            </a:r>
          </a:p>
        </p:txBody>
      </p:sp>
      <p:sp>
        <p:nvSpPr>
          <p:cNvPr id="156692" name="Text Box 24"/>
          <p:cNvSpPr txBox="1">
            <a:spLocks noChangeArrowheads="1"/>
          </p:cNvSpPr>
          <p:nvPr/>
        </p:nvSpPr>
        <p:spPr bwMode="auto">
          <a:xfrm>
            <a:off x="7924800" y="5302250"/>
            <a:ext cx="325438" cy="396875"/>
          </a:xfrm>
          <a:prstGeom prst="rect">
            <a:avLst/>
          </a:prstGeom>
          <a:noFill/>
          <a:ln w="12700">
            <a:noFill/>
            <a:miter lim="800000"/>
            <a:headEnd/>
            <a:tailEnd/>
          </a:ln>
        </p:spPr>
        <p:txBody>
          <a:bodyPr wrap="none">
            <a:spAutoFit/>
          </a:bodyPr>
          <a:lstStyle/>
          <a:p>
            <a:pPr defTabSz="762000" eaLnBrk="0" hangingPunct="0"/>
            <a:r>
              <a:rPr kumimoji="1" lang="en-US" altLang="zh-CN" sz="2000">
                <a:solidFill>
                  <a:srgbClr val="333399"/>
                </a:solidFill>
              </a:rPr>
              <a:t>1</a:t>
            </a:r>
          </a:p>
        </p:txBody>
      </p:sp>
      <p:sp>
        <p:nvSpPr>
          <p:cNvPr id="156693" name="Freeform 25"/>
          <p:cNvSpPr>
            <a:spLocks/>
          </p:cNvSpPr>
          <p:nvPr/>
        </p:nvSpPr>
        <p:spPr bwMode="auto">
          <a:xfrm>
            <a:off x="7886700" y="3414713"/>
            <a:ext cx="847725" cy="61912"/>
          </a:xfrm>
          <a:custGeom>
            <a:avLst/>
            <a:gdLst>
              <a:gd name="T0" fmla="*/ 0 w 534"/>
              <a:gd name="T1" fmla="*/ 2147483647 h 42"/>
              <a:gd name="T2" fmla="*/ 2147483647 w 534"/>
              <a:gd name="T3" fmla="*/ 2147483647 h 42"/>
              <a:gd name="T4" fmla="*/ 2147483647 w 534"/>
              <a:gd name="T5" fmla="*/ 0 h 42"/>
              <a:gd name="T6" fmla="*/ 0 60000 65536"/>
              <a:gd name="T7" fmla="*/ 0 60000 65536"/>
              <a:gd name="T8" fmla="*/ 0 60000 65536"/>
              <a:gd name="T9" fmla="*/ 0 w 534"/>
              <a:gd name="T10" fmla="*/ 0 h 42"/>
              <a:gd name="T11" fmla="*/ 534 w 534"/>
              <a:gd name="T12" fmla="*/ 42 h 42"/>
            </a:gdLst>
            <a:ahLst/>
            <a:cxnLst>
              <a:cxn ang="T6">
                <a:pos x="T0" y="T1"/>
              </a:cxn>
              <a:cxn ang="T7">
                <a:pos x="T2" y="T3"/>
              </a:cxn>
              <a:cxn ang="T8">
                <a:pos x="T4" y="T5"/>
              </a:cxn>
            </a:cxnLst>
            <a:rect l="T9" t="T10" r="T11" b="T12"/>
            <a:pathLst>
              <a:path w="534" h="42">
                <a:moveTo>
                  <a:pt x="0" y="42"/>
                </a:moveTo>
                <a:lnTo>
                  <a:pt x="468" y="42"/>
                </a:lnTo>
                <a:cubicBezTo>
                  <a:pt x="490" y="28"/>
                  <a:pt x="534" y="0"/>
                  <a:pt x="534" y="0"/>
                </a:cubicBezTo>
              </a:path>
            </a:pathLst>
          </a:custGeom>
          <a:noFill/>
          <a:ln w="19050">
            <a:solidFill>
              <a:schemeClr val="tx1"/>
            </a:solidFill>
            <a:round/>
            <a:headEnd type="none" w="sm" len="lg"/>
            <a:tailEnd type="none" w="sm" len="lg"/>
          </a:ln>
        </p:spPr>
        <p:txBody>
          <a:bodyPr wrap="none" anchor="ctr"/>
          <a:lstStyle/>
          <a:p>
            <a:endParaRPr lang="zh-CN" altLang="en-US"/>
          </a:p>
        </p:txBody>
      </p:sp>
      <p:sp>
        <p:nvSpPr>
          <p:cNvPr id="156694" name="Freeform 26"/>
          <p:cNvSpPr>
            <a:spLocks/>
          </p:cNvSpPr>
          <p:nvPr/>
        </p:nvSpPr>
        <p:spPr bwMode="auto">
          <a:xfrm>
            <a:off x="7896225" y="3989388"/>
            <a:ext cx="847725" cy="61912"/>
          </a:xfrm>
          <a:custGeom>
            <a:avLst/>
            <a:gdLst>
              <a:gd name="T0" fmla="*/ 0 w 534"/>
              <a:gd name="T1" fmla="*/ 2147483647 h 42"/>
              <a:gd name="T2" fmla="*/ 2147483647 w 534"/>
              <a:gd name="T3" fmla="*/ 2147483647 h 42"/>
              <a:gd name="T4" fmla="*/ 2147483647 w 534"/>
              <a:gd name="T5" fmla="*/ 0 h 42"/>
              <a:gd name="T6" fmla="*/ 0 60000 65536"/>
              <a:gd name="T7" fmla="*/ 0 60000 65536"/>
              <a:gd name="T8" fmla="*/ 0 60000 65536"/>
              <a:gd name="T9" fmla="*/ 0 w 534"/>
              <a:gd name="T10" fmla="*/ 0 h 42"/>
              <a:gd name="T11" fmla="*/ 534 w 534"/>
              <a:gd name="T12" fmla="*/ 42 h 42"/>
            </a:gdLst>
            <a:ahLst/>
            <a:cxnLst>
              <a:cxn ang="T6">
                <a:pos x="T0" y="T1"/>
              </a:cxn>
              <a:cxn ang="T7">
                <a:pos x="T2" y="T3"/>
              </a:cxn>
              <a:cxn ang="T8">
                <a:pos x="T4" y="T5"/>
              </a:cxn>
            </a:cxnLst>
            <a:rect l="T9" t="T10" r="T11" b="T12"/>
            <a:pathLst>
              <a:path w="534" h="42">
                <a:moveTo>
                  <a:pt x="0" y="36"/>
                </a:moveTo>
                <a:lnTo>
                  <a:pt x="468" y="42"/>
                </a:lnTo>
                <a:cubicBezTo>
                  <a:pt x="490" y="28"/>
                  <a:pt x="534" y="0"/>
                  <a:pt x="534" y="0"/>
                </a:cubicBezTo>
              </a:path>
            </a:pathLst>
          </a:custGeom>
          <a:noFill/>
          <a:ln w="19050">
            <a:solidFill>
              <a:schemeClr val="tx1"/>
            </a:solidFill>
            <a:round/>
            <a:headEnd type="none" w="sm" len="lg"/>
            <a:tailEnd type="none" w="sm" len="lg"/>
          </a:ln>
        </p:spPr>
        <p:txBody>
          <a:bodyPr wrap="none" anchor="ctr"/>
          <a:lstStyle/>
          <a:p>
            <a:endParaRPr lang="zh-CN" altLang="en-US"/>
          </a:p>
        </p:txBody>
      </p:sp>
      <p:sp>
        <p:nvSpPr>
          <p:cNvPr id="156695" name="Freeform 27"/>
          <p:cNvSpPr>
            <a:spLocks/>
          </p:cNvSpPr>
          <p:nvPr/>
        </p:nvSpPr>
        <p:spPr bwMode="auto">
          <a:xfrm>
            <a:off x="7874000" y="4565650"/>
            <a:ext cx="869950" cy="60325"/>
          </a:xfrm>
          <a:custGeom>
            <a:avLst/>
            <a:gdLst>
              <a:gd name="T0" fmla="*/ 0 w 548"/>
              <a:gd name="T1" fmla="*/ 2147483647 h 42"/>
              <a:gd name="T2" fmla="*/ 2147483647 w 548"/>
              <a:gd name="T3" fmla="*/ 2147483647 h 42"/>
              <a:gd name="T4" fmla="*/ 2147483647 w 548"/>
              <a:gd name="T5" fmla="*/ 0 h 42"/>
              <a:gd name="T6" fmla="*/ 0 60000 65536"/>
              <a:gd name="T7" fmla="*/ 0 60000 65536"/>
              <a:gd name="T8" fmla="*/ 0 60000 65536"/>
              <a:gd name="T9" fmla="*/ 0 w 548"/>
              <a:gd name="T10" fmla="*/ 0 h 42"/>
              <a:gd name="T11" fmla="*/ 548 w 548"/>
              <a:gd name="T12" fmla="*/ 42 h 42"/>
            </a:gdLst>
            <a:ahLst/>
            <a:cxnLst>
              <a:cxn ang="T6">
                <a:pos x="T0" y="T1"/>
              </a:cxn>
              <a:cxn ang="T7">
                <a:pos x="T2" y="T3"/>
              </a:cxn>
              <a:cxn ang="T8">
                <a:pos x="T4" y="T5"/>
              </a:cxn>
            </a:cxnLst>
            <a:rect l="T9" t="T10" r="T11" b="T12"/>
            <a:pathLst>
              <a:path w="548" h="42">
                <a:moveTo>
                  <a:pt x="0" y="42"/>
                </a:moveTo>
                <a:lnTo>
                  <a:pt x="482" y="42"/>
                </a:lnTo>
                <a:cubicBezTo>
                  <a:pt x="504" y="28"/>
                  <a:pt x="548" y="0"/>
                  <a:pt x="548" y="0"/>
                </a:cubicBezTo>
              </a:path>
            </a:pathLst>
          </a:custGeom>
          <a:noFill/>
          <a:ln w="19050">
            <a:solidFill>
              <a:schemeClr val="tx1"/>
            </a:solidFill>
            <a:round/>
            <a:headEnd type="none" w="sm" len="lg"/>
            <a:tailEnd type="none" w="sm" len="lg"/>
          </a:ln>
        </p:spPr>
        <p:txBody>
          <a:bodyPr wrap="none" anchor="ctr"/>
          <a:lstStyle/>
          <a:p>
            <a:endParaRPr lang="zh-CN" altLang="en-US"/>
          </a:p>
        </p:txBody>
      </p:sp>
      <p:sp>
        <p:nvSpPr>
          <p:cNvPr id="156696" name="Freeform 28"/>
          <p:cNvSpPr>
            <a:spLocks/>
          </p:cNvSpPr>
          <p:nvPr/>
        </p:nvSpPr>
        <p:spPr bwMode="auto">
          <a:xfrm>
            <a:off x="7874000" y="5157788"/>
            <a:ext cx="860425" cy="60325"/>
          </a:xfrm>
          <a:custGeom>
            <a:avLst/>
            <a:gdLst>
              <a:gd name="T0" fmla="*/ 0 w 542"/>
              <a:gd name="T1" fmla="*/ 2147483647 h 42"/>
              <a:gd name="T2" fmla="*/ 2147483647 w 542"/>
              <a:gd name="T3" fmla="*/ 2147483647 h 42"/>
              <a:gd name="T4" fmla="*/ 2147483647 w 542"/>
              <a:gd name="T5" fmla="*/ 0 h 42"/>
              <a:gd name="T6" fmla="*/ 0 60000 65536"/>
              <a:gd name="T7" fmla="*/ 0 60000 65536"/>
              <a:gd name="T8" fmla="*/ 0 60000 65536"/>
              <a:gd name="T9" fmla="*/ 0 w 542"/>
              <a:gd name="T10" fmla="*/ 0 h 42"/>
              <a:gd name="T11" fmla="*/ 542 w 542"/>
              <a:gd name="T12" fmla="*/ 42 h 42"/>
            </a:gdLst>
            <a:ahLst/>
            <a:cxnLst>
              <a:cxn ang="T6">
                <a:pos x="T0" y="T1"/>
              </a:cxn>
              <a:cxn ang="T7">
                <a:pos x="T2" y="T3"/>
              </a:cxn>
              <a:cxn ang="T8">
                <a:pos x="T4" y="T5"/>
              </a:cxn>
            </a:cxnLst>
            <a:rect l="T9" t="T10" r="T11" b="T12"/>
            <a:pathLst>
              <a:path w="542" h="42">
                <a:moveTo>
                  <a:pt x="0" y="42"/>
                </a:moveTo>
                <a:lnTo>
                  <a:pt x="476" y="42"/>
                </a:lnTo>
                <a:cubicBezTo>
                  <a:pt x="498" y="28"/>
                  <a:pt x="542" y="0"/>
                  <a:pt x="542" y="0"/>
                </a:cubicBezTo>
              </a:path>
            </a:pathLst>
          </a:custGeom>
          <a:noFill/>
          <a:ln w="19050">
            <a:solidFill>
              <a:schemeClr val="tx1"/>
            </a:solidFill>
            <a:round/>
            <a:headEnd type="none" w="sm" len="lg"/>
            <a:tailEnd type="none" w="sm" len="lg"/>
          </a:ln>
        </p:spPr>
        <p:txBody>
          <a:bodyPr wrap="none" anchor="ctr"/>
          <a:lstStyle/>
          <a:p>
            <a:endParaRPr lang="zh-CN" altLang="en-US"/>
          </a:p>
        </p:txBody>
      </p:sp>
      <p:sp>
        <p:nvSpPr>
          <p:cNvPr id="156697" name="Text Box 29"/>
          <p:cNvSpPr txBox="1">
            <a:spLocks noChangeArrowheads="1"/>
          </p:cNvSpPr>
          <p:nvPr/>
        </p:nvSpPr>
        <p:spPr bwMode="auto">
          <a:xfrm>
            <a:off x="395288" y="1973263"/>
            <a:ext cx="868362" cy="396875"/>
          </a:xfrm>
          <a:prstGeom prst="rect">
            <a:avLst/>
          </a:prstGeom>
          <a:noFill/>
          <a:ln w="12700">
            <a:noFill/>
            <a:miter lim="800000"/>
            <a:headEnd type="none" w="sm" len="lg"/>
            <a:tailEnd type="none" w="sm" len="lg"/>
          </a:ln>
        </p:spPr>
        <p:txBody>
          <a:bodyPr wrap="none">
            <a:spAutoFit/>
          </a:bodyPr>
          <a:lstStyle/>
          <a:p>
            <a:pPr defTabSz="762000" eaLnBrk="0" hangingPunct="0"/>
            <a:r>
              <a:rPr kumimoji="1" lang="zh-CN" altLang="en-US" sz="2000">
                <a:solidFill>
                  <a:srgbClr val="333399"/>
                </a:solidFill>
                <a:ea typeface="黑体" pitchFamily="49" charset="-122"/>
              </a:rPr>
              <a:t>主机</a:t>
            </a:r>
            <a:r>
              <a:rPr kumimoji="1" lang="zh-CN" altLang="en-US" sz="1000">
                <a:solidFill>
                  <a:srgbClr val="333399"/>
                </a:solidFill>
                <a:ea typeface="黑体" pitchFamily="49" charset="-122"/>
              </a:rPr>
              <a:t> </a:t>
            </a:r>
            <a:r>
              <a:rPr kumimoji="1" lang="en-US" altLang="zh-CN" sz="2000">
                <a:solidFill>
                  <a:srgbClr val="333399"/>
                </a:solidFill>
                <a:ea typeface="黑体" pitchFamily="49" charset="-122"/>
              </a:rPr>
              <a:t>1</a:t>
            </a:r>
          </a:p>
        </p:txBody>
      </p:sp>
      <p:sp>
        <p:nvSpPr>
          <p:cNvPr id="156698" name="AutoShape 30"/>
          <p:cNvSpPr>
            <a:spLocks noChangeArrowheads="1"/>
          </p:cNvSpPr>
          <p:nvPr/>
        </p:nvSpPr>
        <p:spPr bwMode="auto">
          <a:xfrm>
            <a:off x="8034338" y="2317750"/>
            <a:ext cx="685800" cy="557213"/>
          </a:xfrm>
          <a:prstGeom prst="cube">
            <a:avLst>
              <a:gd name="adj" fmla="val 17593"/>
            </a:avLst>
          </a:prstGeom>
          <a:solidFill>
            <a:srgbClr val="FFFF99"/>
          </a:solidFill>
          <a:ln w="19050">
            <a:solidFill>
              <a:schemeClr val="tx1"/>
            </a:solidFill>
            <a:miter lim="800000"/>
            <a:headEnd type="none" w="sm" len="lg"/>
            <a:tailEnd type="none" w="sm" len="lg"/>
          </a:ln>
        </p:spPr>
        <p:txBody>
          <a:bodyPr wrap="none" anchor="ctr"/>
          <a:lstStyle/>
          <a:p>
            <a:endParaRPr lang="zh-CN" altLang="en-US"/>
          </a:p>
        </p:txBody>
      </p:sp>
      <p:sp>
        <p:nvSpPr>
          <p:cNvPr id="156699" name="Text Box 31"/>
          <p:cNvSpPr txBox="1">
            <a:spLocks noChangeArrowheads="1"/>
          </p:cNvSpPr>
          <p:nvPr/>
        </p:nvSpPr>
        <p:spPr bwMode="auto">
          <a:xfrm>
            <a:off x="8027988" y="2422525"/>
            <a:ext cx="615950" cy="396875"/>
          </a:xfrm>
          <a:prstGeom prst="rect">
            <a:avLst/>
          </a:prstGeom>
          <a:noFill/>
          <a:ln w="12700">
            <a:noFill/>
            <a:miter lim="800000"/>
            <a:headEnd/>
            <a:tailEnd/>
          </a:ln>
        </p:spPr>
        <p:txBody>
          <a:bodyPr wrap="none">
            <a:spAutoFit/>
          </a:bodyPr>
          <a:lstStyle/>
          <a:p>
            <a:pPr defTabSz="762000" eaLnBrk="0" hangingPunct="0"/>
            <a:r>
              <a:rPr kumimoji="1" lang="en-US" altLang="zh-CN" sz="2000">
                <a:solidFill>
                  <a:srgbClr val="333399"/>
                </a:solidFill>
              </a:rPr>
              <a:t>AP</a:t>
            </a:r>
            <a:r>
              <a:rPr kumimoji="1" lang="en-US" altLang="zh-CN" sz="2000" b="1" baseline="-25000">
                <a:solidFill>
                  <a:srgbClr val="333399"/>
                </a:solidFill>
              </a:rPr>
              <a:t>2</a:t>
            </a:r>
            <a:endParaRPr kumimoji="1" lang="en-US" altLang="zh-CN" sz="2000" b="1">
              <a:solidFill>
                <a:srgbClr val="333399"/>
              </a:solidFill>
            </a:endParaRPr>
          </a:p>
        </p:txBody>
      </p:sp>
      <p:sp>
        <p:nvSpPr>
          <p:cNvPr id="156700" name="AutoShape 32"/>
          <p:cNvSpPr>
            <a:spLocks noChangeArrowheads="1"/>
          </p:cNvSpPr>
          <p:nvPr/>
        </p:nvSpPr>
        <p:spPr bwMode="auto">
          <a:xfrm>
            <a:off x="538163" y="2360613"/>
            <a:ext cx="685800" cy="557212"/>
          </a:xfrm>
          <a:prstGeom prst="cube">
            <a:avLst>
              <a:gd name="adj" fmla="val 17593"/>
            </a:avLst>
          </a:prstGeom>
          <a:solidFill>
            <a:srgbClr val="FFFF99"/>
          </a:solidFill>
          <a:ln w="19050">
            <a:solidFill>
              <a:schemeClr val="tx1"/>
            </a:solidFill>
            <a:miter lim="800000"/>
            <a:headEnd type="none" w="sm" len="lg"/>
            <a:tailEnd type="none" w="sm" len="lg"/>
          </a:ln>
        </p:spPr>
        <p:txBody>
          <a:bodyPr wrap="none" anchor="ctr"/>
          <a:lstStyle/>
          <a:p>
            <a:endParaRPr lang="zh-CN" altLang="en-US"/>
          </a:p>
        </p:txBody>
      </p:sp>
      <p:sp>
        <p:nvSpPr>
          <p:cNvPr id="156701" name="Text Box 33"/>
          <p:cNvSpPr txBox="1">
            <a:spLocks noChangeArrowheads="1"/>
          </p:cNvSpPr>
          <p:nvPr/>
        </p:nvSpPr>
        <p:spPr bwMode="auto">
          <a:xfrm>
            <a:off x="558800" y="2481263"/>
            <a:ext cx="615950" cy="396875"/>
          </a:xfrm>
          <a:prstGeom prst="rect">
            <a:avLst/>
          </a:prstGeom>
          <a:noFill/>
          <a:ln w="12700">
            <a:noFill/>
            <a:miter lim="800000"/>
            <a:headEnd/>
            <a:tailEnd/>
          </a:ln>
        </p:spPr>
        <p:txBody>
          <a:bodyPr wrap="none">
            <a:spAutoFit/>
          </a:bodyPr>
          <a:lstStyle/>
          <a:p>
            <a:pPr defTabSz="762000" eaLnBrk="0" hangingPunct="0"/>
            <a:r>
              <a:rPr kumimoji="1" lang="en-US" altLang="zh-CN" sz="2000">
                <a:solidFill>
                  <a:srgbClr val="333399"/>
                </a:solidFill>
              </a:rPr>
              <a:t>AP</a:t>
            </a:r>
            <a:r>
              <a:rPr kumimoji="1" lang="en-US" altLang="zh-CN" sz="2000" b="1" baseline="-25000">
                <a:solidFill>
                  <a:srgbClr val="333399"/>
                </a:solidFill>
              </a:rPr>
              <a:t>1</a:t>
            </a:r>
            <a:endParaRPr kumimoji="1" lang="en-US" altLang="zh-CN" sz="2000" b="1">
              <a:solidFill>
                <a:srgbClr val="333399"/>
              </a:solidFill>
            </a:endParaRPr>
          </a:p>
        </p:txBody>
      </p:sp>
      <p:sp>
        <p:nvSpPr>
          <p:cNvPr id="156702" name="Text Box 34"/>
          <p:cNvSpPr txBox="1">
            <a:spLocks noChangeArrowheads="1"/>
          </p:cNvSpPr>
          <p:nvPr/>
        </p:nvSpPr>
        <p:spPr bwMode="auto">
          <a:xfrm>
            <a:off x="7770813" y="1973263"/>
            <a:ext cx="868362" cy="396875"/>
          </a:xfrm>
          <a:prstGeom prst="rect">
            <a:avLst/>
          </a:prstGeom>
          <a:noFill/>
          <a:ln w="12700">
            <a:noFill/>
            <a:miter lim="800000"/>
            <a:headEnd type="none" w="sm" len="lg"/>
            <a:tailEnd type="none" w="sm" len="lg"/>
          </a:ln>
        </p:spPr>
        <p:txBody>
          <a:bodyPr wrap="none">
            <a:spAutoFit/>
          </a:bodyPr>
          <a:lstStyle/>
          <a:p>
            <a:pPr defTabSz="762000" eaLnBrk="0" hangingPunct="0"/>
            <a:r>
              <a:rPr kumimoji="1" lang="zh-CN" altLang="en-US" sz="2000">
                <a:solidFill>
                  <a:srgbClr val="333399"/>
                </a:solidFill>
                <a:ea typeface="黑体" pitchFamily="49" charset="-122"/>
              </a:rPr>
              <a:t>主机</a:t>
            </a:r>
            <a:r>
              <a:rPr kumimoji="1" lang="zh-CN" altLang="en-US" sz="1000">
                <a:solidFill>
                  <a:srgbClr val="333399"/>
                </a:solidFill>
                <a:ea typeface="黑体" pitchFamily="49" charset="-122"/>
              </a:rPr>
              <a:t> </a:t>
            </a:r>
            <a:r>
              <a:rPr kumimoji="1" lang="en-US" altLang="zh-CN" sz="2000">
                <a:solidFill>
                  <a:srgbClr val="333399"/>
                </a:solidFill>
                <a:ea typeface="黑体" pitchFamily="49" charset="-122"/>
              </a:rPr>
              <a:t>2</a:t>
            </a:r>
          </a:p>
        </p:txBody>
      </p:sp>
      <p:sp>
        <p:nvSpPr>
          <p:cNvPr id="156703" name="Text Box 35"/>
          <p:cNvSpPr txBox="1">
            <a:spLocks noChangeArrowheads="1"/>
          </p:cNvSpPr>
          <p:nvPr/>
        </p:nvSpPr>
        <p:spPr bwMode="auto">
          <a:xfrm>
            <a:off x="2263775" y="3254375"/>
            <a:ext cx="4756150" cy="822325"/>
          </a:xfrm>
          <a:prstGeom prst="rect">
            <a:avLst/>
          </a:prstGeom>
          <a:noFill/>
          <a:ln w="12700">
            <a:noFill/>
            <a:miter lim="800000"/>
            <a:headEnd type="none" w="sm" len="lg"/>
            <a:tailEnd type="none" w="sm" len="lg"/>
          </a:ln>
        </p:spPr>
        <p:txBody>
          <a:bodyPr wrap="none">
            <a:spAutoFit/>
          </a:bodyPr>
          <a:lstStyle/>
          <a:p>
            <a:pPr algn="ctr" defTabSz="762000" eaLnBrk="0" hangingPunct="0"/>
            <a:r>
              <a:rPr kumimoji="1" lang="zh-CN" altLang="en-US" sz="2400">
                <a:solidFill>
                  <a:srgbClr val="333399"/>
                </a:solidFill>
                <a:ea typeface="黑体" pitchFamily="49" charset="-122"/>
              </a:rPr>
              <a:t>数据链路层剥去帧首部和帧尾部后</a:t>
            </a:r>
          </a:p>
          <a:p>
            <a:pPr algn="ctr" defTabSz="762000" eaLnBrk="0" hangingPunct="0"/>
            <a:r>
              <a:rPr kumimoji="1" lang="zh-CN" altLang="en-US" sz="2400">
                <a:solidFill>
                  <a:srgbClr val="333399"/>
                </a:solidFill>
                <a:ea typeface="黑体" pitchFamily="49" charset="-122"/>
              </a:rPr>
              <a:t>把帧的数据部分交给网络层</a:t>
            </a:r>
          </a:p>
        </p:txBody>
      </p:sp>
      <p:sp>
        <p:nvSpPr>
          <p:cNvPr id="130084" name="Rectangle 36"/>
          <p:cNvSpPr>
            <a:spLocks noChangeArrowheads="1"/>
          </p:cNvSpPr>
          <p:nvPr/>
        </p:nvSpPr>
        <p:spPr bwMode="auto">
          <a:xfrm>
            <a:off x="1979613" y="4797425"/>
            <a:ext cx="576262" cy="358775"/>
          </a:xfrm>
          <a:prstGeom prst="rect">
            <a:avLst/>
          </a:prstGeom>
          <a:solidFill>
            <a:srgbClr val="66FFFF"/>
          </a:solidFill>
          <a:ln w="9525">
            <a:solidFill>
              <a:schemeClr val="tx1"/>
            </a:solidFill>
            <a:miter lim="800000"/>
            <a:headEnd/>
            <a:tailEnd/>
          </a:ln>
        </p:spPr>
        <p:txBody>
          <a:bodyPr wrap="none" anchor="ctr"/>
          <a:lstStyle/>
          <a:p>
            <a:pPr algn="ctr"/>
            <a:r>
              <a:rPr lang="en-US" altLang="zh-CN">
                <a:solidFill>
                  <a:srgbClr val="333399"/>
                </a:solidFill>
              </a:rPr>
              <a:t>H</a:t>
            </a:r>
            <a:r>
              <a:rPr lang="en-US" altLang="zh-CN" b="1" baseline="-25000">
                <a:solidFill>
                  <a:srgbClr val="333399"/>
                </a:solidFill>
              </a:rPr>
              <a:t>2</a:t>
            </a:r>
          </a:p>
        </p:txBody>
      </p:sp>
      <p:sp>
        <p:nvSpPr>
          <p:cNvPr id="130085" name="Rectangle 37"/>
          <p:cNvSpPr>
            <a:spLocks noChangeArrowheads="1"/>
          </p:cNvSpPr>
          <p:nvPr/>
        </p:nvSpPr>
        <p:spPr bwMode="auto">
          <a:xfrm>
            <a:off x="6659563" y="4799013"/>
            <a:ext cx="504825" cy="358775"/>
          </a:xfrm>
          <a:prstGeom prst="rect">
            <a:avLst/>
          </a:prstGeom>
          <a:solidFill>
            <a:srgbClr val="CCFF33"/>
          </a:solidFill>
          <a:ln w="9525">
            <a:solidFill>
              <a:schemeClr val="tx1"/>
            </a:solidFill>
            <a:miter lim="800000"/>
            <a:headEnd/>
            <a:tailEnd/>
          </a:ln>
        </p:spPr>
        <p:txBody>
          <a:bodyPr wrap="none" anchor="ctr"/>
          <a:lstStyle/>
          <a:p>
            <a:pPr algn="ctr"/>
            <a:r>
              <a:rPr lang="en-US" altLang="zh-CN">
                <a:solidFill>
                  <a:srgbClr val="333399"/>
                </a:solidFill>
              </a:rPr>
              <a:t>T</a:t>
            </a:r>
            <a:r>
              <a:rPr lang="en-US" altLang="zh-CN" b="1" baseline="-25000">
                <a:solidFill>
                  <a:srgbClr val="333399"/>
                </a:solidFill>
              </a:rPr>
              <a:t>2</a:t>
            </a:r>
          </a:p>
        </p:txBody>
      </p:sp>
      <p:grpSp>
        <p:nvGrpSpPr>
          <p:cNvPr id="3" name="Group 38"/>
          <p:cNvGrpSpPr>
            <a:grpSpLocks/>
          </p:cNvGrpSpPr>
          <p:nvPr/>
        </p:nvGrpSpPr>
        <p:grpSpPr bwMode="auto">
          <a:xfrm>
            <a:off x="2555875" y="4799013"/>
            <a:ext cx="4103688" cy="358775"/>
            <a:chOff x="1610" y="3023"/>
            <a:chExt cx="2585" cy="226"/>
          </a:xfrm>
        </p:grpSpPr>
        <p:sp>
          <p:nvSpPr>
            <p:cNvPr id="156710" name="Rectangle 39"/>
            <p:cNvSpPr>
              <a:spLocks noChangeArrowheads="1"/>
            </p:cNvSpPr>
            <p:nvPr/>
          </p:nvSpPr>
          <p:spPr bwMode="auto">
            <a:xfrm>
              <a:off x="1610" y="3023"/>
              <a:ext cx="318" cy="226"/>
            </a:xfrm>
            <a:prstGeom prst="rect">
              <a:avLst/>
            </a:prstGeom>
            <a:solidFill>
              <a:srgbClr val="FFFF99"/>
            </a:solidFill>
            <a:ln w="9525">
              <a:solidFill>
                <a:schemeClr val="tx1"/>
              </a:solidFill>
              <a:miter lim="800000"/>
              <a:headEnd/>
              <a:tailEnd/>
            </a:ln>
          </p:spPr>
          <p:txBody>
            <a:bodyPr wrap="none" anchor="ctr"/>
            <a:lstStyle/>
            <a:p>
              <a:pPr algn="ctr"/>
              <a:r>
                <a:rPr lang="en-US" altLang="zh-CN">
                  <a:solidFill>
                    <a:srgbClr val="333399"/>
                  </a:solidFill>
                </a:rPr>
                <a:t>H</a:t>
              </a:r>
              <a:r>
                <a:rPr lang="en-US" altLang="zh-CN" b="1" baseline="-25000">
                  <a:solidFill>
                    <a:srgbClr val="333399"/>
                  </a:solidFill>
                </a:rPr>
                <a:t>3</a:t>
              </a:r>
            </a:p>
          </p:txBody>
        </p:sp>
        <p:sp>
          <p:nvSpPr>
            <p:cNvPr id="156711" name="Rectangle 40"/>
            <p:cNvSpPr>
              <a:spLocks noChangeArrowheads="1"/>
            </p:cNvSpPr>
            <p:nvPr/>
          </p:nvSpPr>
          <p:spPr bwMode="auto">
            <a:xfrm>
              <a:off x="1928" y="3023"/>
              <a:ext cx="318" cy="226"/>
            </a:xfrm>
            <a:prstGeom prst="rect">
              <a:avLst/>
            </a:prstGeom>
            <a:solidFill>
              <a:srgbClr val="FF9900"/>
            </a:solidFill>
            <a:ln w="9525">
              <a:solidFill>
                <a:schemeClr val="tx1"/>
              </a:solidFill>
              <a:miter lim="800000"/>
              <a:headEnd/>
              <a:tailEnd/>
            </a:ln>
          </p:spPr>
          <p:txBody>
            <a:bodyPr wrap="none" anchor="ctr"/>
            <a:lstStyle/>
            <a:p>
              <a:pPr algn="ctr"/>
              <a:r>
                <a:rPr lang="en-US" altLang="zh-CN">
                  <a:solidFill>
                    <a:srgbClr val="333399"/>
                  </a:solidFill>
                </a:rPr>
                <a:t>H</a:t>
              </a:r>
              <a:r>
                <a:rPr lang="en-US" altLang="zh-CN" b="1" baseline="-25000">
                  <a:solidFill>
                    <a:srgbClr val="333399"/>
                  </a:solidFill>
                </a:rPr>
                <a:t>4</a:t>
              </a:r>
            </a:p>
          </p:txBody>
        </p:sp>
        <p:sp>
          <p:nvSpPr>
            <p:cNvPr id="156712" name="Rectangle 41"/>
            <p:cNvSpPr>
              <a:spLocks noChangeArrowheads="1"/>
            </p:cNvSpPr>
            <p:nvPr/>
          </p:nvSpPr>
          <p:spPr bwMode="auto">
            <a:xfrm>
              <a:off x="2246" y="3023"/>
              <a:ext cx="318" cy="226"/>
            </a:xfrm>
            <a:prstGeom prst="rect">
              <a:avLst/>
            </a:prstGeom>
            <a:solidFill>
              <a:srgbClr val="FF99FF"/>
            </a:solidFill>
            <a:ln w="9525">
              <a:solidFill>
                <a:schemeClr val="tx1"/>
              </a:solidFill>
              <a:miter lim="800000"/>
              <a:headEnd/>
              <a:tailEnd/>
            </a:ln>
          </p:spPr>
          <p:txBody>
            <a:bodyPr wrap="none" anchor="ctr"/>
            <a:lstStyle/>
            <a:p>
              <a:pPr algn="ctr"/>
              <a:r>
                <a:rPr lang="en-US" altLang="zh-CN">
                  <a:solidFill>
                    <a:srgbClr val="333399"/>
                  </a:solidFill>
                </a:rPr>
                <a:t>H</a:t>
              </a:r>
              <a:r>
                <a:rPr lang="en-US" altLang="zh-CN" b="1" baseline="-25000">
                  <a:solidFill>
                    <a:srgbClr val="333399"/>
                  </a:solidFill>
                </a:rPr>
                <a:t>5</a:t>
              </a:r>
            </a:p>
          </p:txBody>
        </p:sp>
        <p:sp>
          <p:nvSpPr>
            <p:cNvPr id="156713" name="Rectangle 42"/>
            <p:cNvSpPr>
              <a:spLocks noChangeArrowheads="1"/>
            </p:cNvSpPr>
            <p:nvPr/>
          </p:nvSpPr>
          <p:spPr bwMode="auto">
            <a:xfrm>
              <a:off x="2562" y="3023"/>
              <a:ext cx="1633" cy="226"/>
            </a:xfrm>
            <a:prstGeom prst="rect">
              <a:avLst/>
            </a:prstGeom>
            <a:solidFill>
              <a:srgbClr val="CCECFF"/>
            </a:solidFill>
            <a:ln w="9525">
              <a:solidFill>
                <a:schemeClr val="tx1"/>
              </a:solidFill>
              <a:miter lim="800000"/>
              <a:headEnd/>
              <a:tailEnd/>
            </a:ln>
          </p:spPr>
          <p:txBody>
            <a:bodyPr wrap="none" anchor="ctr"/>
            <a:lstStyle/>
            <a:p>
              <a:pPr algn="ctr"/>
              <a:r>
                <a:rPr lang="zh-CN" altLang="en-US" sz="2000">
                  <a:solidFill>
                    <a:srgbClr val="333399"/>
                  </a:solidFill>
                  <a:latin typeface="Tahoma" pitchFamily="34" charset="0"/>
                  <a:ea typeface="黑体" pitchFamily="49" charset="-122"/>
                </a:rPr>
                <a:t>应 用 程 序 数 据</a:t>
              </a:r>
            </a:p>
          </p:txBody>
        </p:sp>
      </p:grpSp>
      <p:grpSp>
        <p:nvGrpSpPr>
          <p:cNvPr id="4" name="Group 43"/>
          <p:cNvGrpSpPr>
            <a:grpSpLocks/>
          </p:cNvGrpSpPr>
          <p:nvPr/>
        </p:nvGrpSpPr>
        <p:grpSpPr bwMode="auto">
          <a:xfrm>
            <a:off x="4211638" y="4471988"/>
            <a:ext cx="4229100" cy="396875"/>
            <a:chOff x="2653" y="2817"/>
            <a:chExt cx="2664" cy="250"/>
          </a:xfrm>
        </p:grpSpPr>
        <p:sp>
          <p:nvSpPr>
            <p:cNvPr id="156708" name="AutoShape 44"/>
            <p:cNvSpPr>
              <a:spLocks noChangeArrowheads="1"/>
            </p:cNvSpPr>
            <p:nvPr/>
          </p:nvSpPr>
          <p:spPr bwMode="auto">
            <a:xfrm rot="10800000" flipV="1">
              <a:off x="5193" y="2817"/>
              <a:ext cx="124" cy="250"/>
            </a:xfrm>
            <a:prstGeom prst="upArrow">
              <a:avLst>
                <a:gd name="adj1" fmla="val 50000"/>
                <a:gd name="adj2" fmla="val 50403"/>
              </a:avLst>
            </a:prstGeom>
            <a:solidFill>
              <a:schemeClr val="hlink"/>
            </a:solidFill>
            <a:ln w="12700">
              <a:solidFill>
                <a:schemeClr val="tx1"/>
              </a:solidFill>
              <a:miter lim="800000"/>
              <a:headEnd/>
              <a:tailEnd/>
            </a:ln>
          </p:spPr>
          <p:txBody>
            <a:bodyPr vert="eaVert" wrap="none" anchor="ctr"/>
            <a:lstStyle/>
            <a:p>
              <a:endParaRPr lang="zh-CN" altLang="en-US"/>
            </a:p>
          </p:txBody>
        </p:sp>
        <p:sp>
          <p:nvSpPr>
            <p:cNvPr id="156709" name="AutoShape 45"/>
            <p:cNvSpPr>
              <a:spLocks noChangeArrowheads="1"/>
            </p:cNvSpPr>
            <p:nvPr/>
          </p:nvSpPr>
          <p:spPr bwMode="auto">
            <a:xfrm rot="10800000" flipV="1">
              <a:off x="2653" y="2817"/>
              <a:ext cx="124" cy="250"/>
            </a:xfrm>
            <a:prstGeom prst="upArrow">
              <a:avLst>
                <a:gd name="adj1" fmla="val 50000"/>
                <a:gd name="adj2" fmla="val 50403"/>
              </a:avLst>
            </a:prstGeom>
            <a:solidFill>
              <a:schemeClr val="hlink"/>
            </a:solidFill>
            <a:ln w="12700">
              <a:solidFill>
                <a:schemeClr val="tx1"/>
              </a:solidFill>
              <a:miter lim="800000"/>
              <a:headEnd/>
              <a:tailEnd/>
            </a:ln>
          </p:spPr>
          <p:txBody>
            <a:bodyPr vert="eaVert" wrap="none" anchor="ctr"/>
            <a:lstStyle/>
            <a:p>
              <a:endParaRPr lang="zh-CN" altLang="en-US"/>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2" presetClass="exit" presetSubtype="8" fill="hold" grpId="0" nodeType="afterEffect">
                                  <p:stCondLst>
                                    <p:cond delay="1000"/>
                                  </p:stCondLst>
                                  <p:childTnLst>
                                    <p:animEffect transition="out" filter="slide(fromLeft)">
                                      <p:cBhvr>
                                        <p:cTn id="6" dur="1000"/>
                                        <p:tgtEl>
                                          <p:spTgt spid="130084"/>
                                        </p:tgtEl>
                                      </p:cBhvr>
                                    </p:animEffect>
                                    <p:set>
                                      <p:cBhvr>
                                        <p:cTn id="7" dur="1" fill="hold">
                                          <p:stCondLst>
                                            <p:cond delay="999"/>
                                          </p:stCondLst>
                                        </p:cTn>
                                        <p:tgtEl>
                                          <p:spTgt spid="130084"/>
                                        </p:tgtEl>
                                        <p:attrNameLst>
                                          <p:attrName>style.visibility</p:attrName>
                                        </p:attrNameLst>
                                      </p:cBhvr>
                                      <p:to>
                                        <p:strVal val="hidden"/>
                                      </p:to>
                                    </p:set>
                                  </p:childTnLst>
                                </p:cTn>
                              </p:par>
                            </p:childTnLst>
                          </p:cTn>
                        </p:par>
                        <p:par>
                          <p:cTn id="8" fill="hold">
                            <p:stCondLst>
                              <p:cond delay="2000"/>
                            </p:stCondLst>
                            <p:childTnLst>
                              <p:par>
                                <p:cTn id="9" presetID="12" presetClass="exit" presetSubtype="2" fill="hold" grpId="0" nodeType="afterEffect">
                                  <p:stCondLst>
                                    <p:cond delay="0"/>
                                  </p:stCondLst>
                                  <p:childTnLst>
                                    <p:animEffect transition="out" filter="slide(fromRight)">
                                      <p:cBhvr>
                                        <p:cTn id="10" dur="1000"/>
                                        <p:tgtEl>
                                          <p:spTgt spid="130085"/>
                                        </p:tgtEl>
                                      </p:cBhvr>
                                    </p:animEffect>
                                    <p:set>
                                      <p:cBhvr>
                                        <p:cTn id="11" dur="1" fill="hold">
                                          <p:stCondLst>
                                            <p:cond delay="999"/>
                                          </p:stCondLst>
                                        </p:cTn>
                                        <p:tgtEl>
                                          <p:spTgt spid="130085"/>
                                        </p:tgtEl>
                                        <p:attrNameLst>
                                          <p:attrName>style.visibility</p:attrName>
                                        </p:attrNameLst>
                                      </p:cBhvr>
                                      <p:to>
                                        <p:strVal val="hidden"/>
                                      </p:to>
                                    </p:set>
                                  </p:childTnLst>
                                </p:cTn>
                              </p:par>
                            </p:childTnLst>
                          </p:cTn>
                        </p:par>
                        <p:par>
                          <p:cTn id="12" fill="hold">
                            <p:stCondLst>
                              <p:cond delay="3000"/>
                            </p:stCondLst>
                            <p:childTnLst>
                              <p:par>
                                <p:cTn id="13" presetID="22" presetClass="entr" presetSubtype="4" fill="hold" nodeType="afterEffect">
                                  <p:stCondLst>
                                    <p:cond delay="0"/>
                                  </p:stCondLst>
                                  <p:childTnLst>
                                    <p:set>
                                      <p:cBhvr>
                                        <p:cTn id="14" dur="1" fill="hold">
                                          <p:stCondLst>
                                            <p:cond delay="0"/>
                                          </p:stCondLst>
                                        </p:cTn>
                                        <p:tgtEl>
                                          <p:spTgt spid="4"/>
                                        </p:tgtEl>
                                        <p:attrNameLst>
                                          <p:attrName>style.visibility</p:attrName>
                                        </p:attrNameLst>
                                      </p:cBhvr>
                                      <p:to>
                                        <p:strVal val="visible"/>
                                      </p:to>
                                    </p:set>
                                    <p:animEffect transition="in" filter="wipe(down)">
                                      <p:cBhvr>
                                        <p:cTn id="15" dur="1000"/>
                                        <p:tgtEl>
                                          <p:spTgt spid="4"/>
                                        </p:tgtEl>
                                      </p:cBhvr>
                                    </p:animEffect>
                                  </p:childTnLst>
                                </p:cTn>
                              </p:par>
                            </p:childTnLst>
                          </p:cTn>
                        </p:par>
                        <p:par>
                          <p:cTn id="16" fill="hold">
                            <p:stCondLst>
                              <p:cond delay="4000"/>
                            </p:stCondLst>
                            <p:childTnLst>
                              <p:par>
                                <p:cTn id="17" presetID="1" presetClass="exit" presetSubtype="0" fill="hold" nodeType="afterEffect">
                                  <p:stCondLst>
                                    <p:cond delay="0"/>
                                  </p:stCondLst>
                                  <p:childTnLst>
                                    <p:set>
                                      <p:cBhvr>
                                        <p:cTn id="18" dur="1" fill="hold">
                                          <p:stCondLst>
                                            <p:cond delay="0"/>
                                          </p:stCondLst>
                                        </p:cTn>
                                        <p:tgtEl>
                                          <p:spTgt spid="3"/>
                                        </p:tgtEl>
                                        <p:attrNameLst>
                                          <p:attrName>style.visibility</p:attrName>
                                        </p:attrNameLst>
                                      </p:cBhvr>
                                      <p:to>
                                        <p:strVal val="hidden"/>
                                      </p:to>
                                    </p:set>
                                  </p:childTnLst>
                                </p:cTn>
                              </p:par>
                            </p:childTnLst>
                          </p:cTn>
                        </p:par>
                        <p:par>
                          <p:cTn id="19" fill="hold">
                            <p:stCondLst>
                              <p:cond delay="4000"/>
                            </p:stCondLst>
                            <p:childTnLst>
                              <p:par>
                                <p:cTn id="20" presetID="1" presetClass="entr" presetSubtype="0" fill="hold" nodeType="afterEffect">
                                  <p:stCondLst>
                                    <p:cond delay="0"/>
                                  </p:stCondLst>
                                  <p:childTnLst>
                                    <p:set>
                                      <p:cBhvr>
                                        <p:cTn id="21" dur="1" fill="hold">
                                          <p:stCondLst>
                                            <p:cond delay="0"/>
                                          </p:stCondLst>
                                        </p:cTn>
                                        <p:tgtEl>
                                          <p:spTgt spid="2"/>
                                        </p:tgtEl>
                                        <p:attrNameLst>
                                          <p:attrName>style.visibility</p:attrName>
                                        </p:attrNameLst>
                                      </p:cBhvr>
                                      <p:to>
                                        <p:strVal val="visible"/>
                                      </p:to>
                                    </p:set>
                                  </p:childTnLst>
                                </p:cTn>
                              </p:par>
                            </p:childTnLst>
                          </p:cTn>
                        </p:par>
                        <p:par>
                          <p:cTn id="22" fill="hold">
                            <p:stCondLst>
                              <p:cond delay="4000"/>
                            </p:stCondLst>
                            <p:childTnLst>
                              <p:par>
                                <p:cTn id="23" presetID="1" presetClass="exit" presetSubtype="0" fill="hold" nodeType="afterEffect">
                                  <p:stCondLst>
                                    <p:cond delay="0"/>
                                  </p:stCondLst>
                                  <p:childTnLst>
                                    <p:set>
                                      <p:cBhvr>
                                        <p:cTn id="24" dur="1" fill="hold">
                                          <p:stCondLst>
                                            <p:cond delay="0"/>
                                          </p:stCondLst>
                                        </p:cTn>
                                        <p:tgtEl>
                                          <p:spTgt spid="4"/>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0084" grpId="0" animBg="1"/>
      <p:bldP spid="130085" grpId="0" animBg="1"/>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a:grpSpLocks/>
          </p:cNvGrpSpPr>
          <p:nvPr/>
        </p:nvGrpSpPr>
        <p:grpSpPr bwMode="auto">
          <a:xfrm>
            <a:off x="3059113" y="3575050"/>
            <a:ext cx="3598862" cy="358775"/>
            <a:chOff x="1928" y="2660"/>
            <a:chExt cx="2267" cy="226"/>
          </a:xfrm>
        </p:grpSpPr>
        <p:sp>
          <p:nvSpPr>
            <p:cNvPr id="157736" name="Rectangle 3"/>
            <p:cNvSpPr>
              <a:spLocks noChangeArrowheads="1"/>
            </p:cNvSpPr>
            <p:nvPr/>
          </p:nvSpPr>
          <p:spPr bwMode="auto">
            <a:xfrm>
              <a:off x="1928" y="2660"/>
              <a:ext cx="318" cy="226"/>
            </a:xfrm>
            <a:prstGeom prst="rect">
              <a:avLst/>
            </a:prstGeom>
            <a:solidFill>
              <a:srgbClr val="FF9900"/>
            </a:solidFill>
            <a:ln w="9525">
              <a:solidFill>
                <a:schemeClr val="tx1"/>
              </a:solidFill>
              <a:miter lim="800000"/>
              <a:headEnd/>
              <a:tailEnd/>
            </a:ln>
          </p:spPr>
          <p:txBody>
            <a:bodyPr wrap="none" anchor="ctr"/>
            <a:lstStyle/>
            <a:p>
              <a:pPr algn="ctr"/>
              <a:r>
                <a:rPr lang="en-US" altLang="zh-CN">
                  <a:solidFill>
                    <a:srgbClr val="333399"/>
                  </a:solidFill>
                </a:rPr>
                <a:t>H</a:t>
              </a:r>
              <a:r>
                <a:rPr lang="en-US" altLang="zh-CN" b="1" baseline="-25000">
                  <a:solidFill>
                    <a:srgbClr val="333399"/>
                  </a:solidFill>
                </a:rPr>
                <a:t>4</a:t>
              </a:r>
            </a:p>
          </p:txBody>
        </p:sp>
        <p:sp>
          <p:nvSpPr>
            <p:cNvPr id="157737" name="Rectangle 4"/>
            <p:cNvSpPr>
              <a:spLocks noChangeArrowheads="1"/>
            </p:cNvSpPr>
            <p:nvPr/>
          </p:nvSpPr>
          <p:spPr bwMode="auto">
            <a:xfrm>
              <a:off x="2246" y="2660"/>
              <a:ext cx="318" cy="226"/>
            </a:xfrm>
            <a:prstGeom prst="rect">
              <a:avLst/>
            </a:prstGeom>
            <a:solidFill>
              <a:srgbClr val="FF99FF"/>
            </a:solidFill>
            <a:ln w="9525">
              <a:solidFill>
                <a:schemeClr val="tx1"/>
              </a:solidFill>
              <a:miter lim="800000"/>
              <a:headEnd/>
              <a:tailEnd/>
            </a:ln>
          </p:spPr>
          <p:txBody>
            <a:bodyPr wrap="none" anchor="ctr"/>
            <a:lstStyle/>
            <a:p>
              <a:pPr algn="ctr"/>
              <a:r>
                <a:rPr lang="en-US" altLang="zh-CN">
                  <a:solidFill>
                    <a:srgbClr val="333399"/>
                  </a:solidFill>
                </a:rPr>
                <a:t>H</a:t>
              </a:r>
              <a:r>
                <a:rPr lang="en-US" altLang="zh-CN" b="1" baseline="-25000">
                  <a:solidFill>
                    <a:srgbClr val="333399"/>
                  </a:solidFill>
                </a:rPr>
                <a:t>5</a:t>
              </a:r>
            </a:p>
          </p:txBody>
        </p:sp>
        <p:sp>
          <p:nvSpPr>
            <p:cNvPr id="157738" name="Rectangle 5"/>
            <p:cNvSpPr>
              <a:spLocks noChangeArrowheads="1"/>
            </p:cNvSpPr>
            <p:nvPr/>
          </p:nvSpPr>
          <p:spPr bwMode="auto">
            <a:xfrm>
              <a:off x="2562" y="2660"/>
              <a:ext cx="1633" cy="226"/>
            </a:xfrm>
            <a:prstGeom prst="rect">
              <a:avLst/>
            </a:prstGeom>
            <a:solidFill>
              <a:srgbClr val="CCECFF"/>
            </a:solidFill>
            <a:ln w="9525">
              <a:solidFill>
                <a:schemeClr val="tx1"/>
              </a:solidFill>
              <a:miter lim="800000"/>
              <a:headEnd/>
              <a:tailEnd/>
            </a:ln>
          </p:spPr>
          <p:txBody>
            <a:bodyPr wrap="none" anchor="ctr"/>
            <a:lstStyle/>
            <a:p>
              <a:pPr algn="ctr"/>
              <a:r>
                <a:rPr lang="zh-CN" altLang="en-US" sz="2000">
                  <a:solidFill>
                    <a:srgbClr val="333399"/>
                  </a:solidFill>
                  <a:latin typeface="Tahoma" pitchFamily="34" charset="0"/>
                  <a:ea typeface="黑体" pitchFamily="49" charset="-122"/>
                </a:rPr>
                <a:t>应 用 程 序 数 据</a:t>
              </a:r>
            </a:p>
          </p:txBody>
        </p:sp>
      </p:grpSp>
      <p:sp>
        <p:nvSpPr>
          <p:cNvPr id="131078" name="Rectangle 6"/>
          <p:cNvSpPr>
            <a:spLocks noChangeArrowheads="1"/>
          </p:cNvSpPr>
          <p:nvPr/>
        </p:nvSpPr>
        <p:spPr bwMode="auto">
          <a:xfrm>
            <a:off x="2555875" y="4222750"/>
            <a:ext cx="504825" cy="358775"/>
          </a:xfrm>
          <a:prstGeom prst="rect">
            <a:avLst/>
          </a:prstGeom>
          <a:solidFill>
            <a:srgbClr val="FFFF99"/>
          </a:solidFill>
          <a:ln w="9525">
            <a:solidFill>
              <a:schemeClr val="tx1"/>
            </a:solidFill>
            <a:miter lim="800000"/>
            <a:headEnd/>
            <a:tailEnd/>
          </a:ln>
        </p:spPr>
        <p:txBody>
          <a:bodyPr wrap="none" anchor="ctr"/>
          <a:lstStyle/>
          <a:p>
            <a:pPr algn="ctr"/>
            <a:r>
              <a:rPr lang="en-US" altLang="zh-CN">
                <a:solidFill>
                  <a:srgbClr val="333399"/>
                </a:solidFill>
              </a:rPr>
              <a:t>H</a:t>
            </a:r>
            <a:r>
              <a:rPr lang="en-US" altLang="zh-CN" b="1" baseline="-25000">
                <a:solidFill>
                  <a:srgbClr val="333399"/>
                </a:solidFill>
              </a:rPr>
              <a:t>3</a:t>
            </a:r>
          </a:p>
        </p:txBody>
      </p:sp>
      <p:grpSp>
        <p:nvGrpSpPr>
          <p:cNvPr id="3" name="Group 7"/>
          <p:cNvGrpSpPr>
            <a:grpSpLocks/>
          </p:cNvGrpSpPr>
          <p:nvPr/>
        </p:nvGrpSpPr>
        <p:grpSpPr bwMode="auto">
          <a:xfrm>
            <a:off x="3060700" y="4222750"/>
            <a:ext cx="3598863" cy="358775"/>
            <a:chOff x="1928" y="2660"/>
            <a:chExt cx="2267" cy="226"/>
          </a:xfrm>
        </p:grpSpPr>
        <p:sp>
          <p:nvSpPr>
            <p:cNvPr id="157733" name="Rectangle 8"/>
            <p:cNvSpPr>
              <a:spLocks noChangeArrowheads="1"/>
            </p:cNvSpPr>
            <p:nvPr/>
          </p:nvSpPr>
          <p:spPr bwMode="auto">
            <a:xfrm>
              <a:off x="1928" y="2660"/>
              <a:ext cx="318" cy="226"/>
            </a:xfrm>
            <a:prstGeom prst="rect">
              <a:avLst/>
            </a:prstGeom>
            <a:solidFill>
              <a:srgbClr val="FF9900"/>
            </a:solidFill>
            <a:ln w="9525">
              <a:solidFill>
                <a:schemeClr val="tx1"/>
              </a:solidFill>
              <a:miter lim="800000"/>
              <a:headEnd/>
              <a:tailEnd/>
            </a:ln>
          </p:spPr>
          <p:txBody>
            <a:bodyPr wrap="none" anchor="ctr"/>
            <a:lstStyle/>
            <a:p>
              <a:pPr algn="ctr"/>
              <a:r>
                <a:rPr lang="en-US" altLang="zh-CN">
                  <a:solidFill>
                    <a:srgbClr val="333399"/>
                  </a:solidFill>
                </a:rPr>
                <a:t>H</a:t>
              </a:r>
              <a:r>
                <a:rPr lang="en-US" altLang="zh-CN" b="1" baseline="-25000">
                  <a:solidFill>
                    <a:srgbClr val="333399"/>
                  </a:solidFill>
                </a:rPr>
                <a:t>4</a:t>
              </a:r>
            </a:p>
          </p:txBody>
        </p:sp>
        <p:sp>
          <p:nvSpPr>
            <p:cNvPr id="157734" name="Rectangle 9"/>
            <p:cNvSpPr>
              <a:spLocks noChangeArrowheads="1"/>
            </p:cNvSpPr>
            <p:nvPr/>
          </p:nvSpPr>
          <p:spPr bwMode="auto">
            <a:xfrm>
              <a:off x="2246" y="2660"/>
              <a:ext cx="318" cy="226"/>
            </a:xfrm>
            <a:prstGeom prst="rect">
              <a:avLst/>
            </a:prstGeom>
            <a:solidFill>
              <a:srgbClr val="FF99FF"/>
            </a:solidFill>
            <a:ln w="9525">
              <a:solidFill>
                <a:schemeClr val="tx1"/>
              </a:solidFill>
              <a:miter lim="800000"/>
              <a:headEnd/>
              <a:tailEnd/>
            </a:ln>
          </p:spPr>
          <p:txBody>
            <a:bodyPr wrap="none" anchor="ctr"/>
            <a:lstStyle/>
            <a:p>
              <a:pPr algn="ctr"/>
              <a:r>
                <a:rPr lang="en-US" altLang="zh-CN">
                  <a:solidFill>
                    <a:srgbClr val="333399"/>
                  </a:solidFill>
                </a:rPr>
                <a:t>H</a:t>
              </a:r>
              <a:r>
                <a:rPr lang="en-US" altLang="zh-CN" b="1" baseline="-25000">
                  <a:solidFill>
                    <a:srgbClr val="333399"/>
                  </a:solidFill>
                </a:rPr>
                <a:t>5</a:t>
              </a:r>
            </a:p>
          </p:txBody>
        </p:sp>
        <p:sp>
          <p:nvSpPr>
            <p:cNvPr id="157735" name="Rectangle 10"/>
            <p:cNvSpPr>
              <a:spLocks noChangeArrowheads="1"/>
            </p:cNvSpPr>
            <p:nvPr/>
          </p:nvSpPr>
          <p:spPr bwMode="auto">
            <a:xfrm>
              <a:off x="2562" y="2660"/>
              <a:ext cx="1633" cy="226"/>
            </a:xfrm>
            <a:prstGeom prst="rect">
              <a:avLst/>
            </a:prstGeom>
            <a:solidFill>
              <a:srgbClr val="CCECFF"/>
            </a:solidFill>
            <a:ln w="9525">
              <a:solidFill>
                <a:schemeClr val="tx1"/>
              </a:solidFill>
              <a:miter lim="800000"/>
              <a:headEnd/>
              <a:tailEnd/>
            </a:ln>
          </p:spPr>
          <p:txBody>
            <a:bodyPr wrap="none" anchor="ctr"/>
            <a:lstStyle/>
            <a:p>
              <a:pPr algn="ctr"/>
              <a:r>
                <a:rPr lang="zh-CN" altLang="en-US" sz="2000">
                  <a:solidFill>
                    <a:srgbClr val="333399"/>
                  </a:solidFill>
                  <a:latin typeface="Tahoma" pitchFamily="34" charset="0"/>
                  <a:ea typeface="黑体" pitchFamily="49" charset="-122"/>
                </a:rPr>
                <a:t>应 用 程 序 数 据</a:t>
              </a:r>
            </a:p>
          </p:txBody>
        </p:sp>
      </p:grpSp>
      <p:sp>
        <p:nvSpPr>
          <p:cNvPr id="157701" name="Rectangle 11"/>
          <p:cNvSpPr>
            <a:spLocks noGrp="1" noChangeArrowheads="1"/>
          </p:cNvSpPr>
          <p:nvPr>
            <p:ph type="title"/>
          </p:nvPr>
        </p:nvSpPr>
        <p:spPr/>
        <p:txBody>
          <a:bodyPr/>
          <a:lstStyle/>
          <a:p>
            <a:pPr algn="ctr" eaLnBrk="1" hangingPunct="1"/>
            <a:r>
              <a:rPr lang="zh-CN" altLang="en-US" smtClean="0">
                <a:latin typeface="微软雅黑" pitchFamily="34" charset="-122"/>
                <a:ea typeface="微软雅黑" pitchFamily="34" charset="-122"/>
              </a:rPr>
              <a:t>主机</a:t>
            </a:r>
            <a:r>
              <a:rPr lang="zh-CN" altLang="en-US" sz="2400" smtClean="0">
                <a:latin typeface="微软雅黑" pitchFamily="34" charset="-122"/>
                <a:ea typeface="微软雅黑" pitchFamily="34" charset="-122"/>
              </a:rPr>
              <a:t> </a:t>
            </a:r>
            <a:r>
              <a:rPr lang="en-US" altLang="zh-CN" smtClean="0">
                <a:latin typeface="微软雅黑" pitchFamily="34" charset="-122"/>
                <a:ea typeface="微软雅黑" pitchFamily="34" charset="-122"/>
              </a:rPr>
              <a:t>1</a:t>
            </a:r>
            <a:r>
              <a:rPr lang="en-US" altLang="zh-CN" sz="2400" smtClean="0">
                <a:latin typeface="微软雅黑" pitchFamily="34" charset="-122"/>
                <a:ea typeface="微软雅黑" pitchFamily="34" charset="-122"/>
              </a:rPr>
              <a:t> </a:t>
            </a:r>
            <a:r>
              <a:rPr lang="zh-CN" altLang="en-US" smtClean="0">
                <a:latin typeface="微软雅黑" pitchFamily="34" charset="-122"/>
                <a:ea typeface="微软雅黑" pitchFamily="34" charset="-122"/>
              </a:rPr>
              <a:t>向主机</a:t>
            </a:r>
            <a:r>
              <a:rPr lang="zh-CN" altLang="en-US" sz="2400" smtClean="0">
                <a:latin typeface="微软雅黑" pitchFamily="34" charset="-122"/>
                <a:ea typeface="微软雅黑" pitchFamily="34" charset="-122"/>
              </a:rPr>
              <a:t> </a:t>
            </a:r>
            <a:r>
              <a:rPr lang="en-US" altLang="zh-CN" smtClean="0">
                <a:latin typeface="微软雅黑" pitchFamily="34" charset="-122"/>
                <a:ea typeface="微软雅黑" pitchFamily="34" charset="-122"/>
              </a:rPr>
              <a:t>2</a:t>
            </a:r>
            <a:r>
              <a:rPr lang="en-US" altLang="zh-CN" sz="2400" smtClean="0">
                <a:latin typeface="微软雅黑" pitchFamily="34" charset="-122"/>
                <a:ea typeface="微软雅黑" pitchFamily="34" charset="-122"/>
              </a:rPr>
              <a:t> </a:t>
            </a:r>
            <a:r>
              <a:rPr lang="zh-CN" altLang="en-US" smtClean="0">
                <a:latin typeface="微软雅黑" pitchFamily="34" charset="-122"/>
                <a:ea typeface="微软雅黑" pitchFamily="34" charset="-122"/>
              </a:rPr>
              <a:t>发送数据 </a:t>
            </a:r>
          </a:p>
        </p:txBody>
      </p:sp>
      <p:sp>
        <p:nvSpPr>
          <p:cNvPr id="157702" name="AutoShape 12"/>
          <p:cNvSpPr>
            <a:spLocks noChangeArrowheads="1"/>
          </p:cNvSpPr>
          <p:nvPr/>
        </p:nvSpPr>
        <p:spPr bwMode="auto">
          <a:xfrm rot="-5400000">
            <a:off x="4374356" y="1532732"/>
            <a:ext cx="417513" cy="8991600"/>
          </a:xfrm>
          <a:prstGeom prst="can">
            <a:avLst>
              <a:gd name="adj" fmla="val 48656"/>
            </a:avLst>
          </a:prstGeom>
          <a:gradFill rotWithShape="0">
            <a:gsLst>
              <a:gs pos="0">
                <a:srgbClr val="ACACAC"/>
              </a:gs>
              <a:gs pos="50000">
                <a:srgbClr val="EAEAEA"/>
              </a:gs>
              <a:gs pos="100000">
                <a:srgbClr val="ACACAC"/>
              </a:gs>
            </a:gsLst>
            <a:lin ang="5400000" scaled="1"/>
          </a:gradFill>
          <a:ln w="19050">
            <a:solidFill>
              <a:schemeClr val="tx1"/>
            </a:solidFill>
            <a:round/>
            <a:headEnd type="none" w="sm" len="lg"/>
            <a:tailEnd type="none" w="sm" len="lg"/>
          </a:ln>
        </p:spPr>
        <p:txBody>
          <a:bodyPr wrap="none" anchor="ctr"/>
          <a:lstStyle/>
          <a:p>
            <a:endParaRPr lang="zh-CN" altLang="en-US"/>
          </a:p>
        </p:txBody>
      </p:sp>
      <p:sp>
        <p:nvSpPr>
          <p:cNvPr id="157703" name="AutoShape 13"/>
          <p:cNvSpPr>
            <a:spLocks noChangeArrowheads="1"/>
          </p:cNvSpPr>
          <p:nvPr/>
        </p:nvSpPr>
        <p:spPr bwMode="auto">
          <a:xfrm>
            <a:off x="533400" y="2847975"/>
            <a:ext cx="838200" cy="2997200"/>
          </a:xfrm>
          <a:prstGeom prst="cube">
            <a:avLst>
              <a:gd name="adj" fmla="val 10764"/>
            </a:avLst>
          </a:prstGeom>
          <a:solidFill>
            <a:srgbClr val="FFFF99"/>
          </a:solidFill>
          <a:ln w="19050">
            <a:solidFill>
              <a:schemeClr val="tx1"/>
            </a:solidFill>
            <a:miter lim="800000"/>
            <a:headEnd type="none" w="sm" len="lg"/>
            <a:tailEnd type="none" w="sm" len="lg"/>
          </a:ln>
        </p:spPr>
        <p:txBody>
          <a:bodyPr wrap="none" anchor="ctr"/>
          <a:lstStyle/>
          <a:p>
            <a:endParaRPr lang="zh-CN" altLang="en-US"/>
          </a:p>
        </p:txBody>
      </p:sp>
      <p:sp>
        <p:nvSpPr>
          <p:cNvPr id="157704" name="Text Box 14"/>
          <p:cNvSpPr txBox="1">
            <a:spLocks noChangeArrowheads="1"/>
          </p:cNvSpPr>
          <p:nvPr/>
        </p:nvSpPr>
        <p:spPr bwMode="auto">
          <a:xfrm>
            <a:off x="781050" y="3027363"/>
            <a:ext cx="325438" cy="396875"/>
          </a:xfrm>
          <a:prstGeom prst="rect">
            <a:avLst/>
          </a:prstGeom>
          <a:noFill/>
          <a:ln w="12700">
            <a:noFill/>
            <a:miter lim="800000"/>
            <a:headEnd/>
            <a:tailEnd/>
          </a:ln>
        </p:spPr>
        <p:txBody>
          <a:bodyPr wrap="none">
            <a:spAutoFit/>
          </a:bodyPr>
          <a:lstStyle/>
          <a:p>
            <a:pPr defTabSz="762000" eaLnBrk="0" hangingPunct="0"/>
            <a:r>
              <a:rPr kumimoji="1" lang="en-US" altLang="zh-CN" sz="2000">
                <a:solidFill>
                  <a:srgbClr val="333399"/>
                </a:solidFill>
              </a:rPr>
              <a:t>5</a:t>
            </a:r>
          </a:p>
        </p:txBody>
      </p:sp>
      <p:sp>
        <p:nvSpPr>
          <p:cNvPr id="157705" name="Text Box 15"/>
          <p:cNvSpPr txBox="1">
            <a:spLocks noChangeArrowheads="1"/>
          </p:cNvSpPr>
          <p:nvPr/>
        </p:nvSpPr>
        <p:spPr bwMode="auto">
          <a:xfrm>
            <a:off x="781050" y="3654425"/>
            <a:ext cx="325438" cy="396875"/>
          </a:xfrm>
          <a:prstGeom prst="rect">
            <a:avLst/>
          </a:prstGeom>
          <a:noFill/>
          <a:ln w="12700">
            <a:noFill/>
            <a:miter lim="800000"/>
            <a:headEnd/>
            <a:tailEnd/>
          </a:ln>
        </p:spPr>
        <p:txBody>
          <a:bodyPr wrap="none">
            <a:spAutoFit/>
          </a:bodyPr>
          <a:lstStyle/>
          <a:p>
            <a:pPr defTabSz="762000" eaLnBrk="0" hangingPunct="0"/>
            <a:r>
              <a:rPr kumimoji="1" lang="en-US" altLang="zh-CN" sz="2000">
                <a:solidFill>
                  <a:srgbClr val="333399"/>
                </a:solidFill>
              </a:rPr>
              <a:t>4</a:t>
            </a:r>
          </a:p>
        </p:txBody>
      </p:sp>
      <p:sp>
        <p:nvSpPr>
          <p:cNvPr id="157706" name="Text Box 16"/>
          <p:cNvSpPr txBox="1">
            <a:spLocks noChangeArrowheads="1"/>
          </p:cNvSpPr>
          <p:nvPr/>
        </p:nvSpPr>
        <p:spPr bwMode="auto">
          <a:xfrm>
            <a:off x="781050" y="4211638"/>
            <a:ext cx="325438" cy="396875"/>
          </a:xfrm>
          <a:prstGeom prst="rect">
            <a:avLst/>
          </a:prstGeom>
          <a:noFill/>
          <a:ln w="12700">
            <a:noFill/>
            <a:miter lim="800000"/>
            <a:headEnd/>
            <a:tailEnd/>
          </a:ln>
        </p:spPr>
        <p:txBody>
          <a:bodyPr wrap="none">
            <a:spAutoFit/>
          </a:bodyPr>
          <a:lstStyle/>
          <a:p>
            <a:pPr defTabSz="762000" eaLnBrk="0" hangingPunct="0"/>
            <a:r>
              <a:rPr kumimoji="1" lang="en-US" altLang="zh-CN" sz="2000">
                <a:solidFill>
                  <a:srgbClr val="333399"/>
                </a:solidFill>
              </a:rPr>
              <a:t>3</a:t>
            </a:r>
          </a:p>
        </p:txBody>
      </p:sp>
      <p:sp>
        <p:nvSpPr>
          <p:cNvPr id="157707" name="Text Box 17"/>
          <p:cNvSpPr txBox="1">
            <a:spLocks noChangeArrowheads="1"/>
          </p:cNvSpPr>
          <p:nvPr/>
        </p:nvSpPr>
        <p:spPr bwMode="auto">
          <a:xfrm>
            <a:off x="781050" y="4770438"/>
            <a:ext cx="325438" cy="396875"/>
          </a:xfrm>
          <a:prstGeom prst="rect">
            <a:avLst/>
          </a:prstGeom>
          <a:noFill/>
          <a:ln w="12700">
            <a:noFill/>
            <a:miter lim="800000"/>
            <a:headEnd/>
            <a:tailEnd/>
          </a:ln>
        </p:spPr>
        <p:txBody>
          <a:bodyPr wrap="none">
            <a:spAutoFit/>
          </a:bodyPr>
          <a:lstStyle/>
          <a:p>
            <a:pPr defTabSz="762000" eaLnBrk="0" hangingPunct="0"/>
            <a:r>
              <a:rPr kumimoji="1" lang="en-US" altLang="zh-CN" sz="2000">
                <a:solidFill>
                  <a:srgbClr val="333399"/>
                </a:solidFill>
              </a:rPr>
              <a:t>2</a:t>
            </a:r>
          </a:p>
        </p:txBody>
      </p:sp>
      <p:sp>
        <p:nvSpPr>
          <p:cNvPr id="157708" name="Text Box 18"/>
          <p:cNvSpPr txBox="1">
            <a:spLocks noChangeArrowheads="1"/>
          </p:cNvSpPr>
          <p:nvPr/>
        </p:nvSpPr>
        <p:spPr bwMode="auto">
          <a:xfrm>
            <a:off x="781050" y="5337175"/>
            <a:ext cx="325438" cy="396875"/>
          </a:xfrm>
          <a:prstGeom prst="rect">
            <a:avLst/>
          </a:prstGeom>
          <a:noFill/>
          <a:ln w="12700">
            <a:noFill/>
            <a:miter lim="800000"/>
            <a:headEnd/>
            <a:tailEnd/>
          </a:ln>
        </p:spPr>
        <p:txBody>
          <a:bodyPr wrap="none">
            <a:spAutoFit/>
          </a:bodyPr>
          <a:lstStyle/>
          <a:p>
            <a:pPr defTabSz="762000" eaLnBrk="0" hangingPunct="0"/>
            <a:r>
              <a:rPr kumimoji="1" lang="en-US" altLang="zh-CN" sz="2000">
                <a:solidFill>
                  <a:srgbClr val="333399"/>
                </a:solidFill>
              </a:rPr>
              <a:t>1</a:t>
            </a:r>
          </a:p>
        </p:txBody>
      </p:sp>
      <p:sp>
        <p:nvSpPr>
          <p:cNvPr id="157709" name="Freeform 19"/>
          <p:cNvSpPr>
            <a:spLocks/>
          </p:cNvSpPr>
          <p:nvPr/>
        </p:nvSpPr>
        <p:spPr bwMode="auto">
          <a:xfrm>
            <a:off x="533400" y="3449638"/>
            <a:ext cx="847725" cy="61912"/>
          </a:xfrm>
          <a:custGeom>
            <a:avLst/>
            <a:gdLst>
              <a:gd name="T0" fmla="*/ 0 w 534"/>
              <a:gd name="T1" fmla="*/ 2147483647 h 42"/>
              <a:gd name="T2" fmla="*/ 2147483647 w 534"/>
              <a:gd name="T3" fmla="*/ 2147483647 h 42"/>
              <a:gd name="T4" fmla="*/ 2147483647 w 534"/>
              <a:gd name="T5" fmla="*/ 0 h 42"/>
              <a:gd name="T6" fmla="*/ 0 60000 65536"/>
              <a:gd name="T7" fmla="*/ 0 60000 65536"/>
              <a:gd name="T8" fmla="*/ 0 60000 65536"/>
              <a:gd name="T9" fmla="*/ 0 w 534"/>
              <a:gd name="T10" fmla="*/ 0 h 42"/>
              <a:gd name="T11" fmla="*/ 534 w 534"/>
              <a:gd name="T12" fmla="*/ 42 h 42"/>
            </a:gdLst>
            <a:ahLst/>
            <a:cxnLst>
              <a:cxn ang="T6">
                <a:pos x="T0" y="T1"/>
              </a:cxn>
              <a:cxn ang="T7">
                <a:pos x="T2" y="T3"/>
              </a:cxn>
              <a:cxn ang="T8">
                <a:pos x="T4" y="T5"/>
              </a:cxn>
            </a:cxnLst>
            <a:rect l="T9" t="T10" r="T11" b="T12"/>
            <a:pathLst>
              <a:path w="534" h="42">
                <a:moveTo>
                  <a:pt x="0" y="42"/>
                </a:moveTo>
                <a:lnTo>
                  <a:pt x="468" y="42"/>
                </a:lnTo>
                <a:cubicBezTo>
                  <a:pt x="490" y="28"/>
                  <a:pt x="534" y="0"/>
                  <a:pt x="534" y="0"/>
                </a:cubicBezTo>
              </a:path>
            </a:pathLst>
          </a:custGeom>
          <a:noFill/>
          <a:ln w="19050">
            <a:solidFill>
              <a:schemeClr val="tx1"/>
            </a:solidFill>
            <a:round/>
            <a:headEnd type="none" w="sm" len="lg"/>
            <a:tailEnd type="none" w="sm" len="lg"/>
          </a:ln>
        </p:spPr>
        <p:txBody>
          <a:bodyPr wrap="none" anchor="ctr"/>
          <a:lstStyle/>
          <a:p>
            <a:endParaRPr lang="zh-CN" altLang="en-US"/>
          </a:p>
        </p:txBody>
      </p:sp>
      <p:sp>
        <p:nvSpPr>
          <p:cNvPr id="157710" name="Freeform 20"/>
          <p:cNvSpPr>
            <a:spLocks/>
          </p:cNvSpPr>
          <p:nvPr/>
        </p:nvSpPr>
        <p:spPr bwMode="auto">
          <a:xfrm>
            <a:off x="542925" y="4024313"/>
            <a:ext cx="847725" cy="61912"/>
          </a:xfrm>
          <a:custGeom>
            <a:avLst/>
            <a:gdLst>
              <a:gd name="T0" fmla="*/ 0 w 534"/>
              <a:gd name="T1" fmla="*/ 2147483647 h 42"/>
              <a:gd name="T2" fmla="*/ 2147483647 w 534"/>
              <a:gd name="T3" fmla="*/ 2147483647 h 42"/>
              <a:gd name="T4" fmla="*/ 2147483647 w 534"/>
              <a:gd name="T5" fmla="*/ 0 h 42"/>
              <a:gd name="T6" fmla="*/ 0 60000 65536"/>
              <a:gd name="T7" fmla="*/ 0 60000 65536"/>
              <a:gd name="T8" fmla="*/ 0 60000 65536"/>
              <a:gd name="T9" fmla="*/ 0 w 534"/>
              <a:gd name="T10" fmla="*/ 0 h 42"/>
              <a:gd name="T11" fmla="*/ 534 w 534"/>
              <a:gd name="T12" fmla="*/ 42 h 42"/>
            </a:gdLst>
            <a:ahLst/>
            <a:cxnLst>
              <a:cxn ang="T6">
                <a:pos x="T0" y="T1"/>
              </a:cxn>
              <a:cxn ang="T7">
                <a:pos x="T2" y="T3"/>
              </a:cxn>
              <a:cxn ang="T8">
                <a:pos x="T4" y="T5"/>
              </a:cxn>
            </a:cxnLst>
            <a:rect l="T9" t="T10" r="T11" b="T12"/>
            <a:pathLst>
              <a:path w="534" h="42">
                <a:moveTo>
                  <a:pt x="0" y="36"/>
                </a:moveTo>
                <a:lnTo>
                  <a:pt x="468" y="42"/>
                </a:lnTo>
                <a:cubicBezTo>
                  <a:pt x="490" y="28"/>
                  <a:pt x="534" y="0"/>
                  <a:pt x="534" y="0"/>
                </a:cubicBezTo>
              </a:path>
            </a:pathLst>
          </a:custGeom>
          <a:noFill/>
          <a:ln w="19050">
            <a:solidFill>
              <a:schemeClr val="tx1"/>
            </a:solidFill>
            <a:round/>
            <a:headEnd type="none" w="sm" len="lg"/>
            <a:tailEnd type="none" w="sm" len="lg"/>
          </a:ln>
        </p:spPr>
        <p:txBody>
          <a:bodyPr wrap="none" anchor="ctr"/>
          <a:lstStyle/>
          <a:p>
            <a:endParaRPr lang="zh-CN" altLang="en-US"/>
          </a:p>
        </p:txBody>
      </p:sp>
      <p:sp>
        <p:nvSpPr>
          <p:cNvPr id="157711" name="Freeform 21"/>
          <p:cNvSpPr>
            <a:spLocks/>
          </p:cNvSpPr>
          <p:nvPr/>
        </p:nvSpPr>
        <p:spPr bwMode="auto">
          <a:xfrm>
            <a:off x="520700" y="4600575"/>
            <a:ext cx="869950" cy="60325"/>
          </a:xfrm>
          <a:custGeom>
            <a:avLst/>
            <a:gdLst>
              <a:gd name="T0" fmla="*/ 0 w 548"/>
              <a:gd name="T1" fmla="*/ 2147483647 h 42"/>
              <a:gd name="T2" fmla="*/ 2147483647 w 548"/>
              <a:gd name="T3" fmla="*/ 2147483647 h 42"/>
              <a:gd name="T4" fmla="*/ 2147483647 w 548"/>
              <a:gd name="T5" fmla="*/ 0 h 42"/>
              <a:gd name="T6" fmla="*/ 0 60000 65536"/>
              <a:gd name="T7" fmla="*/ 0 60000 65536"/>
              <a:gd name="T8" fmla="*/ 0 60000 65536"/>
              <a:gd name="T9" fmla="*/ 0 w 548"/>
              <a:gd name="T10" fmla="*/ 0 h 42"/>
              <a:gd name="T11" fmla="*/ 548 w 548"/>
              <a:gd name="T12" fmla="*/ 42 h 42"/>
            </a:gdLst>
            <a:ahLst/>
            <a:cxnLst>
              <a:cxn ang="T6">
                <a:pos x="T0" y="T1"/>
              </a:cxn>
              <a:cxn ang="T7">
                <a:pos x="T2" y="T3"/>
              </a:cxn>
              <a:cxn ang="T8">
                <a:pos x="T4" y="T5"/>
              </a:cxn>
            </a:cxnLst>
            <a:rect l="T9" t="T10" r="T11" b="T12"/>
            <a:pathLst>
              <a:path w="548" h="42">
                <a:moveTo>
                  <a:pt x="0" y="42"/>
                </a:moveTo>
                <a:lnTo>
                  <a:pt x="482" y="42"/>
                </a:lnTo>
                <a:cubicBezTo>
                  <a:pt x="504" y="28"/>
                  <a:pt x="548" y="0"/>
                  <a:pt x="548" y="0"/>
                </a:cubicBezTo>
              </a:path>
            </a:pathLst>
          </a:custGeom>
          <a:noFill/>
          <a:ln w="19050">
            <a:solidFill>
              <a:schemeClr val="tx1"/>
            </a:solidFill>
            <a:round/>
            <a:headEnd type="none" w="sm" len="lg"/>
            <a:tailEnd type="none" w="sm" len="lg"/>
          </a:ln>
        </p:spPr>
        <p:txBody>
          <a:bodyPr wrap="none" anchor="ctr"/>
          <a:lstStyle/>
          <a:p>
            <a:endParaRPr lang="zh-CN" altLang="en-US"/>
          </a:p>
        </p:txBody>
      </p:sp>
      <p:sp>
        <p:nvSpPr>
          <p:cNvPr id="157712" name="Freeform 22"/>
          <p:cNvSpPr>
            <a:spLocks/>
          </p:cNvSpPr>
          <p:nvPr/>
        </p:nvSpPr>
        <p:spPr bwMode="auto">
          <a:xfrm>
            <a:off x="520700" y="5192713"/>
            <a:ext cx="860425" cy="60325"/>
          </a:xfrm>
          <a:custGeom>
            <a:avLst/>
            <a:gdLst>
              <a:gd name="T0" fmla="*/ 0 w 542"/>
              <a:gd name="T1" fmla="*/ 2147483647 h 42"/>
              <a:gd name="T2" fmla="*/ 2147483647 w 542"/>
              <a:gd name="T3" fmla="*/ 2147483647 h 42"/>
              <a:gd name="T4" fmla="*/ 2147483647 w 542"/>
              <a:gd name="T5" fmla="*/ 0 h 42"/>
              <a:gd name="T6" fmla="*/ 0 60000 65536"/>
              <a:gd name="T7" fmla="*/ 0 60000 65536"/>
              <a:gd name="T8" fmla="*/ 0 60000 65536"/>
              <a:gd name="T9" fmla="*/ 0 w 542"/>
              <a:gd name="T10" fmla="*/ 0 h 42"/>
              <a:gd name="T11" fmla="*/ 542 w 542"/>
              <a:gd name="T12" fmla="*/ 42 h 42"/>
            </a:gdLst>
            <a:ahLst/>
            <a:cxnLst>
              <a:cxn ang="T6">
                <a:pos x="T0" y="T1"/>
              </a:cxn>
              <a:cxn ang="T7">
                <a:pos x="T2" y="T3"/>
              </a:cxn>
              <a:cxn ang="T8">
                <a:pos x="T4" y="T5"/>
              </a:cxn>
            </a:cxnLst>
            <a:rect l="T9" t="T10" r="T11" b="T12"/>
            <a:pathLst>
              <a:path w="542" h="42">
                <a:moveTo>
                  <a:pt x="0" y="42"/>
                </a:moveTo>
                <a:lnTo>
                  <a:pt x="476" y="42"/>
                </a:lnTo>
                <a:cubicBezTo>
                  <a:pt x="498" y="28"/>
                  <a:pt x="542" y="0"/>
                  <a:pt x="542" y="0"/>
                </a:cubicBezTo>
              </a:path>
            </a:pathLst>
          </a:custGeom>
          <a:noFill/>
          <a:ln w="19050">
            <a:solidFill>
              <a:schemeClr val="tx1"/>
            </a:solidFill>
            <a:round/>
            <a:headEnd type="none" w="sm" len="lg"/>
            <a:tailEnd type="none" w="sm" len="lg"/>
          </a:ln>
        </p:spPr>
        <p:txBody>
          <a:bodyPr wrap="none" anchor="ctr"/>
          <a:lstStyle/>
          <a:p>
            <a:endParaRPr lang="zh-CN" altLang="en-US"/>
          </a:p>
        </p:txBody>
      </p:sp>
      <p:sp>
        <p:nvSpPr>
          <p:cNvPr id="157713" name="AutoShape 23"/>
          <p:cNvSpPr>
            <a:spLocks noChangeArrowheads="1"/>
          </p:cNvSpPr>
          <p:nvPr/>
        </p:nvSpPr>
        <p:spPr bwMode="auto">
          <a:xfrm>
            <a:off x="7886700" y="2814638"/>
            <a:ext cx="838200" cy="3030537"/>
          </a:xfrm>
          <a:prstGeom prst="cube">
            <a:avLst>
              <a:gd name="adj" fmla="val 10764"/>
            </a:avLst>
          </a:prstGeom>
          <a:solidFill>
            <a:srgbClr val="FFFF99"/>
          </a:solidFill>
          <a:ln w="19050">
            <a:solidFill>
              <a:schemeClr val="tx1"/>
            </a:solidFill>
            <a:miter lim="800000"/>
            <a:headEnd type="none" w="sm" len="lg"/>
            <a:tailEnd type="none" w="sm" len="lg"/>
          </a:ln>
        </p:spPr>
        <p:txBody>
          <a:bodyPr wrap="none" anchor="ctr"/>
          <a:lstStyle/>
          <a:p>
            <a:endParaRPr lang="zh-CN" altLang="en-US"/>
          </a:p>
        </p:txBody>
      </p:sp>
      <p:sp>
        <p:nvSpPr>
          <p:cNvPr id="157714" name="Text Box 24"/>
          <p:cNvSpPr txBox="1">
            <a:spLocks noChangeArrowheads="1"/>
          </p:cNvSpPr>
          <p:nvPr/>
        </p:nvSpPr>
        <p:spPr bwMode="auto">
          <a:xfrm>
            <a:off x="7924800" y="2992438"/>
            <a:ext cx="325438" cy="396875"/>
          </a:xfrm>
          <a:prstGeom prst="rect">
            <a:avLst/>
          </a:prstGeom>
          <a:noFill/>
          <a:ln w="12700">
            <a:noFill/>
            <a:miter lim="800000"/>
            <a:headEnd/>
            <a:tailEnd/>
          </a:ln>
        </p:spPr>
        <p:txBody>
          <a:bodyPr wrap="none">
            <a:spAutoFit/>
          </a:bodyPr>
          <a:lstStyle/>
          <a:p>
            <a:pPr defTabSz="762000" eaLnBrk="0" hangingPunct="0"/>
            <a:r>
              <a:rPr kumimoji="1" lang="en-US" altLang="zh-CN" sz="2000">
                <a:solidFill>
                  <a:srgbClr val="333399"/>
                </a:solidFill>
              </a:rPr>
              <a:t>5</a:t>
            </a:r>
          </a:p>
        </p:txBody>
      </p:sp>
      <p:sp>
        <p:nvSpPr>
          <p:cNvPr id="157715" name="Text Box 25"/>
          <p:cNvSpPr txBox="1">
            <a:spLocks noChangeArrowheads="1"/>
          </p:cNvSpPr>
          <p:nvPr/>
        </p:nvSpPr>
        <p:spPr bwMode="auto">
          <a:xfrm>
            <a:off x="7924800" y="3619500"/>
            <a:ext cx="325438" cy="396875"/>
          </a:xfrm>
          <a:prstGeom prst="rect">
            <a:avLst/>
          </a:prstGeom>
          <a:noFill/>
          <a:ln w="12700">
            <a:noFill/>
            <a:miter lim="800000"/>
            <a:headEnd/>
            <a:tailEnd/>
          </a:ln>
        </p:spPr>
        <p:txBody>
          <a:bodyPr wrap="none">
            <a:spAutoFit/>
          </a:bodyPr>
          <a:lstStyle/>
          <a:p>
            <a:pPr defTabSz="762000" eaLnBrk="0" hangingPunct="0"/>
            <a:r>
              <a:rPr kumimoji="1" lang="en-US" altLang="zh-CN" sz="2000">
                <a:solidFill>
                  <a:srgbClr val="333399"/>
                </a:solidFill>
              </a:rPr>
              <a:t>4</a:t>
            </a:r>
          </a:p>
        </p:txBody>
      </p:sp>
      <p:sp>
        <p:nvSpPr>
          <p:cNvPr id="157716" name="Text Box 26"/>
          <p:cNvSpPr txBox="1">
            <a:spLocks noChangeArrowheads="1"/>
          </p:cNvSpPr>
          <p:nvPr/>
        </p:nvSpPr>
        <p:spPr bwMode="auto">
          <a:xfrm>
            <a:off x="7924800" y="4176713"/>
            <a:ext cx="325438" cy="396875"/>
          </a:xfrm>
          <a:prstGeom prst="rect">
            <a:avLst/>
          </a:prstGeom>
          <a:noFill/>
          <a:ln w="12700">
            <a:noFill/>
            <a:miter lim="800000"/>
            <a:headEnd/>
            <a:tailEnd/>
          </a:ln>
        </p:spPr>
        <p:txBody>
          <a:bodyPr wrap="none">
            <a:spAutoFit/>
          </a:bodyPr>
          <a:lstStyle/>
          <a:p>
            <a:pPr defTabSz="762000" eaLnBrk="0" hangingPunct="0"/>
            <a:r>
              <a:rPr kumimoji="1" lang="en-US" altLang="zh-CN" sz="2000">
                <a:solidFill>
                  <a:srgbClr val="333399"/>
                </a:solidFill>
              </a:rPr>
              <a:t>3</a:t>
            </a:r>
          </a:p>
        </p:txBody>
      </p:sp>
      <p:sp>
        <p:nvSpPr>
          <p:cNvPr id="157717" name="Text Box 27"/>
          <p:cNvSpPr txBox="1">
            <a:spLocks noChangeArrowheads="1"/>
          </p:cNvSpPr>
          <p:nvPr/>
        </p:nvSpPr>
        <p:spPr bwMode="auto">
          <a:xfrm>
            <a:off x="7924800" y="4737100"/>
            <a:ext cx="325438" cy="396875"/>
          </a:xfrm>
          <a:prstGeom prst="rect">
            <a:avLst/>
          </a:prstGeom>
          <a:noFill/>
          <a:ln w="12700">
            <a:noFill/>
            <a:miter lim="800000"/>
            <a:headEnd/>
            <a:tailEnd/>
          </a:ln>
        </p:spPr>
        <p:txBody>
          <a:bodyPr wrap="none">
            <a:spAutoFit/>
          </a:bodyPr>
          <a:lstStyle/>
          <a:p>
            <a:pPr defTabSz="762000" eaLnBrk="0" hangingPunct="0"/>
            <a:r>
              <a:rPr kumimoji="1" lang="en-US" altLang="zh-CN" sz="2000">
                <a:solidFill>
                  <a:srgbClr val="333399"/>
                </a:solidFill>
              </a:rPr>
              <a:t>2</a:t>
            </a:r>
          </a:p>
        </p:txBody>
      </p:sp>
      <p:sp>
        <p:nvSpPr>
          <p:cNvPr id="157718" name="Text Box 28"/>
          <p:cNvSpPr txBox="1">
            <a:spLocks noChangeArrowheads="1"/>
          </p:cNvSpPr>
          <p:nvPr/>
        </p:nvSpPr>
        <p:spPr bwMode="auto">
          <a:xfrm>
            <a:off x="7924800" y="5302250"/>
            <a:ext cx="325438" cy="396875"/>
          </a:xfrm>
          <a:prstGeom prst="rect">
            <a:avLst/>
          </a:prstGeom>
          <a:noFill/>
          <a:ln w="12700">
            <a:noFill/>
            <a:miter lim="800000"/>
            <a:headEnd/>
            <a:tailEnd/>
          </a:ln>
        </p:spPr>
        <p:txBody>
          <a:bodyPr wrap="none">
            <a:spAutoFit/>
          </a:bodyPr>
          <a:lstStyle/>
          <a:p>
            <a:pPr defTabSz="762000" eaLnBrk="0" hangingPunct="0"/>
            <a:r>
              <a:rPr kumimoji="1" lang="en-US" altLang="zh-CN" sz="2000">
                <a:solidFill>
                  <a:srgbClr val="333399"/>
                </a:solidFill>
              </a:rPr>
              <a:t>1</a:t>
            </a:r>
          </a:p>
        </p:txBody>
      </p:sp>
      <p:sp>
        <p:nvSpPr>
          <p:cNvPr id="157719" name="Freeform 29"/>
          <p:cNvSpPr>
            <a:spLocks/>
          </p:cNvSpPr>
          <p:nvPr/>
        </p:nvSpPr>
        <p:spPr bwMode="auto">
          <a:xfrm>
            <a:off x="7886700" y="3414713"/>
            <a:ext cx="847725" cy="61912"/>
          </a:xfrm>
          <a:custGeom>
            <a:avLst/>
            <a:gdLst>
              <a:gd name="T0" fmla="*/ 0 w 534"/>
              <a:gd name="T1" fmla="*/ 2147483647 h 42"/>
              <a:gd name="T2" fmla="*/ 2147483647 w 534"/>
              <a:gd name="T3" fmla="*/ 2147483647 h 42"/>
              <a:gd name="T4" fmla="*/ 2147483647 w 534"/>
              <a:gd name="T5" fmla="*/ 0 h 42"/>
              <a:gd name="T6" fmla="*/ 0 60000 65536"/>
              <a:gd name="T7" fmla="*/ 0 60000 65536"/>
              <a:gd name="T8" fmla="*/ 0 60000 65536"/>
              <a:gd name="T9" fmla="*/ 0 w 534"/>
              <a:gd name="T10" fmla="*/ 0 h 42"/>
              <a:gd name="T11" fmla="*/ 534 w 534"/>
              <a:gd name="T12" fmla="*/ 42 h 42"/>
            </a:gdLst>
            <a:ahLst/>
            <a:cxnLst>
              <a:cxn ang="T6">
                <a:pos x="T0" y="T1"/>
              </a:cxn>
              <a:cxn ang="T7">
                <a:pos x="T2" y="T3"/>
              </a:cxn>
              <a:cxn ang="T8">
                <a:pos x="T4" y="T5"/>
              </a:cxn>
            </a:cxnLst>
            <a:rect l="T9" t="T10" r="T11" b="T12"/>
            <a:pathLst>
              <a:path w="534" h="42">
                <a:moveTo>
                  <a:pt x="0" y="42"/>
                </a:moveTo>
                <a:lnTo>
                  <a:pt x="468" y="42"/>
                </a:lnTo>
                <a:cubicBezTo>
                  <a:pt x="490" y="28"/>
                  <a:pt x="534" y="0"/>
                  <a:pt x="534" y="0"/>
                </a:cubicBezTo>
              </a:path>
            </a:pathLst>
          </a:custGeom>
          <a:noFill/>
          <a:ln w="19050">
            <a:solidFill>
              <a:schemeClr val="tx1"/>
            </a:solidFill>
            <a:round/>
            <a:headEnd type="none" w="sm" len="lg"/>
            <a:tailEnd type="none" w="sm" len="lg"/>
          </a:ln>
        </p:spPr>
        <p:txBody>
          <a:bodyPr wrap="none" anchor="ctr"/>
          <a:lstStyle/>
          <a:p>
            <a:endParaRPr lang="zh-CN" altLang="en-US"/>
          </a:p>
        </p:txBody>
      </p:sp>
      <p:sp>
        <p:nvSpPr>
          <p:cNvPr id="157720" name="Freeform 30"/>
          <p:cNvSpPr>
            <a:spLocks/>
          </p:cNvSpPr>
          <p:nvPr/>
        </p:nvSpPr>
        <p:spPr bwMode="auto">
          <a:xfrm>
            <a:off x="7896225" y="3989388"/>
            <a:ext cx="847725" cy="61912"/>
          </a:xfrm>
          <a:custGeom>
            <a:avLst/>
            <a:gdLst>
              <a:gd name="T0" fmla="*/ 0 w 534"/>
              <a:gd name="T1" fmla="*/ 2147483647 h 42"/>
              <a:gd name="T2" fmla="*/ 2147483647 w 534"/>
              <a:gd name="T3" fmla="*/ 2147483647 h 42"/>
              <a:gd name="T4" fmla="*/ 2147483647 w 534"/>
              <a:gd name="T5" fmla="*/ 0 h 42"/>
              <a:gd name="T6" fmla="*/ 0 60000 65536"/>
              <a:gd name="T7" fmla="*/ 0 60000 65536"/>
              <a:gd name="T8" fmla="*/ 0 60000 65536"/>
              <a:gd name="T9" fmla="*/ 0 w 534"/>
              <a:gd name="T10" fmla="*/ 0 h 42"/>
              <a:gd name="T11" fmla="*/ 534 w 534"/>
              <a:gd name="T12" fmla="*/ 42 h 42"/>
            </a:gdLst>
            <a:ahLst/>
            <a:cxnLst>
              <a:cxn ang="T6">
                <a:pos x="T0" y="T1"/>
              </a:cxn>
              <a:cxn ang="T7">
                <a:pos x="T2" y="T3"/>
              </a:cxn>
              <a:cxn ang="T8">
                <a:pos x="T4" y="T5"/>
              </a:cxn>
            </a:cxnLst>
            <a:rect l="T9" t="T10" r="T11" b="T12"/>
            <a:pathLst>
              <a:path w="534" h="42">
                <a:moveTo>
                  <a:pt x="0" y="36"/>
                </a:moveTo>
                <a:lnTo>
                  <a:pt x="468" y="42"/>
                </a:lnTo>
                <a:cubicBezTo>
                  <a:pt x="490" y="28"/>
                  <a:pt x="534" y="0"/>
                  <a:pt x="534" y="0"/>
                </a:cubicBezTo>
              </a:path>
            </a:pathLst>
          </a:custGeom>
          <a:noFill/>
          <a:ln w="19050">
            <a:solidFill>
              <a:schemeClr val="tx1"/>
            </a:solidFill>
            <a:round/>
            <a:headEnd type="none" w="sm" len="lg"/>
            <a:tailEnd type="none" w="sm" len="lg"/>
          </a:ln>
        </p:spPr>
        <p:txBody>
          <a:bodyPr wrap="none" anchor="ctr"/>
          <a:lstStyle/>
          <a:p>
            <a:endParaRPr lang="zh-CN" altLang="en-US"/>
          </a:p>
        </p:txBody>
      </p:sp>
      <p:sp>
        <p:nvSpPr>
          <p:cNvPr id="157721" name="Freeform 31"/>
          <p:cNvSpPr>
            <a:spLocks/>
          </p:cNvSpPr>
          <p:nvPr/>
        </p:nvSpPr>
        <p:spPr bwMode="auto">
          <a:xfrm>
            <a:off x="7874000" y="4565650"/>
            <a:ext cx="869950" cy="60325"/>
          </a:xfrm>
          <a:custGeom>
            <a:avLst/>
            <a:gdLst>
              <a:gd name="T0" fmla="*/ 0 w 548"/>
              <a:gd name="T1" fmla="*/ 2147483647 h 42"/>
              <a:gd name="T2" fmla="*/ 2147483647 w 548"/>
              <a:gd name="T3" fmla="*/ 2147483647 h 42"/>
              <a:gd name="T4" fmla="*/ 2147483647 w 548"/>
              <a:gd name="T5" fmla="*/ 0 h 42"/>
              <a:gd name="T6" fmla="*/ 0 60000 65536"/>
              <a:gd name="T7" fmla="*/ 0 60000 65536"/>
              <a:gd name="T8" fmla="*/ 0 60000 65536"/>
              <a:gd name="T9" fmla="*/ 0 w 548"/>
              <a:gd name="T10" fmla="*/ 0 h 42"/>
              <a:gd name="T11" fmla="*/ 548 w 548"/>
              <a:gd name="T12" fmla="*/ 42 h 42"/>
            </a:gdLst>
            <a:ahLst/>
            <a:cxnLst>
              <a:cxn ang="T6">
                <a:pos x="T0" y="T1"/>
              </a:cxn>
              <a:cxn ang="T7">
                <a:pos x="T2" y="T3"/>
              </a:cxn>
              <a:cxn ang="T8">
                <a:pos x="T4" y="T5"/>
              </a:cxn>
            </a:cxnLst>
            <a:rect l="T9" t="T10" r="T11" b="T12"/>
            <a:pathLst>
              <a:path w="548" h="42">
                <a:moveTo>
                  <a:pt x="0" y="42"/>
                </a:moveTo>
                <a:lnTo>
                  <a:pt x="482" y="42"/>
                </a:lnTo>
                <a:cubicBezTo>
                  <a:pt x="504" y="28"/>
                  <a:pt x="548" y="0"/>
                  <a:pt x="548" y="0"/>
                </a:cubicBezTo>
              </a:path>
            </a:pathLst>
          </a:custGeom>
          <a:noFill/>
          <a:ln w="19050">
            <a:solidFill>
              <a:schemeClr val="tx1"/>
            </a:solidFill>
            <a:round/>
            <a:headEnd type="none" w="sm" len="lg"/>
            <a:tailEnd type="none" w="sm" len="lg"/>
          </a:ln>
        </p:spPr>
        <p:txBody>
          <a:bodyPr wrap="none" anchor="ctr"/>
          <a:lstStyle/>
          <a:p>
            <a:endParaRPr lang="zh-CN" altLang="en-US"/>
          </a:p>
        </p:txBody>
      </p:sp>
      <p:sp>
        <p:nvSpPr>
          <p:cNvPr id="157722" name="Freeform 32"/>
          <p:cNvSpPr>
            <a:spLocks/>
          </p:cNvSpPr>
          <p:nvPr/>
        </p:nvSpPr>
        <p:spPr bwMode="auto">
          <a:xfrm>
            <a:off x="7874000" y="5157788"/>
            <a:ext cx="860425" cy="60325"/>
          </a:xfrm>
          <a:custGeom>
            <a:avLst/>
            <a:gdLst>
              <a:gd name="T0" fmla="*/ 0 w 542"/>
              <a:gd name="T1" fmla="*/ 2147483647 h 42"/>
              <a:gd name="T2" fmla="*/ 2147483647 w 542"/>
              <a:gd name="T3" fmla="*/ 2147483647 h 42"/>
              <a:gd name="T4" fmla="*/ 2147483647 w 542"/>
              <a:gd name="T5" fmla="*/ 0 h 42"/>
              <a:gd name="T6" fmla="*/ 0 60000 65536"/>
              <a:gd name="T7" fmla="*/ 0 60000 65536"/>
              <a:gd name="T8" fmla="*/ 0 60000 65536"/>
              <a:gd name="T9" fmla="*/ 0 w 542"/>
              <a:gd name="T10" fmla="*/ 0 h 42"/>
              <a:gd name="T11" fmla="*/ 542 w 542"/>
              <a:gd name="T12" fmla="*/ 42 h 42"/>
            </a:gdLst>
            <a:ahLst/>
            <a:cxnLst>
              <a:cxn ang="T6">
                <a:pos x="T0" y="T1"/>
              </a:cxn>
              <a:cxn ang="T7">
                <a:pos x="T2" y="T3"/>
              </a:cxn>
              <a:cxn ang="T8">
                <a:pos x="T4" y="T5"/>
              </a:cxn>
            </a:cxnLst>
            <a:rect l="T9" t="T10" r="T11" b="T12"/>
            <a:pathLst>
              <a:path w="542" h="42">
                <a:moveTo>
                  <a:pt x="0" y="42"/>
                </a:moveTo>
                <a:lnTo>
                  <a:pt x="476" y="42"/>
                </a:lnTo>
                <a:cubicBezTo>
                  <a:pt x="498" y="28"/>
                  <a:pt x="542" y="0"/>
                  <a:pt x="542" y="0"/>
                </a:cubicBezTo>
              </a:path>
            </a:pathLst>
          </a:custGeom>
          <a:noFill/>
          <a:ln w="19050">
            <a:solidFill>
              <a:schemeClr val="tx1"/>
            </a:solidFill>
            <a:round/>
            <a:headEnd type="none" w="sm" len="lg"/>
            <a:tailEnd type="none" w="sm" len="lg"/>
          </a:ln>
        </p:spPr>
        <p:txBody>
          <a:bodyPr wrap="none" anchor="ctr"/>
          <a:lstStyle/>
          <a:p>
            <a:endParaRPr lang="zh-CN" altLang="en-US"/>
          </a:p>
        </p:txBody>
      </p:sp>
      <p:sp>
        <p:nvSpPr>
          <p:cNvPr id="157723" name="Text Box 33"/>
          <p:cNvSpPr txBox="1">
            <a:spLocks noChangeArrowheads="1"/>
          </p:cNvSpPr>
          <p:nvPr/>
        </p:nvSpPr>
        <p:spPr bwMode="auto">
          <a:xfrm>
            <a:off x="395288" y="1973263"/>
            <a:ext cx="868362" cy="396875"/>
          </a:xfrm>
          <a:prstGeom prst="rect">
            <a:avLst/>
          </a:prstGeom>
          <a:noFill/>
          <a:ln w="12700">
            <a:noFill/>
            <a:miter lim="800000"/>
            <a:headEnd type="none" w="sm" len="lg"/>
            <a:tailEnd type="none" w="sm" len="lg"/>
          </a:ln>
        </p:spPr>
        <p:txBody>
          <a:bodyPr wrap="none">
            <a:spAutoFit/>
          </a:bodyPr>
          <a:lstStyle/>
          <a:p>
            <a:pPr defTabSz="762000" eaLnBrk="0" hangingPunct="0"/>
            <a:r>
              <a:rPr kumimoji="1" lang="zh-CN" altLang="en-US" sz="2000">
                <a:solidFill>
                  <a:srgbClr val="333399"/>
                </a:solidFill>
                <a:ea typeface="黑体" pitchFamily="49" charset="-122"/>
              </a:rPr>
              <a:t>主机</a:t>
            </a:r>
            <a:r>
              <a:rPr kumimoji="1" lang="zh-CN" altLang="en-US" sz="1000">
                <a:solidFill>
                  <a:srgbClr val="333399"/>
                </a:solidFill>
                <a:ea typeface="黑体" pitchFamily="49" charset="-122"/>
              </a:rPr>
              <a:t> </a:t>
            </a:r>
            <a:r>
              <a:rPr kumimoji="1" lang="en-US" altLang="zh-CN" sz="2000">
                <a:solidFill>
                  <a:srgbClr val="333399"/>
                </a:solidFill>
                <a:ea typeface="黑体" pitchFamily="49" charset="-122"/>
              </a:rPr>
              <a:t>1</a:t>
            </a:r>
          </a:p>
        </p:txBody>
      </p:sp>
      <p:sp>
        <p:nvSpPr>
          <p:cNvPr id="157724" name="AutoShape 34"/>
          <p:cNvSpPr>
            <a:spLocks noChangeArrowheads="1"/>
          </p:cNvSpPr>
          <p:nvPr/>
        </p:nvSpPr>
        <p:spPr bwMode="auto">
          <a:xfrm>
            <a:off x="8034338" y="2317750"/>
            <a:ext cx="685800" cy="557213"/>
          </a:xfrm>
          <a:prstGeom prst="cube">
            <a:avLst>
              <a:gd name="adj" fmla="val 17593"/>
            </a:avLst>
          </a:prstGeom>
          <a:solidFill>
            <a:srgbClr val="FFFF99"/>
          </a:solidFill>
          <a:ln w="19050">
            <a:solidFill>
              <a:schemeClr val="tx1"/>
            </a:solidFill>
            <a:miter lim="800000"/>
            <a:headEnd type="none" w="sm" len="lg"/>
            <a:tailEnd type="none" w="sm" len="lg"/>
          </a:ln>
        </p:spPr>
        <p:txBody>
          <a:bodyPr wrap="none" anchor="ctr"/>
          <a:lstStyle/>
          <a:p>
            <a:endParaRPr lang="zh-CN" altLang="en-US"/>
          </a:p>
        </p:txBody>
      </p:sp>
      <p:sp>
        <p:nvSpPr>
          <p:cNvPr id="157725" name="Text Box 35"/>
          <p:cNvSpPr txBox="1">
            <a:spLocks noChangeArrowheads="1"/>
          </p:cNvSpPr>
          <p:nvPr/>
        </p:nvSpPr>
        <p:spPr bwMode="auto">
          <a:xfrm>
            <a:off x="8027988" y="2422525"/>
            <a:ext cx="615950" cy="396875"/>
          </a:xfrm>
          <a:prstGeom prst="rect">
            <a:avLst/>
          </a:prstGeom>
          <a:noFill/>
          <a:ln w="12700">
            <a:noFill/>
            <a:miter lim="800000"/>
            <a:headEnd/>
            <a:tailEnd/>
          </a:ln>
        </p:spPr>
        <p:txBody>
          <a:bodyPr wrap="none">
            <a:spAutoFit/>
          </a:bodyPr>
          <a:lstStyle/>
          <a:p>
            <a:pPr defTabSz="762000" eaLnBrk="0" hangingPunct="0"/>
            <a:r>
              <a:rPr kumimoji="1" lang="en-US" altLang="zh-CN" sz="2000">
                <a:solidFill>
                  <a:srgbClr val="333399"/>
                </a:solidFill>
              </a:rPr>
              <a:t>AP</a:t>
            </a:r>
            <a:r>
              <a:rPr kumimoji="1" lang="en-US" altLang="zh-CN" sz="2000" b="1" baseline="-25000">
                <a:solidFill>
                  <a:srgbClr val="333399"/>
                </a:solidFill>
              </a:rPr>
              <a:t>2</a:t>
            </a:r>
            <a:endParaRPr kumimoji="1" lang="en-US" altLang="zh-CN" sz="2000" b="1">
              <a:solidFill>
                <a:srgbClr val="333399"/>
              </a:solidFill>
            </a:endParaRPr>
          </a:p>
        </p:txBody>
      </p:sp>
      <p:sp>
        <p:nvSpPr>
          <p:cNvPr id="157726" name="AutoShape 36"/>
          <p:cNvSpPr>
            <a:spLocks noChangeArrowheads="1"/>
          </p:cNvSpPr>
          <p:nvPr/>
        </p:nvSpPr>
        <p:spPr bwMode="auto">
          <a:xfrm>
            <a:off x="538163" y="2360613"/>
            <a:ext cx="685800" cy="557212"/>
          </a:xfrm>
          <a:prstGeom prst="cube">
            <a:avLst>
              <a:gd name="adj" fmla="val 17593"/>
            </a:avLst>
          </a:prstGeom>
          <a:solidFill>
            <a:srgbClr val="FFFF99"/>
          </a:solidFill>
          <a:ln w="19050">
            <a:solidFill>
              <a:schemeClr val="tx1"/>
            </a:solidFill>
            <a:miter lim="800000"/>
            <a:headEnd type="none" w="sm" len="lg"/>
            <a:tailEnd type="none" w="sm" len="lg"/>
          </a:ln>
        </p:spPr>
        <p:txBody>
          <a:bodyPr wrap="none" anchor="ctr"/>
          <a:lstStyle/>
          <a:p>
            <a:endParaRPr lang="zh-CN" altLang="en-US"/>
          </a:p>
        </p:txBody>
      </p:sp>
      <p:sp>
        <p:nvSpPr>
          <p:cNvPr id="157727" name="Text Box 37"/>
          <p:cNvSpPr txBox="1">
            <a:spLocks noChangeArrowheads="1"/>
          </p:cNvSpPr>
          <p:nvPr/>
        </p:nvSpPr>
        <p:spPr bwMode="auto">
          <a:xfrm>
            <a:off x="558800" y="2481263"/>
            <a:ext cx="615950" cy="396875"/>
          </a:xfrm>
          <a:prstGeom prst="rect">
            <a:avLst/>
          </a:prstGeom>
          <a:noFill/>
          <a:ln w="12700">
            <a:noFill/>
            <a:miter lim="800000"/>
            <a:headEnd/>
            <a:tailEnd/>
          </a:ln>
        </p:spPr>
        <p:txBody>
          <a:bodyPr wrap="none">
            <a:spAutoFit/>
          </a:bodyPr>
          <a:lstStyle/>
          <a:p>
            <a:pPr defTabSz="762000" eaLnBrk="0" hangingPunct="0"/>
            <a:r>
              <a:rPr kumimoji="1" lang="en-US" altLang="zh-CN" sz="2000">
                <a:solidFill>
                  <a:srgbClr val="333399"/>
                </a:solidFill>
              </a:rPr>
              <a:t>AP</a:t>
            </a:r>
            <a:r>
              <a:rPr kumimoji="1" lang="en-US" altLang="zh-CN" sz="2000" b="1" baseline="-25000">
                <a:solidFill>
                  <a:srgbClr val="333399"/>
                </a:solidFill>
              </a:rPr>
              <a:t>1</a:t>
            </a:r>
            <a:endParaRPr kumimoji="1" lang="en-US" altLang="zh-CN" sz="2000" b="1">
              <a:solidFill>
                <a:srgbClr val="333399"/>
              </a:solidFill>
            </a:endParaRPr>
          </a:p>
        </p:txBody>
      </p:sp>
      <p:sp>
        <p:nvSpPr>
          <p:cNvPr id="157728" name="Text Box 38"/>
          <p:cNvSpPr txBox="1">
            <a:spLocks noChangeArrowheads="1"/>
          </p:cNvSpPr>
          <p:nvPr/>
        </p:nvSpPr>
        <p:spPr bwMode="auto">
          <a:xfrm>
            <a:off x="7770813" y="1973263"/>
            <a:ext cx="868362" cy="396875"/>
          </a:xfrm>
          <a:prstGeom prst="rect">
            <a:avLst/>
          </a:prstGeom>
          <a:noFill/>
          <a:ln w="12700">
            <a:noFill/>
            <a:miter lim="800000"/>
            <a:headEnd type="none" w="sm" len="lg"/>
            <a:tailEnd type="none" w="sm" len="lg"/>
          </a:ln>
        </p:spPr>
        <p:txBody>
          <a:bodyPr wrap="none">
            <a:spAutoFit/>
          </a:bodyPr>
          <a:lstStyle/>
          <a:p>
            <a:pPr defTabSz="762000" eaLnBrk="0" hangingPunct="0"/>
            <a:r>
              <a:rPr kumimoji="1" lang="zh-CN" altLang="en-US" sz="2000">
                <a:solidFill>
                  <a:srgbClr val="333399"/>
                </a:solidFill>
                <a:ea typeface="黑体" pitchFamily="49" charset="-122"/>
              </a:rPr>
              <a:t>主机</a:t>
            </a:r>
            <a:r>
              <a:rPr kumimoji="1" lang="zh-CN" altLang="en-US" sz="1000">
                <a:solidFill>
                  <a:srgbClr val="333399"/>
                </a:solidFill>
                <a:ea typeface="黑体" pitchFamily="49" charset="-122"/>
              </a:rPr>
              <a:t> </a:t>
            </a:r>
            <a:r>
              <a:rPr kumimoji="1" lang="en-US" altLang="zh-CN" sz="2000">
                <a:solidFill>
                  <a:srgbClr val="333399"/>
                </a:solidFill>
                <a:ea typeface="黑体" pitchFamily="49" charset="-122"/>
              </a:rPr>
              <a:t>2</a:t>
            </a:r>
          </a:p>
        </p:txBody>
      </p:sp>
      <p:sp>
        <p:nvSpPr>
          <p:cNvPr id="157729" name="Text Box 39"/>
          <p:cNvSpPr txBox="1">
            <a:spLocks noChangeArrowheads="1"/>
          </p:cNvSpPr>
          <p:nvPr/>
        </p:nvSpPr>
        <p:spPr bwMode="auto">
          <a:xfrm>
            <a:off x="2586038" y="2678113"/>
            <a:ext cx="4146550" cy="822325"/>
          </a:xfrm>
          <a:prstGeom prst="rect">
            <a:avLst/>
          </a:prstGeom>
          <a:noFill/>
          <a:ln w="12700">
            <a:noFill/>
            <a:miter lim="800000"/>
            <a:headEnd type="none" w="sm" len="lg"/>
            <a:tailEnd type="none" w="sm" len="lg"/>
          </a:ln>
        </p:spPr>
        <p:txBody>
          <a:bodyPr wrap="none">
            <a:spAutoFit/>
          </a:bodyPr>
          <a:lstStyle/>
          <a:p>
            <a:pPr algn="ctr" defTabSz="762000" eaLnBrk="0" hangingPunct="0"/>
            <a:r>
              <a:rPr kumimoji="1" lang="zh-CN" altLang="en-US" sz="2400">
                <a:solidFill>
                  <a:srgbClr val="333399"/>
                </a:solidFill>
                <a:ea typeface="黑体" pitchFamily="49" charset="-122"/>
              </a:rPr>
              <a:t>网络层剥去分组首部后</a:t>
            </a:r>
          </a:p>
          <a:p>
            <a:pPr algn="ctr" defTabSz="762000" eaLnBrk="0" hangingPunct="0"/>
            <a:r>
              <a:rPr kumimoji="1" lang="zh-CN" altLang="en-US" sz="2400">
                <a:solidFill>
                  <a:srgbClr val="333399"/>
                </a:solidFill>
                <a:ea typeface="黑体" pitchFamily="49" charset="-122"/>
              </a:rPr>
              <a:t>把分组的数据部分交给运输层</a:t>
            </a:r>
          </a:p>
        </p:txBody>
      </p:sp>
      <p:grpSp>
        <p:nvGrpSpPr>
          <p:cNvPr id="4" name="Group 40"/>
          <p:cNvGrpSpPr>
            <a:grpSpLocks/>
          </p:cNvGrpSpPr>
          <p:nvPr/>
        </p:nvGrpSpPr>
        <p:grpSpPr bwMode="auto">
          <a:xfrm>
            <a:off x="4591050" y="3895725"/>
            <a:ext cx="3849688" cy="396875"/>
            <a:chOff x="2892" y="2454"/>
            <a:chExt cx="2425" cy="250"/>
          </a:xfrm>
        </p:grpSpPr>
        <p:sp>
          <p:nvSpPr>
            <p:cNvPr id="157731" name="AutoShape 41"/>
            <p:cNvSpPr>
              <a:spLocks noChangeArrowheads="1"/>
            </p:cNvSpPr>
            <p:nvPr/>
          </p:nvSpPr>
          <p:spPr bwMode="auto">
            <a:xfrm rot="10800000" flipV="1">
              <a:off x="5193" y="2454"/>
              <a:ext cx="124" cy="250"/>
            </a:xfrm>
            <a:prstGeom prst="upArrow">
              <a:avLst>
                <a:gd name="adj1" fmla="val 50000"/>
                <a:gd name="adj2" fmla="val 50403"/>
              </a:avLst>
            </a:prstGeom>
            <a:solidFill>
              <a:schemeClr val="hlink"/>
            </a:solidFill>
            <a:ln w="12700">
              <a:solidFill>
                <a:schemeClr val="tx1"/>
              </a:solidFill>
              <a:miter lim="800000"/>
              <a:headEnd/>
              <a:tailEnd/>
            </a:ln>
          </p:spPr>
          <p:txBody>
            <a:bodyPr vert="eaVert" wrap="none" anchor="ctr"/>
            <a:lstStyle/>
            <a:p>
              <a:endParaRPr lang="zh-CN" altLang="en-US"/>
            </a:p>
          </p:txBody>
        </p:sp>
        <p:sp>
          <p:nvSpPr>
            <p:cNvPr id="157732" name="AutoShape 42"/>
            <p:cNvSpPr>
              <a:spLocks noChangeArrowheads="1"/>
            </p:cNvSpPr>
            <p:nvPr/>
          </p:nvSpPr>
          <p:spPr bwMode="auto">
            <a:xfrm rot="10800000" flipV="1">
              <a:off x="2892" y="2454"/>
              <a:ext cx="124" cy="250"/>
            </a:xfrm>
            <a:prstGeom prst="upArrow">
              <a:avLst>
                <a:gd name="adj1" fmla="val 50000"/>
                <a:gd name="adj2" fmla="val 50403"/>
              </a:avLst>
            </a:prstGeom>
            <a:solidFill>
              <a:schemeClr val="hlink"/>
            </a:solidFill>
            <a:ln w="12700">
              <a:solidFill>
                <a:schemeClr val="tx1"/>
              </a:solidFill>
              <a:miter lim="800000"/>
              <a:headEnd/>
              <a:tailEnd/>
            </a:ln>
          </p:spPr>
          <p:txBody>
            <a:bodyPr vert="eaVert" wrap="none" anchor="ctr"/>
            <a:lstStyle/>
            <a:p>
              <a:endParaRPr lang="zh-CN" altLang="en-US"/>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2" presetClass="exit" presetSubtype="8" fill="hold" grpId="0" nodeType="afterEffect">
                                  <p:stCondLst>
                                    <p:cond delay="1000"/>
                                  </p:stCondLst>
                                  <p:childTnLst>
                                    <p:animEffect transition="out" filter="slide(fromLeft)">
                                      <p:cBhvr>
                                        <p:cTn id="6" dur="1000"/>
                                        <p:tgtEl>
                                          <p:spTgt spid="131078"/>
                                        </p:tgtEl>
                                      </p:cBhvr>
                                    </p:animEffect>
                                    <p:set>
                                      <p:cBhvr>
                                        <p:cTn id="7" dur="1" fill="hold">
                                          <p:stCondLst>
                                            <p:cond delay="999"/>
                                          </p:stCondLst>
                                        </p:cTn>
                                        <p:tgtEl>
                                          <p:spTgt spid="131078"/>
                                        </p:tgtEl>
                                        <p:attrNameLst>
                                          <p:attrName>style.visibility</p:attrName>
                                        </p:attrNameLst>
                                      </p:cBhvr>
                                      <p:to>
                                        <p:strVal val="hidden"/>
                                      </p:to>
                                    </p:set>
                                  </p:childTnLst>
                                </p:cTn>
                              </p:par>
                            </p:childTnLst>
                          </p:cTn>
                        </p:par>
                        <p:par>
                          <p:cTn id="8" fill="hold">
                            <p:stCondLst>
                              <p:cond delay="2000"/>
                            </p:stCondLst>
                            <p:childTnLst>
                              <p:par>
                                <p:cTn id="9" presetID="22" presetClass="entr" presetSubtype="4" fill="hold" nodeType="afterEffect">
                                  <p:stCondLst>
                                    <p:cond delay="0"/>
                                  </p:stCondLst>
                                  <p:childTnLst>
                                    <p:set>
                                      <p:cBhvr>
                                        <p:cTn id="10" dur="1" fill="hold">
                                          <p:stCondLst>
                                            <p:cond delay="0"/>
                                          </p:stCondLst>
                                        </p:cTn>
                                        <p:tgtEl>
                                          <p:spTgt spid="4"/>
                                        </p:tgtEl>
                                        <p:attrNameLst>
                                          <p:attrName>style.visibility</p:attrName>
                                        </p:attrNameLst>
                                      </p:cBhvr>
                                      <p:to>
                                        <p:strVal val="visible"/>
                                      </p:to>
                                    </p:set>
                                    <p:animEffect transition="in" filter="wipe(down)">
                                      <p:cBhvr>
                                        <p:cTn id="11" dur="2000"/>
                                        <p:tgtEl>
                                          <p:spTgt spid="4"/>
                                        </p:tgtEl>
                                      </p:cBhvr>
                                    </p:animEffect>
                                  </p:childTnLst>
                                </p:cTn>
                              </p:par>
                            </p:childTnLst>
                          </p:cTn>
                        </p:par>
                        <p:par>
                          <p:cTn id="12" fill="hold">
                            <p:stCondLst>
                              <p:cond delay="4000"/>
                            </p:stCondLst>
                            <p:childTnLst>
                              <p:par>
                                <p:cTn id="13" presetID="1" presetClass="exit" presetSubtype="0" fill="hold" nodeType="afterEffect">
                                  <p:stCondLst>
                                    <p:cond delay="0"/>
                                  </p:stCondLst>
                                  <p:childTnLst>
                                    <p:set>
                                      <p:cBhvr>
                                        <p:cTn id="14" dur="1" fill="hold">
                                          <p:stCondLst>
                                            <p:cond delay="0"/>
                                          </p:stCondLst>
                                        </p:cTn>
                                        <p:tgtEl>
                                          <p:spTgt spid="3"/>
                                        </p:tgtEl>
                                        <p:attrNameLst>
                                          <p:attrName>style.visibility</p:attrName>
                                        </p:attrNameLst>
                                      </p:cBhvr>
                                      <p:to>
                                        <p:strVal val="hidden"/>
                                      </p:to>
                                    </p:set>
                                  </p:childTnLst>
                                </p:cTn>
                              </p:par>
                            </p:childTnLst>
                          </p:cTn>
                        </p:par>
                        <p:par>
                          <p:cTn id="15" fill="hold">
                            <p:stCondLst>
                              <p:cond delay="4000"/>
                            </p:stCondLst>
                            <p:childTnLst>
                              <p:par>
                                <p:cTn id="16" presetID="1" presetClass="entr" presetSubtype="0" fill="hold" nodeType="afterEffect">
                                  <p:stCondLst>
                                    <p:cond delay="0"/>
                                  </p:stCondLst>
                                  <p:childTnLst>
                                    <p:set>
                                      <p:cBhvr>
                                        <p:cTn id="17" dur="1" fill="hold">
                                          <p:stCondLst>
                                            <p:cond delay="0"/>
                                          </p:stCondLst>
                                        </p:cTn>
                                        <p:tgtEl>
                                          <p:spTgt spid="2"/>
                                        </p:tgtEl>
                                        <p:attrNameLst>
                                          <p:attrName>style.visibility</p:attrName>
                                        </p:attrNameLst>
                                      </p:cBhvr>
                                      <p:to>
                                        <p:strVal val="visible"/>
                                      </p:to>
                                    </p:set>
                                  </p:childTnLst>
                                </p:cTn>
                              </p:par>
                            </p:childTnLst>
                          </p:cTn>
                        </p:par>
                        <p:par>
                          <p:cTn id="18" fill="hold">
                            <p:stCondLst>
                              <p:cond delay="4000"/>
                            </p:stCondLst>
                            <p:childTnLst>
                              <p:par>
                                <p:cTn id="19" presetID="1" presetClass="exit" presetSubtype="0" fill="hold" nodeType="afterEffect">
                                  <p:stCondLst>
                                    <p:cond delay="0"/>
                                  </p:stCondLst>
                                  <p:childTnLst>
                                    <p:set>
                                      <p:cBhvr>
                                        <p:cTn id="20" dur="1" fill="hold">
                                          <p:stCondLst>
                                            <p:cond delay="0"/>
                                          </p:stCondLst>
                                        </p:cTn>
                                        <p:tgtEl>
                                          <p:spTgt spid="4"/>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1078" grpId="0" animBg="1"/>
    </p:bld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a:grpSpLocks/>
          </p:cNvGrpSpPr>
          <p:nvPr/>
        </p:nvGrpSpPr>
        <p:grpSpPr bwMode="auto">
          <a:xfrm>
            <a:off x="3563938" y="2997200"/>
            <a:ext cx="3094037" cy="358775"/>
            <a:chOff x="2245" y="2252"/>
            <a:chExt cx="1949" cy="226"/>
          </a:xfrm>
        </p:grpSpPr>
        <p:sp>
          <p:nvSpPr>
            <p:cNvPr id="158759" name="Rectangle 3"/>
            <p:cNvSpPr>
              <a:spLocks noChangeArrowheads="1"/>
            </p:cNvSpPr>
            <p:nvPr/>
          </p:nvSpPr>
          <p:spPr bwMode="auto">
            <a:xfrm>
              <a:off x="2245" y="2252"/>
              <a:ext cx="318" cy="226"/>
            </a:xfrm>
            <a:prstGeom prst="rect">
              <a:avLst/>
            </a:prstGeom>
            <a:solidFill>
              <a:srgbClr val="FF99FF"/>
            </a:solidFill>
            <a:ln w="9525">
              <a:solidFill>
                <a:schemeClr val="tx1"/>
              </a:solidFill>
              <a:miter lim="800000"/>
              <a:headEnd/>
              <a:tailEnd/>
            </a:ln>
          </p:spPr>
          <p:txBody>
            <a:bodyPr wrap="none" anchor="ctr"/>
            <a:lstStyle/>
            <a:p>
              <a:pPr algn="ctr"/>
              <a:r>
                <a:rPr lang="en-US" altLang="zh-CN">
                  <a:solidFill>
                    <a:srgbClr val="333399"/>
                  </a:solidFill>
                </a:rPr>
                <a:t>H</a:t>
              </a:r>
              <a:r>
                <a:rPr lang="en-US" altLang="zh-CN" b="1" baseline="-25000">
                  <a:solidFill>
                    <a:srgbClr val="333399"/>
                  </a:solidFill>
                </a:rPr>
                <a:t>5</a:t>
              </a:r>
            </a:p>
          </p:txBody>
        </p:sp>
        <p:sp>
          <p:nvSpPr>
            <p:cNvPr id="158760" name="Rectangle 4"/>
            <p:cNvSpPr>
              <a:spLocks noChangeArrowheads="1"/>
            </p:cNvSpPr>
            <p:nvPr/>
          </p:nvSpPr>
          <p:spPr bwMode="auto">
            <a:xfrm>
              <a:off x="2561" y="2252"/>
              <a:ext cx="1633" cy="226"/>
            </a:xfrm>
            <a:prstGeom prst="rect">
              <a:avLst/>
            </a:prstGeom>
            <a:solidFill>
              <a:srgbClr val="CCECFF"/>
            </a:solidFill>
            <a:ln w="9525">
              <a:solidFill>
                <a:schemeClr val="tx1"/>
              </a:solidFill>
              <a:miter lim="800000"/>
              <a:headEnd/>
              <a:tailEnd/>
            </a:ln>
          </p:spPr>
          <p:txBody>
            <a:bodyPr wrap="none" anchor="ctr"/>
            <a:lstStyle/>
            <a:p>
              <a:pPr algn="ctr"/>
              <a:r>
                <a:rPr lang="zh-CN" altLang="en-US" sz="2000">
                  <a:solidFill>
                    <a:srgbClr val="333399"/>
                  </a:solidFill>
                  <a:latin typeface="Tahoma" pitchFamily="34" charset="0"/>
                  <a:ea typeface="黑体" pitchFamily="49" charset="-122"/>
                </a:rPr>
                <a:t>应 用 程 序 数 据</a:t>
              </a:r>
            </a:p>
          </p:txBody>
        </p:sp>
      </p:grpSp>
      <p:sp>
        <p:nvSpPr>
          <p:cNvPr id="132101" name="Rectangle 5"/>
          <p:cNvSpPr>
            <a:spLocks noChangeArrowheads="1"/>
          </p:cNvSpPr>
          <p:nvPr/>
        </p:nvSpPr>
        <p:spPr bwMode="auto">
          <a:xfrm>
            <a:off x="3059113" y="3575050"/>
            <a:ext cx="504825" cy="358775"/>
          </a:xfrm>
          <a:prstGeom prst="rect">
            <a:avLst/>
          </a:prstGeom>
          <a:solidFill>
            <a:srgbClr val="FF9900"/>
          </a:solidFill>
          <a:ln w="9525">
            <a:solidFill>
              <a:schemeClr val="tx1"/>
            </a:solidFill>
            <a:miter lim="800000"/>
            <a:headEnd/>
            <a:tailEnd/>
          </a:ln>
        </p:spPr>
        <p:txBody>
          <a:bodyPr wrap="none" anchor="ctr"/>
          <a:lstStyle/>
          <a:p>
            <a:pPr algn="ctr"/>
            <a:r>
              <a:rPr lang="en-US" altLang="zh-CN">
                <a:solidFill>
                  <a:srgbClr val="333399"/>
                </a:solidFill>
              </a:rPr>
              <a:t>H</a:t>
            </a:r>
            <a:r>
              <a:rPr lang="en-US" altLang="zh-CN" b="1" baseline="-25000">
                <a:solidFill>
                  <a:srgbClr val="333399"/>
                </a:solidFill>
              </a:rPr>
              <a:t>4</a:t>
            </a:r>
          </a:p>
        </p:txBody>
      </p:sp>
      <p:grpSp>
        <p:nvGrpSpPr>
          <p:cNvPr id="3" name="Group 6"/>
          <p:cNvGrpSpPr>
            <a:grpSpLocks/>
          </p:cNvGrpSpPr>
          <p:nvPr/>
        </p:nvGrpSpPr>
        <p:grpSpPr bwMode="auto">
          <a:xfrm>
            <a:off x="3563938" y="3575050"/>
            <a:ext cx="3094037" cy="358775"/>
            <a:chOff x="2245" y="2252"/>
            <a:chExt cx="1949" cy="226"/>
          </a:xfrm>
        </p:grpSpPr>
        <p:sp>
          <p:nvSpPr>
            <p:cNvPr id="158757" name="Rectangle 7"/>
            <p:cNvSpPr>
              <a:spLocks noChangeArrowheads="1"/>
            </p:cNvSpPr>
            <p:nvPr/>
          </p:nvSpPr>
          <p:spPr bwMode="auto">
            <a:xfrm>
              <a:off x="2245" y="2252"/>
              <a:ext cx="318" cy="226"/>
            </a:xfrm>
            <a:prstGeom prst="rect">
              <a:avLst/>
            </a:prstGeom>
            <a:solidFill>
              <a:srgbClr val="FF99FF"/>
            </a:solidFill>
            <a:ln w="9525">
              <a:solidFill>
                <a:schemeClr val="tx1"/>
              </a:solidFill>
              <a:miter lim="800000"/>
              <a:headEnd/>
              <a:tailEnd/>
            </a:ln>
          </p:spPr>
          <p:txBody>
            <a:bodyPr wrap="none" anchor="ctr"/>
            <a:lstStyle/>
            <a:p>
              <a:pPr algn="ctr"/>
              <a:r>
                <a:rPr lang="en-US" altLang="zh-CN">
                  <a:solidFill>
                    <a:srgbClr val="333399"/>
                  </a:solidFill>
                </a:rPr>
                <a:t>H</a:t>
              </a:r>
              <a:r>
                <a:rPr lang="en-US" altLang="zh-CN" b="1" baseline="-25000">
                  <a:solidFill>
                    <a:srgbClr val="333399"/>
                  </a:solidFill>
                </a:rPr>
                <a:t>5</a:t>
              </a:r>
            </a:p>
          </p:txBody>
        </p:sp>
        <p:sp>
          <p:nvSpPr>
            <p:cNvPr id="158758" name="Rectangle 8"/>
            <p:cNvSpPr>
              <a:spLocks noChangeArrowheads="1"/>
            </p:cNvSpPr>
            <p:nvPr/>
          </p:nvSpPr>
          <p:spPr bwMode="auto">
            <a:xfrm>
              <a:off x="2561" y="2252"/>
              <a:ext cx="1633" cy="226"/>
            </a:xfrm>
            <a:prstGeom prst="rect">
              <a:avLst/>
            </a:prstGeom>
            <a:solidFill>
              <a:srgbClr val="CCECFF"/>
            </a:solidFill>
            <a:ln w="9525">
              <a:solidFill>
                <a:schemeClr val="tx1"/>
              </a:solidFill>
              <a:miter lim="800000"/>
              <a:headEnd/>
              <a:tailEnd/>
            </a:ln>
          </p:spPr>
          <p:txBody>
            <a:bodyPr wrap="none" anchor="ctr"/>
            <a:lstStyle/>
            <a:p>
              <a:pPr algn="ctr"/>
              <a:r>
                <a:rPr lang="zh-CN" altLang="en-US" sz="2000">
                  <a:solidFill>
                    <a:srgbClr val="333399"/>
                  </a:solidFill>
                  <a:latin typeface="Tahoma" pitchFamily="34" charset="0"/>
                  <a:ea typeface="黑体" pitchFamily="49" charset="-122"/>
                </a:rPr>
                <a:t>应 用 程 序 数 据</a:t>
              </a:r>
            </a:p>
          </p:txBody>
        </p:sp>
      </p:grpSp>
      <p:sp>
        <p:nvSpPr>
          <p:cNvPr id="158725" name="Rectangle 9"/>
          <p:cNvSpPr>
            <a:spLocks noGrp="1" noChangeArrowheads="1"/>
          </p:cNvSpPr>
          <p:nvPr>
            <p:ph type="title"/>
          </p:nvPr>
        </p:nvSpPr>
        <p:spPr/>
        <p:txBody>
          <a:bodyPr/>
          <a:lstStyle/>
          <a:p>
            <a:pPr algn="ctr" eaLnBrk="1" hangingPunct="1"/>
            <a:r>
              <a:rPr lang="zh-CN" altLang="en-US" smtClean="0">
                <a:latin typeface="微软雅黑" pitchFamily="34" charset="-122"/>
                <a:ea typeface="微软雅黑" pitchFamily="34" charset="-122"/>
              </a:rPr>
              <a:t>主机</a:t>
            </a:r>
            <a:r>
              <a:rPr lang="zh-CN" altLang="en-US" sz="2400" smtClean="0">
                <a:latin typeface="微软雅黑" pitchFamily="34" charset="-122"/>
                <a:ea typeface="微软雅黑" pitchFamily="34" charset="-122"/>
              </a:rPr>
              <a:t> </a:t>
            </a:r>
            <a:r>
              <a:rPr lang="en-US" altLang="zh-CN" smtClean="0">
                <a:latin typeface="微软雅黑" pitchFamily="34" charset="-122"/>
                <a:ea typeface="微软雅黑" pitchFamily="34" charset="-122"/>
              </a:rPr>
              <a:t>1</a:t>
            </a:r>
            <a:r>
              <a:rPr lang="en-US" altLang="zh-CN" sz="2400" smtClean="0">
                <a:latin typeface="微软雅黑" pitchFamily="34" charset="-122"/>
                <a:ea typeface="微软雅黑" pitchFamily="34" charset="-122"/>
              </a:rPr>
              <a:t> </a:t>
            </a:r>
            <a:r>
              <a:rPr lang="zh-CN" altLang="en-US" smtClean="0">
                <a:latin typeface="微软雅黑" pitchFamily="34" charset="-122"/>
                <a:ea typeface="微软雅黑" pitchFamily="34" charset="-122"/>
              </a:rPr>
              <a:t>向主机</a:t>
            </a:r>
            <a:r>
              <a:rPr lang="zh-CN" altLang="en-US" sz="2400" smtClean="0">
                <a:latin typeface="微软雅黑" pitchFamily="34" charset="-122"/>
                <a:ea typeface="微软雅黑" pitchFamily="34" charset="-122"/>
              </a:rPr>
              <a:t> </a:t>
            </a:r>
            <a:r>
              <a:rPr lang="en-US" altLang="zh-CN" smtClean="0">
                <a:latin typeface="微软雅黑" pitchFamily="34" charset="-122"/>
                <a:ea typeface="微软雅黑" pitchFamily="34" charset="-122"/>
              </a:rPr>
              <a:t>2</a:t>
            </a:r>
            <a:r>
              <a:rPr lang="en-US" altLang="zh-CN" sz="2400" smtClean="0">
                <a:latin typeface="微软雅黑" pitchFamily="34" charset="-122"/>
                <a:ea typeface="微软雅黑" pitchFamily="34" charset="-122"/>
              </a:rPr>
              <a:t> </a:t>
            </a:r>
            <a:r>
              <a:rPr lang="zh-CN" altLang="en-US" smtClean="0">
                <a:latin typeface="微软雅黑" pitchFamily="34" charset="-122"/>
                <a:ea typeface="微软雅黑" pitchFamily="34" charset="-122"/>
              </a:rPr>
              <a:t>发送数据 </a:t>
            </a:r>
          </a:p>
        </p:txBody>
      </p:sp>
      <p:sp>
        <p:nvSpPr>
          <p:cNvPr id="158726" name="AutoShape 10"/>
          <p:cNvSpPr>
            <a:spLocks noChangeArrowheads="1"/>
          </p:cNvSpPr>
          <p:nvPr/>
        </p:nvSpPr>
        <p:spPr bwMode="auto">
          <a:xfrm rot="-5400000">
            <a:off x="4374356" y="1532732"/>
            <a:ext cx="417513" cy="8991600"/>
          </a:xfrm>
          <a:prstGeom prst="can">
            <a:avLst>
              <a:gd name="adj" fmla="val 48656"/>
            </a:avLst>
          </a:prstGeom>
          <a:gradFill rotWithShape="0">
            <a:gsLst>
              <a:gs pos="0">
                <a:srgbClr val="ACACAC"/>
              </a:gs>
              <a:gs pos="50000">
                <a:srgbClr val="EAEAEA"/>
              </a:gs>
              <a:gs pos="100000">
                <a:srgbClr val="ACACAC"/>
              </a:gs>
            </a:gsLst>
            <a:lin ang="5400000" scaled="1"/>
          </a:gradFill>
          <a:ln w="19050">
            <a:solidFill>
              <a:schemeClr val="tx1"/>
            </a:solidFill>
            <a:round/>
            <a:headEnd type="none" w="sm" len="lg"/>
            <a:tailEnd type="none" w="sm" len="lg"/>
          </a:ln>
        </p:spPr>
        <p:txBody>
          <a:bodyPr wrap="none" anchor="ctr"/>
          <a:lstStyle/>
          <a:p>
            <a:endParaRPr lang="zh-CN" altLang="en-US"/>
          </a:p>
        </p:txBody>
      </p:sp>
      <p:sp>
        <p:nvSpPr>
          <p:cNvPr id="158727" name="AutoShape 11"/>
          <p:cNvSpPr>
            <a:spLocks noChangeArrowheads="1"/>
          </p:cNvSpPr>
          <p:nvPr/>
        </p:nvSpPr>
        <p:spPr bwMode="auto">
          <a:xfrm>
            <a:off x="533400" y="2847975"/>
            <a:ext cx="838200" cy="2997200"/>
          </a:xfrm>
          <a:prstGeom prst="cube">
            <a:avLst>
              <a:gd name="adj" fmla="val 10764"/>
            </a:avLst>
          </a:prstGeom>
          <a:solidFill>
            <a:srgbClr val="FFFF99"/>
          </a:solidFill>
          <a:ln w="19050">
            <a:solidFill>
              <a:schemeClr val="tx1"/>
            </a:solidFill>
            <a:miter lim="800000"/>
            <a:headEnd type="none" w="sm" len="lg"/>
            <a:tailEnd type="none" w="sm" len="lg"/>
          </a:ln>
        </p:spPr>
        <p:txBody>
          <a:bodyPr wrap="none" anchor="ctr"/>
          <a:lstStyle/>
          <a:p>
            <a:endParaRPr lang="zh-CN" altLang="en-US"/>
          </a:p>
        </p:txBody>
      </p:sp>
      <p:sp>
        <p:nvSpPr>
          <p:cNvPr id="158728" name="Text Box 12"/>
          <p:cNvSpPr txBox="1">
            <a:spLocks noChangeArrowheads="1"/>
          </p:cNvSpPr>
          <p:nvPr/>
        </p:nvSpPr>
        <p:spPr bwMode="auto">
          <a:xfrm>
            <a:off x="781050" y="3027363"/>
            <a:ext cx="325438" cy="396875"/>
          </a:xfrm>
          <a:prstGeom prst="rect">
            <a:avLst/>
          </a:prstGeom>
          <a:noFill/>
          <a:ln w="12700">
            <a:noFill/>
            <a:miter lim="800000"/>
            <a:headEnd/>
            <a:tailEnd/>
          </a:ln>
        </p:spPr>
        <p:txBody>
          <a:bodyPr wrap="none">
            <a:spAutoFit/>
          </a:bodyPr>
          <a:lstStyle/>
          <a:p>
            <a:pPr defTabSz="762000" eaLnBrk="0" hangingPunct="0"/>
            <a:r>
              <a:rPr kumimoji="1" lang="en-US" altLang="zh-CN" sz="2000">
                <a:solidFill>
                  <a:srgbClr val="333399"/>
                </a:solidFill>
              </a:rPr>
              <a:t>5</a:t>
            </a:r>
          </a:p>
        </p:txBody>
      </p:sp>
      <p:sp>
        <p:nvSpPr>
          <p:cNvPr id="158729" name="Text Box 13"/>
          <p:cNvSpPr txBox="1">
            <a:spLocks noChangeArrowheads="1"/>
          </p:cNvSpPr>
          <p:nvPr/>
        </p:nvSpPr>
        <p:spPr bwMode="auto">
          <a:xfrm>
            <a:off x="781050" y="3654425"/>
            <a:ext cx="325438" cy="396875"/>
          </a:xfrm>
          <a:prstGeom prst="rect">
            <a:avLst/>
          </a:prstGeom>
          <a:noFill/>
          <a:ln w="12700">
            <a:noFill/>
            <a:miter lim="800000"/>
            <a:headEnd/>
            <a:tailEnd/>
          </a:ln>
        </p:spPr>
        <p:txBody>
          <a:bodyPr wrap="none">
            <a:spAutoFit/>
          </a:bodyPr>
          <a:lstStyle/>
          <a:p>
            <a:pPr defTabSz="762000" eaLnBrk="0" hangingPunct="0"/>
            <a:r>
              <a:rPr kumimoji="1" lang="en-US" altLang="zh-CN" sz="2000">
                <a:solidFill>
                  <a:srgbClr val="333399"/>
                </a:solidFill>
              </a:rPr>
              <a:t>4</a:t>
            </a:r>
          </a:p>
        </p:txBody>
      </p:sp>
      <p:sp>
        <p:nvSpPr>
          <p:cNvPr id="158730" name="Text Box 14"/>
          <p:cNvSpPr txBox="1">
            <a:spLocks noChangeArrowheads="1"/>
          </p:cNvSpPr>
          <p:nvPr/>
        </p:nvSpPr>
        <p:spPr bwMode="auto">
          <a:xfrm>
            <a:off x="781050" y="4211638"/>
            <a:ext cx="325438" cy="396875"/>
          </a:xfrm>
          <a:prstGeom prst="rect">
            <a:avLst/>
          </a:prstGeom>
          <a:noFill/>
          <a:ln w="12700">
            <a:noFill/>
            <a:miter lim="800000"/>
            <a:headEnd/>
            <a:tailEnd/>
          </a:ln>
        </p:spPr>
        <p:txBody>
          <a:bodyPr wrap="none">
            <a:spAutoFit/>
          </a:bodyPr>
          <a:lstStyle/>
          <a:p>
            <a:pPr defTabSz="762000" eaLnBrk="0" hangingPunct="0"/>
            <a:r>
              <a:rPr kumimoji="1" lang="en-US" altLang="zh-CN" sz="2000">
                <a:solidFill>
                  <a:srgbClr val="333399"/>
                </a:solidFill>
              </a:rPr>
              <a:t>3</a:t>
            </a:r>
          </a:p>
        </p:txBody>
      </p:sp>
      <p:sp>
        <p:nvSpPr>
          <p:cNvPr id="158731" name="Text Box 15"/>
          <p:cNvSpPr txBox="1">
            <a:spLocks noChangeArrowheads="1"/>
          </p:cNvSpPr>
          <p:nvPr/>
        </p:nvSpPr>
        <p:spPr bwMode="auto">
          <a:xfrm>
            <a:off x="781050" y="4770438"/>
            <a:ext cx="325438" cy="396875"/>
          </a:xfrm>
          <a:prstGeom prst="rect">
            <a:avLst/>
          </a:prstGeom>
          <a:noFill/>
          <a:ln w="12700">
            <a:noFill/>
            <a:miter lim="800000"/>
            <a:headEnd/>
            <a:tailEnd/>
          </a:ln>
        </p:spPr>
        <p:txBody>
          <a:bodyPr wrap="none">
            <a:spAutoFit/>
          </a:bodyPr>
          <a:lstStyle/>
          <a:p>
            <a:pPr defTabSz="762000" eaLnBrk="0" hangingPunct="0"/>
            <a:r>
              <a:rPr kumimoji="1" lang="en-US" altLang="zh-CN" sz="2000">
                <a:solidFill>
                  <a:srgbClr val="333399"/>
                </a:solidFill>
              </a:rPr>
              <a:t>2</a:t>
            </a:r>
          </a:p>
        </p:txBody>
      </p:sp>
      <p:sp>
        <p:nvSpPr>
          <p:cNvPr id="158732" name="Text Box 16"/>
          <p:cNvSpPr txBox="1">
            <a:spLocks noChangeArrowheads="1"/>
          </p:cNvSpPr>
          <p:nvPr/>
        </p:nvSpPr>
        <p:spPr bwMode="auto">
          <a:xfrm>
            <a:off x="781050" y="5337175"/>
            <a:ext cx="325438" cy="396875"/>
          </a:xfrm>
          <a:prstGeom prst="rect">
            <a:avLst/>
          </a:prstGeom>
          <a:noFill/>
          <a:ln w="12700">
            <a:noFill/>
            <a:miter lim="800000"/>
            <a:headEnd/>
            <a:tailEnd/>
          </a:ln>
        </p:spPr>
        <p:txBody>
          <a:bodyPr wrap="none">
            <a:spAutoFit/>
          </a:bodyPr>
          <a:lstStyle/>
          <a:p>
            <a:pPr defTabSz="762000" eaLnBrk="0" hangingPunct="0"/>
            <a:r>
              <a:rPr kumimoji="1" lang="en-US" altLang="zh-CN" sz="2000">
                <a:solidFill>
                  <a:srgbClr val="333399"/>
                </a:solidFill>
              </a:rPr>
              <a:t>1</a:t>
            </a:r>
          </a:p>
        </p:txBody>
      </p:sp>
      <p:sp>
        <p:nvSpPr>
          <p:cNvPr id="158733" name="Freeform 17"/>
          <p:cNvSpPr>
            <a:spLocks/>
          </p:cNvSpPr>
          <p:nvPr/>
        </p:nvSpPr>
        <p:spPr bwMode="auto">
          <a:xfrm>
            <a:off x="533400" y="3449638"/>
            <a:ext cx="847725" cy="61912"/>
          </a:xfrm>
          <a:custGeom>
            <a:avLst/>
            <a:gdLst>
              <a:gd name="T0" fmla="*/ 0 w 534"/>
              <a:gd name="T1" fmla="*/ 2147483647 h 42"/>
              <a:gd name="T2" fmla="*/ 2147483647 w 534"/>
              <a:gd name="T3" fmla="*/ 2147483647 h 42"/>
              <a:gd name="T4" fmla="*/ 2147483647 w 534"/>
              <a:gd name="T5" fmla="*/ 0 h 42"/>
              <a:gd name="T6" fmla="*/ 0 60000 65536"/>
              <a:gd name="T7" fmla="*/ 0 60000 65536"/>
              <a:gd name="T8" fmla="*/ 0 60000 65536"/>
              <a:gd name="T9" fmla="*/ 0 w 534"/>
              <a:gd name="T10" fmla="*/ 0 h 42"/>
              <a:gd name="T11" fmla="*/ 534 w 534"/>
              <a:gd name="T12" fmla="*/ 42 h 42"/>
            </a:gdLst>
            <a:ahLst/>
            <a:cxnLst>
              <a:cxn ang="T6">
                <a:pos x="T0" y="T1"/>
              </a:cxn>
              <a:cxn ang="T7">
                <a:pos x="T2" y="T3"/>
              </a:cxn>
              <a:cxn ang="T8">
                <a:pos x="T4" y="T5"/>
              </a:cxn>
            </a:cxnLst>
            <a:rect l="T9" t="T10" r="T11" b="T12"/>
            <a:pathLst>
              <a:path w="534" h="42">
                <a:moveTo>
                  <a:pt x="0" y="42"/>
                </a:moveTo>
                <a:lnTo>
                  <a:pt x="468" y="42"/>
                </a:lnTo>
                <a:cubicBezTo>
                  <a:pt x="490" y="28"/>
                  <a:pt x="534" y="0"/>
                  <a:pt x="534" y="0"/>
                </a:cubicBezTo>
              </a:path>
            </a:pathLst>
          </a:custGeom>
          <a:noFill/>
          <a:ln w="19050">
            <a:solidFill>
              <a:schemeClr val="tx1"/>
            </a:solidFill>
            <a:round/>
            <a:headEnd type="none" w="sm" len="lg"/>
            <a:tailEnd type="none" w="sm" len="lg"/>
          </a:ln>
        </p:spPr>
        <p:txBody>
          <a:bodyPr wrap="none" anchor="ctr"/>
          <a:lstStyle/>
          <a:p>
            <a:endParaRPr lang="zh-CN" altLang="en-US"/>
          </a:p>
        </p:txBody>
      </p:sp>
      <p:sp>
        <p:nvSpPr>
          <p:cNvPr id="158734" name="Freeform 18"/>
          <p:cNvSpPr>
            <a:spLocks/>
          </p:cNvSpPr>
          <p:nvPr/>
        </p:nvSpPr>
        <p:spPr bwMode="auto">
          <a:xfrm>
            <a:off x="542925" y="4024313"/>
            <a:ext cx="847725" cy="61912"/>
          </a:xfrm>
          <a:custGeom>
            <a:avLst/>
            <a:gdLst>
              <a:gd name="T0" fmla="*/ 0 w 534"/>
              <a:gd name="T1" fmla="*/ 2147483647 h 42"/>
              <a:gd name="T2" fmla="*/ 2147483647 w 534"/>
              <a:gd name="T3" fmla="*/ 2147483647 h 42"/>
              <a:gd name="T4" fmla="*/ 2147483647 w 534"/>
              <a:gd name="T5" fmla="*/ 0 h 42"/>
              <a:gd name="T6" fmla="*/ 0 60000 65536"/>
              <a:gd name="T7" fmla="*/ 0 60000 65536"/>
              <a:gd name="T8" fmla="*/ 0 60000 65536"/>
              <a:gd name="T9" fmla="*/ 0 w 534"/>
              <a:gd name="T10" fmla="*/ 0 h 42"/>
              <a:gd name="T11" fmla="*/ 534 w 534"/>
              <a:gd name="T12" fmla="*/ 42 h 42"/>
            </a:gdLst>
            <a:ahLst/>
            <a:cxnLst>
              <a:cxn ang="T6">
                <a:pos x="T0" y="T1"/>
              </a:cxn>
              <a:cxn ang="T7">
                <a:pos x="T2" y="T3"/>
              </a:cxn>
              <a:cxn ang="T8">
                <a:pos x="T4" y="T5"/>
              </a:cxn>
            </a:cxnLst>
            <a:rect l="T9" t="T10" r="T11" b="T12"/>
            <a:pathLst>
              <a:path w="534" h="42">
                <a:moveTo>
                  <a:pt x="0" y="36"/>
                </a:moveTo>
                <a:lnTo>
                  <a:pt x="468" y="42"/>
                </a:lnTo>
                <a:cubicBezTo>
                  <a:pt x="490" y="28"/>
                  <a:pt x="534" y="0"/>
                  <a:pt x="534" y="0"/>
                </a:cubicBezTo>
              </a:path>
            </a:pathLst>
          </a:custGeom>
          <a:noFill/>
          <a:ln w="19050">
            <a:solidFill>
              <a:schemeClr val="tx1"/>
            </a:solidFill>
            <a:round/>
            <a:headEnd type="none" w="sm" len="lg"/>
            <a:tailEnd type="none" w="sm" len="lg"/>
          </a:ln>
        </p:spPr>
        <p:txBody>
          <a:bodyPr wrap="none" anchor="ctr"/>
          <a:lstStyle/>
          <a:p>
            <a:endParaRPr lang="zh-CN" altLang="en-US"/>
          </a:p>
        </p:txBody>
      </p:sp>
      <p:sp>
        <p:nvSpPr>
          <p:cNvPr id="158735" name="Freeform 19"/>
          <p:cNvSpPr>
            <a:spLocks/>
          </p:cNvSpPr>
          <p:nvPr/>
        </p:nvSpPr>
        <p:spPr bwMode="auto">
          <a:xfrm>
            <a:off x="520700" y="4600575"/>
            <a:ext cx="869950" cy="60325"/>
          </a:xfrm>
          <a:custGeom>
            <a:avLst/>
            <a:gdLst>
              <a:gd name="T0" fmla="*/ 0 w 548"/>
              <a:gd name="T1" fmla="*/ 2147483647 h 42"/>
              <a:gd name="T2" fmla="*/ 2147483647 w 548"/>
              <a:gd name="T3" fmla="*/ 2147483647 h 42"/>
              <a:gd name="T4" fmla="*/ 2147483647 w 548"/>
              <a:gd name="T5" fmla="*/ 0 h 42"/>
              <a:gd name="T6" fmla="*/ 0 60000 65536"/>
              <a:gd name="T7" fmla="*/ 0 60000 65536"/>
              <a:gd name="T8" fmla="*/ 0 60000 65536"/>
              <a:gd name="T9" fmla="*/ 0 w 548"/>
              <a:gd name="T10" fmla="*/ 0 h 42"/>
              <a:gd name="T11" fmla="*/ 548 w 548"/>
              <a:gd name="T12" fmla="*/ 42 h 42"/>
            </a:gdLst>
            <a:ahLst/>
            <a:cxnLst>
              <a:cxn ang="T6">
                <a:pos x="T0" y="T1"/>
              </a:cxn>
              <a:cxn ang="T7">
                <a:pos x="T2" y="T3"/>
              </a:cxn>
              <a:cxn ang="T8">
                <a:pos x="T4" y="T5"/>
              </a:cxn>
            </a:cxnLst>
            <a:rect l="T9" t="T10" r="T11" b="T12"/>
            <a:pathLst>
              <a:path w="548" h="42">
                <a:moveTo>
                  <a:pt x="0" y="42"/>
                </a:moveTo>
                <a:lnTo>
                  <a:pt x="482" y="42"/>
                </a:lnTo>
                <a:cubicBezTo>
                  <a:pt x="504" y="28"/>
                  <a:pt x="548" y="0"/>
                  <a:pt x="548" y="0"/>
                </a:cubicBezTo>
              </a:path>
            </a:pathLst>
          </a:custGeom>
          <a:noFill/>
          <a:ln w="19050">
            <a:solidFill>
              <a:schemeClr val="tx1"/>
            </a:solidFill>
            <a:round/>
            <a:headEnd type="none" w="sm" len="lg"/>
            <a:tailEnd type="none" w="sm" len="lg"/>
          </a:ln>
        </p:spPr>
        <p:txBody>
          <a:bodyPr wrap="none" anchor="ctr"/>
          <a:lstStyle/>
          <a:p>
            <a:endParaRPr lang="zh-CN" altLang="en-US"/>
          </a:p>
        </p:txBody>
      </p:sp>
      <p:sp>
        <p:nvSpPr>
          <p:cNvPr id="158736" name="Freeform 20"/>
          <p:cNvSpPr>
            <a:spLocks/>
          </p:cNvSpPr>
          <p:nvPr/>
        </p:nvSpPr>
        <p:spPr bwMode="auto">
          <a:xfrm>
            <a:off x="520700" y="5192713"/>
            <a:ext cx="860425" cy="60325"/>
          </a:xfrm>
          <a:custGeom>
            <a:avLst/>
            <a:gdLst>
              <a:gd name="T0" fmla="*/ 0 w 542"/>
              <a:gd name="T1" fmla="*/ 2147483647 h 42"/>
              <a:gd name="T2" fmla="*/ 2147483647 w 542"/>
              <a:gd name="T3" fmla="*/ 2147483647 h 42"/>
              <a:gd name="T4" fmla="*/ 2147483647 w 542"/>
              <a:gd name="T5" fmla="*/ 0 h 42"/>
              <a:gd name="T6" fmla="*/ 0 60000 65536"/>
              <a:gd name="T7" fmla="*/ 0 60000 65536"/>
              <a:gd name="T8" fmla="*/ 0 60000 65536"/>
              <a:gd name="T9" fmla="*/ 0 w 542"/>
              <a:gd name="T10" fmla="*/ 0 h 42"/>
              <a:gd name="T11" fmla="*/ 542 w 542"/>
              <a:gd name="T12" fmla="*/ 42 h 42"/>
            </a:gdLst>
            <a:ahLst/>
            <a:cxnLst>
              <a:cxn ang="T6">
                <a:pos x="T0" y="T1"/>
              </a:cxn>
              <a:cxn ang="T7">
                <a:pos x="T2" y="T3"/>
              </a:cxn>
              <a:cxn ang="T8">
                <a:pos x="T4" y="T5"/>
              </a:cxn>
            </a:cxnLst>
            <a:rect l="T9" t="T10" r="T11" b="T12"/>
            <a:pathLst>
              <a:path w="542" h="42">
                <a:moveTo>
                  <a:pt x="0" y="42"/>
                </a:moveTo>
                <a:lnTo>
                  <a:pt x="476" y="42"/>
                </a:lnTo>
                <a:cubicBezTo>
                  <a:pt x="498" y="28"/>
                  <a:pt x="542" y="0"/>
                  <a:pt x="542" y="0"/>
                </a:cubicBezTo>
              </a:path>
            </a:pathLst>
          </a:custGeom>
          <a:noFill/>
          <a:ln w="19050">
            <a:solidFill>
              <a:schemeClr val="tx1"/>
            </a:solidFill>
            <a:round/>
            <a:headEnd type="none" w="sm" len="lg"/>
            <a:tailEnd type="none" w="sm" len="lg"/>
          </a:ln>
        </p:spPr>
        <p:txBody>
          <a:bodyPr wrap="none" anchor="ctr"/>
          <a:lstStyle/>
          <a:p>
            <a:endParaRPr lang="zh-CN" altLang="en-US"/>
          </a:p>
        </p:txBody>
      </p:sp>
      <p:sp>
        <p:nvSpPr>
          <p:cNvPr id="158737" name="AutoShape 21"/>
          <p:cNvSpPr>
            <a:spLocks noChangeArrowheads="1"/>
          </p:cNvSpPr>
          <p:nvPr/>
        </p:nvSpPr>
        <p:spPr bwMode="auto">
          <a:xfrm>
            <a:off x="7886700" y="2814638"/>
            <a:ext cx="838200" cy="3030537"/>
          </a:xfrm>
          <a:prstGeom prst="cube">
            <a:avLst>
              <a:gd name="adj" fmla="val 10764"/>
            </a:avLst>
          </a:prstGeom>
          <a:solidFill>
            <a:srgbClr val="FFFF99"/>
          </a:solidFill>
          <a:ln w="19050">
            <a:solidFill>
              <a:schemeClr val="tx1"/>
            </a:solidFill>
            <a:miter lim="800000"/>
            <a:headEnd type="none" w="sm" len="lg"/>
            <a:tailEnd type="none" w="sm" len="lg"/>
          </a:ln>
        </p:spPr>
        <p:txBody>
          <a:bodyPr wrap="none" anchor="ctr"/>
          <a:lstStyle/>
          <a:p>
            <a:endParaRPr lang="zh-CN" altLang="en-US"/>
          </a:p>
        </p:txBody>
      </p:sp>
      <p:sp>
        <p:nvSpPr>
          <p:cNvPr id="158738" name="Text Box 22"/>
          <p:cNvSpPr txBox="1">
            <a:spLocks noChangeArrowheads="1"/>
          </p:cNvSpPr>
          <p:nvPr/>
        </p:nvSpPr>
        <p:spPr bwMode="auto">
          <a:xfrm>
            <a:off x="7924800" y="2992438"/>
            <a:ext cx="325438" cy="396875"/>
          </a:xfrm>
          <a:prstGeom prst="rect">
            <a:avLst/>
          </a:prstGeom>
          <a:noFill/>
          <a:ln w="12700">
            <a:noFill/>
            <a:miter lim="800000"/>
            <a:headEnd/>
            <a:tailEnd/>
          </a:ln>
        </p:spPr>
        <p:txBody>
          <a:bodyPr wrap="none">
            <a:spAutoFit/>
          </a:bodyPr>
          <a:lstStyle/>
          <a:p>
            <a:pPr defTabSz="762000" eaLnBrk="0" hangingPunct="0"/>
            <a:r>
              <a:rPr kumimoji="1" lang="en-US" altLang="zh-CN" sz="2000">
                <a:solidFill>
                  <a:srgbClr val="333399"/>
                </a:solidFill>
              </a:rPr>
              <a:t>5</a:t>
            </a:r>
          </a:p>
        </p:txBody>
      </p:sp>
      <p:sp>
        <p:nvSpPr>
          <p:cNvPr id="158739" name="Text Box 23"/>
          <p:cNvSpPr txBox="1">
            <a:spLocks noChangeArrowheads="1"/>
          </p:cNvSpPr>
          <p:nvPr/>
        </p:nvSpPr>
        <p:spPr bwMode="auto">
          <a:xfrm>
            <a:off x="7924800" y="3619500"/>
            <a:ext cx="325438" cy="396875"/>
          </a:xfrm>
          <a:prstGeom prst="rect">
            <a:avLst/>
          </a:prstGeom>
          <a:noFill/>
          <a:ln w="12700">
            <a:noFill/>
            <a:miter lim="800000"/>
            <a:headEnd/>
            <a:tailEnd/>
          </a:ln>
        </p:spPr>
        <p:txBody>
          <a:bodyPr wrap="none">
            <a:spAutoFit/>
          </a:bodyPr>
          <a:lstStyle/>
          <a:p>
            <a:pPr defTabSz="762000" eaLnBrk="0" hangingPunct="0"/>
            <a:r>
              <a:rPr kumimoji="1" lang="en-US" altLang="zh-CN" sz="2000">
                <a:solidFill>
                  <a:srgbClr val="333399"/>
                </a:solidFill>
              </a:rPr>
              <a:t>4</a:t>
            </a:r>
          </a:p>
        </p:txBody>
      </p:sp>
      <p:sp>
        <p:nvSpPr>
          <p:cNvPr id="158740" name="Text Box 24"/>
          <p:cNvSpPr txBox="1">
            <a:spLocks noChangeArrowheads="1"/>
          </p:cNvSpPr>
          <p:nvPr/>
        </p:nvSpPr>
        <p:spPr bwMode="auto">
          <a:xfrm>
            <a:off x="7924800" y="4176713"/>
            <a:ext cx="325438" cy="396875"/>
          </a:xfrm>
          <a:prstGeom prst="rect">
            <a:avLst/>
          </a:prstGeom>
          <a:noFill/>
          <a:ln w="12700">
            <a:noFill/>
            <a:miter lim="800000"/>
            <a:headEnd/>
            <a:tailEnd/>
          </a:ln>
        </p:spPr>
        <p:txBody>
          <a:bodyPr wrap="none">
            <a:spAutoFit/>
          </a:bodyPr>
          <a:lstStyle/>
          <a:p>
            <a:pPr defTabSz="762000" eaLnBrk="0" hangingPunct="0"/>
            <a:r>
              <a:rPr kumimoji="1" lang="en-US" altLang="zh-CN" sz="2000">
                <a:solidFill>
                  <a:srgbClr val="333399"/>
                </a:solidFill>
              </a:rPr>
              <a:t>3</a:t>
            </a:r>
          </a:p>
        </p:txBody>
      </p:sp>
      <p:sp>
        <p:nvSpPr>
          <p:cNvPr id="158741" name="Text Box 25"/>
          <p:cNvSpPr txBox="1">
            <a:spLocks noChangeArrowheads="1"/>
          </p:cNvSpPr>
          <p:nvPr/>
        </p:nvSpPr>
        <p:spPr bwMode="auto">
          <a:xfrm>
            <a:off x="7924800" y="4737100"/>
            <a:ext cx="325438" cy="396875"/>
          </a:xfrm>
          <a:prstGeom prst="rect">
            <a:avLst/>
          </a:prstGeom>
          <a:noFill/>
          <a:ln w="12700">
            <a:noFill/>
            <a:miter lim="800000"/>
            <a:headEnd/>
            <a:tailEnd/>
          </a:ln>
        </p:spPr>
        <p:txBody>
          <a:bodyPr wrap="none">
            <a:spAutoFit/>
          </a:bodyPr>
          <a:lstStyle/>
          <a:p>
            <a:pPr defTabSz="762000" eaLnBrk="0" hangingPunct="0"/>
            <a:r>
              <a:rPr kumimoji="1" lang="en-US" altLang="zh-CN" sz="2000">
                <a:solidFill>
                  <a:srgbClr val="333399"/>
                </a:solidFill>
              </a:rPr>
              <a:t>2</a:t>
            </a:r>
          </a:p>
        </p:txBody>
      </p:sp>
      <p:sp>
        <p:nvSpPr>
          <p:cNvPr id="158742" name="Text Box 26"/>
          <p:cNvSpPr txBox="1">
            <a:spLocks noChangeArrowheads="1"/>
          </p:cNvSpPr>
          <p:nvPr/>
        </p:nvSpPr>
        <p:spPr bwMode="auto">
          <a:xfrm>
            <a:off x="7924800" y="5302250"/>
            <a:ext cx="325438" cy="396875"/>
          </a:xfrm>
          <a:prstGeom prst="rect">
            <a:avLst/>
          </a:prstGeom>
          <a:noFill/>
          <a:ln w="12700">
            <a:noFill/>
            <a:miter lim="800000"/>
            <a:headEnd/>
            <a:tailEnd/>
          </a:ln>
        </p:spPr>
        <p:txBody>
          <a:bodyPr wrap="none">
            <a:spAutoFit/>
          </a:bodyPr>
          <a:lstStyle/>
          <a:p>
            <a:pPr defTabSz="762000" eaLnBrk="0" hangingPunct="0"/>
            <a:r>
              <a:rPr kumimoji="1" lang="en-US" altLang="zh-CN" sz="2000">
                <a:solidFill>
                  <a:srgbClr val="333399"/>
                </a:solidFill>
              </a:rPr>
              <a:t>1</a:t>
            </a:r>
          </a:p>
        </p:txBody>
      </p:sp>
      <p:sp>
        <p:nvSpPr>
          <p:cNvPr id="158743" name="Freeform 27"/>
          <p:cNvSpPr>
            <a:spLocks/>
          </p:cNvSpPr>
          <p:nvPr/>
        </p:nvSpPr>
        <p:spPr bwMode="auto">
          <a:xfrm>
            <a:off x="7886700" y="3414713"/>
            <a:ext cx="847725" cy="61912"/>
          </a:xfrm>
          <a:custGeom>
            <a:avLst/>
            <a:gdLst>
              <a:gd name="T0" fmla="*/ 0 w 534"/>
              <a:gd name="T1" fmla="*/ 2147483647 h 42"/>
              <a:gd name="T2" fmla="*/ 2147483647 w 534"/>
              <a:gd name="T3" fmla="*/ 2147483647 h 42"/>
              <a:gd name="T4" fmla="*/ 2147483647 w 534"/>
              <a:gd name="T5" fmla="*/ 0 h 42"/>
              <a:gd name="T6" fmla="*/ 0 60000 65536"/>
              <a:gd name="T7" fmla="*/ 0 60000 65536"/>
              <a:gd name="T8" fmla="*/ 0 60000 65536"/>
              <a:gd name="T9" fmla="*/ 0 w 534"/>
              <a:gd name="T10" fmla="*/ 0 h 42"/>
              <a:gd name="T11" fmla="*/ 534 w 534"/>
              <a:gd name="T12" fmla="*/ 42 h 42"/>
            </a:gdLst>
            <a:ahLst/>
            <a:cxnLst>
              <a:cxn ang="T6">
                <a:pos x="T0" y="T1"/>
              </a:cxn>
              <a:cxn ang="T7">
                <a:pos x="T2" y="T3"/>
              </a:cxn>
              <a:cxn ang="T8">
                <a:pos x="T4" y="T5"/>
              </a:cxn>
            </a:cxnLst>
            <a:rect l="T9" t="T10" r="T11" b="T12"/>
            <a:pathLst>
              <a:path w="534" h="42">
                <a:moveTo>
                  <a:pt x="0" y="42"/>
                </a:moveTo>
                <a:lnTo>
                  <a:pt x="468" y="42"/>
                </a:lnTo>
                <a:cubicBezTo>
                  <a:pt x="490" y="28"/>
                  <a:pt x="534" y="0"/>
                  <a:pt x="534" y="0"/>
                </a:cubicBezTo>
              </a:path>
            </a:pathLst>
          </a:custGeom>
          <a:noFill/>
          <a:ln w="19050">
            <a:solidFill>
              <a:schemeClr val="tx1"/>
            </a:solidFill>
            <a:round/>
            <a:headEnd type="none" w="sm" len="lg"/>
            <a:tailEnd type="none" w="sm" len="lg"/>
          </a:ln>
        </p:spPr>
        <p:txBody>
          <a:bodyPr wrap="none" anchor="ctr"/>
          <a:lstStyle/>
          <a:p>
            <a:endParaRPr lang="zh-CN" altLang="en-US"/>
          </a:p>
        </p:txBody>
      </p:sp>
      <p:sp>
        <p:nvSpPr>
          <p:cNvPr id="158744" name="Freeform 28"/>
          <p:cNvSpPr>
            <a:spLocks/>
          </p:cNvSpPr>
          <p:nvPr/>
        </p:nvSpPr>
        <p:spPr bwMode="auto">
          <a:xfrm>
            <a:off x="7896225" y="3989388"/>
            <a:ext cx="847725" cy="61912"/>
          </a:xfrm>
          <a:custGeom>
            <a:avLst/>
            <a:gdLst>
              <a:gd name="T0" fmla="*/ 0 w 534"/>
              <a:gd name="T1" fmla="*/ 2147483647 h 42"/>
              <a:gd name="T2" fmla="*/ 2147483647 w 534"/>
              <a:gd name="T3" fmla="*/ 2147483647 h 42"/>
              <a:gd name="T4" fmla="*/ 2147483647 w 534"/>
              <a:gd name="T5" fmla="*/ 0 h 42"/>
              <a:gd name="T6" fmla="*/ 0 60000 65536"/>
              <a:gd name="T7" fmla="*/ 0 60000 65536"/>
              <a:gd name="T8" fmla="*/ 0 60000 65536"/>
              <a:gd name="T9" fmla="*/ 0 w 534"/>
              <a:gd name="T10" fmla="*/ 0 h 42"/>
              <a:gd name="T11" fmla="*/ 534 w 534"/>
              <a:gd name="T12" fmla="*/ 42 h 42"/>
            </a:gdLst>
            <a:ahLst/>
            <a:cxnLst>
              <a:cxn ang="T6">
                <a:pos x="T0" y="T1"/>
              </a:cxn>
              <a:cxn ang="T7">
                <a:pos x="T2" y="T3"/>
              </a:cxn>
              <a:cxn ang="T8">
                <a:pos x="T4" y="T5"/>
              </a:cxn>
            </a:cxnLst>
            <a:rect l="T9" t="T10" r="T11" b="T12"/>
            <a:pathLst>
              <a:path w="534" h="42">
                <a:moveTo>
                  <a:pt x="0" y="36"/>
                </a:moveTo>
                <a:lnTo>
                  <a:pt x="468" y="42"/>
                </a:lnTo>
                <a:cubicBezTo>
                  <a:pt x="490" y="28"/>
                  <a:pt x="534" y="0"/>
                  <a:pt x="534" y="0"/>
                </a:cubicBezTo>
              </a:path>
            </a:pathLst>
          </a:custGeom>
          <a:noFill/>
          <a:ln w="19050">
            <a:solidFill>
              <a:schemeClr val="tx1"/>
            </a:solidFill>
            <a:round/>
            <a:headEnd type="none" w="sm" len="lg"/>
            <a:tailEnd type="none" w="sm" len="lg"/>
          </a:ln>
        </p:spPr>
        <p:txBody>
          <a:bodyPr wrap="none" anchor="ctr"/>
          <a:lstStyle/>
          <a:p>
            <a:endParaRPr lang="zh-CN" altLang="en-US"/>
          </a:p>
        </p:txBody>
      </p:sp>
      <p:sp>
        <p:nvSpPr>
          <p:cNvPr id="158745" name="Freeform 29"/>
          <p:cNvSpPr>
            <a:spLocks/>
          </p:cNvSpPr>
          <p:nvPr/>
        </p:nvSpPr>
        <p:spPr bwMode="auto">
          <a:xfrm>
            <a:off x="7874000" y="4565650"/>
            <a:ext cx="869950" cy="60325"/>
          </a:xfrm>
          <a:custGeom>
            <a:avLst/>
            <a:gdLst>
              <a:gd name="T0" fmla="*/ 0 w 548"/>
              <a:gd name="T1" fmla="*/ 2147483647 h 42"/>
              <a:gd name="T2" fmla="*/ 2147483647 w 548"/>
              <a:gd name="T3" fmla="*/ 2147483647 h 42"/>
              <a:gd name="T4" fmla="*/ 2147483647 w 548"/>
              <a:gd name="T5" fmla="*/ 0 h 42"/>
              <a:gd name="T6" fmla="*/ 0 60000 65536"/>
              <a:gd name="T7" fmla="*/ 0 60000 65536"/>
              <a:gd name="T8" fmla="*/ 0 60000 65536"/>
              <a:gd name="T9" fmla="*/ 0 w 548"/>
              <a:gd name="T10" fmla="*/ 0 h 42"/>
              <a:gd name="T11" fmla="*/ 548 w 548"/>
              <a:gd name="T12" fmla="*/ 42 h 42"/>
            </a:gdLst>
            <a:ahLst/>
            <a:cxnLst>
              <a:cxn ang="T6">
                <a:pos x="T0" y="T1"/>
              </a:cxn>
              <a:cxn ang="T7">
                <a:pos x="T2" y="T3"/>
              </a:cxn>
              <a:cxn ang="T8">
                <a:pos x="T4" y="T5"/>
              </a:cxn>
            </a:cxnLst>
            <a:rect l="T9" t="T10" r="T11" b="T12"/>
            <a:pathLst>
              <a:path w="548" h="42">
                <a:moveTo>
                  <a:pt x="0" y="42"/>
                </a:moveTo>
                <a:lnTo>
                  <a:pt x="482" y="42"/>
                </a:lnTo>
                <a:cubicBezTo>
                  <a:pt x="504" y="28"/>
                  <a:pt x="548" y="0"/>
                  <a:pt x="548" y="0"/>
                </a:cubicBezTo>
              </a:path>
            </a:pathLst>
          </a:custGeom>
          <a:noFill/>
          <a:ln w="19050">
            <a:solidFill>
              <a:schemeClr val="tx1"/>
            </a:solidFill>
            <a:round/>
            <a:headEnd type="none" w="sm" len="lg"/>
            <a:tailEnd type="none" w="sm" len="lg"/>
          </a:ln>
        </p:spPr>
        <p:txBody>
          <a:bodyPr wrap="none" anchor="ctr"/>
          <a:lstStyle/>
          <a:p>
            <a:endParaRPr lang="zh-CN" altLang="en-US"/>
          </a:p>
        </p:txBody>
      </p:sp>
      <p:sp>
        <p:nvSpPr>
          <p:cNvPr id="158746" name="Freeform 30"/>
          <p:cNvSpPr>
            <a:spLocks/>
          </p:cNvSpPr>
          <p:nvPr/>
        </p:nvSpPr>
        <p:spPr bwMode="auto">
          <a:xfrm>
            <a:off x="7874000" y="5157788"/>
            <a:ext cx="860425" cy="60325"/>
          </a:xfrm>
          <a:custGeom>
            <a:avLst/>
            <a:gdLst>
              <a:gd name="T0" fmla="*/ 0 w 542"/>
              <a:gd name="T1" fmla="*/ 2147483647 h 42"/>
              <a:gd name="T2" fmla="*/ 2147483647 w 542"/>
              <a:gd name="T3" fmla="*/ 2147483647 h 42"/>
              <a:gd name="T4" fmla="*/ 2147483647 w 542"/>
              <a:gd name="T5" fmla="*/ 0 h 42"/>
              <a:gd name="T6" fmla="*/ 0 60000 65536"/>
              <a:gd name="T7" fmla="*/ 0 60000 65536"/>
              <a:gd name="T8" fmla="*/ 0 60000 65536"/>
              <a:gd name="T9" fmla="*/ 0 w 542"/>
              <a:gd name="T10" fmla="*/ 0 h 42"/>
              <a:gd name="T11" fmla="*/ 542 w 542"/>
              <a:gd name="T12" fmla="*/ 42 h 42"/>
            </a:gdLst>
            <a:ahLst/>
            <a:cxnLst>
              <a:cxn ang="T6">
                <a:pos x="T0" y="T1"/>
              </a:cxn>
              <a:cxn ang="T7">
                <a:pos x="T2" y="T3"/>
              </a:cxn>
              <a:cxn ang="T8">
                <a:pos x="T4" y="T5"/>
              </a:cxn>
            </a:cxnLst>
            <a:rect l="T9" t="T10" r="T11" b="T12"/>
            <a:pathLst>
              <a:path w="542" h="42">
                <a:moveTo>
                  <a:pt x="0" y="42"/>
                </a:moveTo>
                <a:lnTo>
                  <a:pt x="476" y="42"/>
                </a:lnTo>
                <a:cubicBezTo>
                  <a:pt x="498" y="28"/>
                  <a:pt x="542" y="0"/>
                  <a:pt x="542" y="0"/>
                </a:cubicBezTo>
              </a:path>
            </a:pathLst>
          </a:custGeom>
          <a:noFill/>
          <a:ln w="19050">
            <a:solidFill>
              <a:schemeClr val="tx1"/>
            </a:solidFill>
            <a:round/>
            <a:headEnd type="none" w="sm" len="lg"/>
            <a:tailEnd type="none" w="sm" len="lg"/>
          </a:ln>
        </p:spPr>
        <p:txBody>
          <a:bodyPr wrap="none" anchor="ctr"/>
          <a:lstStyle/>
          <a:p>
            <a:endParaRPr lang="zh-CN" altLang="en-US"/>
          </a:p>
        </p:txBody>
      </p:sp>
      <p:sp>
        <p:nvSpPr>
          <p:cNvPr id="158747" name="Text Box 31"/>
          <p:cNvSpPr txBox="1">
            <a:spLocks noChangeArrowheads="1"/>
          </p:cNvSpPr>
          <p:nvPr/>
        </p:nvSpPr>
        <p:spPr bwMode="auto">
          <a:xfrm>
            <a:off x="395288" y="1973263"/>
            <a:ext cx="868362" cy="396875"/>
          </a:xfrm>
          <a:prstGeom prst="rect">
            <a:avLst/>
          </a:prstGeom>
          <a:noFill/>
          <a:ln w="12700">
            <a:noFill/>
            <a:miter lim="800000"/>
            <a:headEnd type="none" w="sm" len="lg"/>
            <a:tailEnd type="none" w="sm" len="lg"/>
          </a:ln>
        </p:spPr>
        <p:txBody>
          <a:bodyPr wrap="none">
            <a:spAutoFit/>
          </a:bodyPr>
          <a:lstStyle/>
          <a:p>
            <a:pPr defTabSz="762000" eaLnBrk="0" hangingPunct="0"/>
            <a:r>
              <a:rPr kumimoji="1" lang="zh-CN" altLang="en-US" sz="2000">
                <a:solidFill>
                  <a:srgbClr val="333399"/>
                </a:solidFill>
                <a:ea typeface="黑体" pitchFamily="49" charset="-122"/>
              </a:rPr>
              <a:t>主机</a:t>
            </a:r>
            <a:r>
              <a:rPr kumimoji="1" lang="zh-CN" altLang="en-US" sz="1000">
                <a:solidFill>
                  <a:srgbClr val="333399"/>
                </a:solidFill>
                <a:ea typeface="黑体" pitchFamily="49" charset="-122"/>
              </a:rPr>
              <a:t> </a:t>
            </a:r>
            <a:r>
              <a:rPr kumimoji="1" lang="en-US" altLang="zh-CN" sz="2000">
                <a:solidFill>
                  <a:srgbClr val="333399"/>
                </a:solidFill>
                <a:ea typeface="黑体" pitchFamily="49" charset="-122"/>
              </a:rPr>
              <a:t>1</a:t>
            </a:r>
          </a:p>
        </p:txBody>
      </p:sp>
      <p:sp>
        <p:nvSpPr>
          <p:cNvPr id="158748" name="AutoShape 32"/>
          <p:cNvSpPr>
            <a:spLocks noChangeArrowheads="1"/>
          </p:cNvSpPr>
          <p:nvPr/>
        </p:nvSpPr>
        <p:spPr bwMode="auto">
          <a:xfrm>
            <a:off x="8034338" y="2317750"/>
            <a:ext cx="685800" cy="557213"/>
          </a:xfrm>
          <a:prstGeom prst="cube">
            <a:avLst>
              <a:gd name="adj" fmla="val 17593"/>
            </a:avLst>
          </a:prstGeom>
          <a:solidFill>
            <a:srgbClr val="FFFF99"/>
          </a:solidFill>
          <a:ln w="19050">
            <a:solidFill>
              <a:schemeClr val="tx1"/>
            </a:solidFill>
            <a:miter lim="800000"/>
            <a:headEnd type="none" w="sm" len="lg"/>
            <a:tailEnd type="none" w="sm" len="lg"/>
          </a:ln>
        </p:spPr>
        <p:txBody>
          <a:bodyPr wrap="none" anchor="ctr"/>
          <a:lstStyle/>
          <a:p>
            <a:endParaRPr lang="zh-CN" altLang="en-US"/>
          </a:p>
        </p:txBody>
      </p:sp>
      <p:sp>
        <p:nvSpPr>
          <p:cNvPr id="158749" name="Text Box 33"/>
          <p:cNvSpPr txBox="1">
            <a:spLocks noChangeArrowheads="1"/>
          </p:cNvSpPr>
          <p:nvPr/>
        </p:nvSpPr>
        <p:spPr bwMode="auto">
          <a:xfrm>
            <a:off x="8027988" y="2422525"/>
            <a:ext cx="615950" cy="396875"/>
          </a:xfrm>
          <a:prstGeom prst="rect">
            <a:avLst/>
          </a:prstGeom>
          <a:noFill/>
          <a:ln w="12700">
            <a:noFill/>
            <a:miter lim="800000"/>
            <a:headEnd/>
            <a:tailEnd/>
          </a:ln>
        </p:spPr>
        <p:txBody>
          <a:bodyPr wrap="none">
            <a:spAutoFit/>
          </a:bodyPr>
          <a:lstStyle/>
          <a:p>
            <a:pPr defTabSz="762000" eaLnBrk="0" hangingPunct="0"/>
            <a:r>
              <a:rPr kumimoji="1" lang="en-US" altLang="zh-CN" sz="2000">
                <a:solidFill>
                  <a:srgbClr val="333399"/>
                </a:solidFill>
              </a:rPr>
              <a:t>AP</a:t>
            </a:r>
            <a:r>
              <a:rPr kumimoji="1" lang="en-US" altLang="zh-CN" sz="2000" b="1" baseline="-25000">
                <a:solidFill>
                  <a:srgbClr val="333399"/>
                </a:solidFill>
              </a:rPr>
              <a:t>2</a:t>
            </a:r>
            <a:endParaRPr kumimoji="1" lang="en-US" altLang="zh-CN" sz="2000" b="1">
              <a:solidFill>
                <a:srgbClr val="333399"/>
              </a:solidFill>
            </a:endParaRPr>
          </a:p>
        </p:txBody>
      </p:sp>
      <p:sp>
        <p:nvSpPr>
          <p:cNvPr id="158750" name="AutoShape 34"/>
          <p:cNvSpPr>
            <a:spLocks noChangeArrowheads="1"/>
          </p:cNvSpPr>
          <p:nvPr/>
        </p:nvSpPr>
        <p:spPr bwMode="auto">
          <a:xfrm>
            <a:off x="538163" y="2360613"/>
            <a:ext cx="685800" cy="557212"/>
          </a:xfrm>
          <a:prstGeom prst="cube">
            <a:avLst>
              <a:gd name="adj" fmla="val 17593"/>
            </a:avLst>
          </a:prstGeom>
          <a:solidFill>
            <a:srgbClr val="FFFF99"/>
          </a:solidFill>
          <a:ln w="19050">
            <a:solidFill>
              <a:schemeClr val="tx1"/>
            </a:solidFill>
            <a:miter lim="800000"/>
            <a:headEnd type="none" w="sm" len="lg"/>
            <a:tailEnd type="none" w="sm" len="lg"/>
          </a:ln>
        </p:spPr>
        <p:txBody>
          <a:bodyPr wrap="none" anchor="ctr"/>
          <a:lstStyle/>
          <a:p>
            <a:endParaRPr lang="zh-CN" altLang="en-US"/>
          </a:p>
        </p:txBody>
      </p:sp>
      <p:sp>
        <p:nvSpPr>
          <p:cNvPr id="158751" name="Text Box 35"/>
          <p:cNvSpPr txBox="1">
            <a:spLocks noChangeArrowheads="1"/>
          </p:cNvSpPr>
          <p:nvPr/>
        </p:nvSpPr>
        <p:spPr bwMode="auto">
          <a:xfrm>
            <a:off x="558800" y="2481263"/>
            <a:ext cx="615950" cy="396875"/>
          </a:xfrm>
          <a:prstGeom prst="rect">
            <a:avLst/>
          </a:prstGeom>
          <a:noFill/>
          <a:ln w="12700">
            <a:noFill/>
            <a:miter lim="800000"/>
            <a:headEnd/>
            <a:tailEnd/>
          </a:ln>
        </p:spPr>
        <p:txBody>
          <a:bodyPr wrap="none">
            <a:spAutoFit/>
          </a:bodyPr>
          <a:lstStyle/>
          <a:p>
            <a:pPr defTabSz="762000" eaLnBrk="0" hangingPunct="0"/>
            <a:r>
              <a:rPr kumimoji="1" lang="en-US" altLang="zh-CN" sz="2000">
                <a:solidFill>
                  <a:srgbClr val="333399"/>
                </a:solidFill>
              </a:rPr>
              <a:t>AP</a:t>
            </a:r>
            <a:r>
              <a:rPr kumimoji="1" lang="en-US" altLang="zh-CN" sz="2000" b="1" baseline="-25000">
                <a:solidFill>
                  <a:srgbClr val="333399"/>
                </a:solidFill>
              </a:rPr>
              <a:t>1</a:t>
            </a:r>
            <a:endParaRPr kumimoji="1" lang="en-US" altLang="zh-CN" sz="2000" b="1">
              <a:solidFill>
                <a:srgbClr val="333399"/>
              </a:solidFill>
            </a:endParaRPr>
          </a:p>
        </p:txBody>
      </p:sp>
      <p:sp>
        <p:nvSpPr>
          <p:cNvPr id="158752" name="Text Box 36"/>
          <p:cNvSpPr txBox="1">
            <a:spLocks noChangeArrowheads="1"/>
          </p:cNvSpPr>
          <p:nvPr/>
        </p:nvSpPr>
        <p:spPr bwMode="auto">
          <a:xfrm>
            <a:off x="7770813" y="1973263"/>
            <a:ext cx="868362" cy="396875"/>
          </a:xfrm>
          <a:prstGeom prst="rect">
            <a:avLst/>
          </a:prstGeom>
          <a:noFill/>
          <a:ln w="12700">
            <a:noFill/>
            <a:miter lim="800000"/>
            <a:headEnd type="none" w="sm" len="lg"/>
            <a:tailEnd type="none" w="sm" len="lg"/>
          </a:ln>
        </p:spPr>
        <p:txBody>
          <a:bodyPr wrap="none">
            <a:spAutoFit/>
          </a:bodyPr>
          <a:lstStyle/>
          <a:p>
            <a:pPr defTabSz="762000" eaLnBrk="0" hangingPunct="0"/>
            <a:r>
              <a:rPr kumimoji="1" lang="zh-CN" altLang="en-US" sz="2000">
                <a:solidFill>
                  <a:srgbClr val="333399"/>
                </a:solidFill>
                <a:ea typeface="黑体" pitchFamily="49" charset="-122"/>
              </a:rPr>
              <a:t>主机</a:t>
            </a:r>
            <a:r>
              <a:rPr kumimoji="1" lang="zh-CN" altLang="en-US" sz="1000">
                <a:solidFill>
                  <a:srgbClr val="333399"/>
                </a:solidFill>
                <a:ea typeface="黑体" pitchFamily="49" charset="-122"/>
              </a:rPr>
              <a:t> </a:t>
            </a:r>
            <a:r>
              <a:rPr kumimoji="1" lang="en-US" altLang="zh-CN" sz="2000">
                <a:solidFill>
                  <a:srgbClr val="333399"/>
                </a:solidFill>
                <a:ea typeface="黑体" pitchFamily="49" charset="-122"/>
              </a:rPr>
              <a:t>2</a:t>
            </a:r>
          </a:p>
        </p:txBody>
      </p:sp>
      <p:sp>
        <p:nvSpPr>
          <p:cNvPr id="158753" name="Text Box 37"/>
          <p:cNvSpPr txBox="1">
            <a:spLocks noChangeArrowheads="1"/>
          </p:cNvSpPr>
          <p:nvPr/>
        </p:nvSpPr>
        <p:spPr bwMode="auto">
          <a:xfrm>
            <a:off x="2873375" y="2101850"/>
            <a:ext cx="4146550" cy="822325"/>
          </a:xfrm>
          <a:prstGeom prst="rect">
            <a:avLst/>
          </a:prstGeom>
          <a:noFill/>
          <a:ln w="12700">
            <a:noFill/>
            <a:miter lim="800000"/>
            <a:headEnd type="none" w="sm" len="lg"/>
            <a:tailEnd type="none" w="sm" len="lg"/>
          </a:ln>
        </p:spPr>
        <p:txBody>
          <a:bodyPr wrap="none">
            <a:spAutoFit/>
          </a:bodyPr>
          <a:lstStyle/>
          <a:p>
            <a:pPr algn="ctr" defTabSz="762000" eaLnBrk="0" hangingPunct="0"/>
            <a:r>
              <a:rPr kumimoji="1" lang="zh-CN" altLang="en-US" sz="2400">
                <a:solidFill>
                  <a:srgbClr val="333399"/>
                </a:solidFill>
                <a:ea typeface="黑体" pitchFamily="49" charset="-122"/>
              </a:rPr>
              <a:t>运输层剥去报文首部后</a:t>
            </a:r>
          </a:p>
          <a:p>
            <a:pPr algn="ctr" defTabSz="762000" eaLnBrk="0" hangingPunct="0"/>
            <a:r>
              <a:rPr kumimoji="1" lang="zh-CN" altLang="en-US" sz="2400">
                <a:solidFill>
                  <a:srgbClr val="333399"/>
                </a:solidFill>
                <a:ea typeface="黑体" pitchFamily="49" charset="-122"/>
              </a:rPr>
              <a:t>把报文的数据部分交给应用层</a:t>
            </a:r>
          </a:p>
        </p:txBody>
      </p:sp>
      <p:grpSp>
        <p:nvGrpSpPr>
          <p:cNvPr id="4" name="Group 38"/>
          <p:cNvGrpSpPr>
            <a:grpSpLocks/>
          </p:cNvGrpSpPr>
          <p:nvPr/>
        </p:nvGrpSpPr>
        <p:grpSpPr bwMode="auto">
          <a:xfrm>
            <a:off x="4951413" y="3248025"/>
            <a:ext cx="3489325" cy="396875"/>
            <a:chOff x="3119" y="2046"/>
            <a:chExt cx="2198" cy="250"/>
          </a:xfrm>
        </p:grpSpPr>
        <p:sp>
          <p:nvSpPr>
            <p:cNvPr id="158755" name="AutoShape 39"/>
            <p:cNvSpPr>
              <a:spLocks noChangeArrowheads="1"/>
            </p:cNvSpPr>
            <p:nvPr/>
          </p:nvSpPr>
          <p:spPr bwMode="auto">
            <a:xfrm rot="10800000" flipV="1">
              <a:off x="5193" y="2046"/>
              <a:ext cx="124" cy="250"/>
            </a:xfrm>
            <a:prstGeom prst="upArrow">
              <a:avLst>
                <a:gd name="adj1" fmla="val 50000"/>
                <a:gd name="adj2" fmla="val 50403"/>
              </a:avLst>
            </a:prstGeom>
            <a:solidFill>
              <a:schemeClr val="hlink"/>
            </a:solidFill>
            <a:ln w="12700">
              <a:solidFill>
                <a:schemeClr val="tx1"/>
              </a:solidFill>
              <a:miter lim="800000"/>
              <a:headEnd/>
              <a:tailEnd/>
            </a:ln>
          </p:spPr>
          <p:txBody>
            <a:bodyPr vert="eaVert" wrap="none" anchor="ctr"/>
            <a:lstStyle/>
            <a:p>
              <a:endParaRPr lang="zh-CN" altLang="en-US"/>
            </a:p>
          </p:txBody>
        </p:sp>
        <p:sp>
          <p:nvSpPr>
            <p:cNvPr id="158756" name="AutoShape 40"/>
            <p:cNvSpPr>
              <a:spLocks noChangeArrowheads="1"/>
            </p:cNvSpPr>
            <p:nvPr/>
          </p:nvSpPr>
          <p:spPr bwMode="auto">
            <a:xfrm rot="10800000" flipV="1">
              <a:off x="3119" y="2046"/>
              <a:ext cx="124" cy="250"/>
            </a:xfrm>
            <a:prstGeom prst="upArrow">
              <a:avLst>
                <a:gd name="adj1" fmla="val 50000"/>
                <a:gd name="adj2" fmla="val 50403"/>
              </a:avLst>
            </a:prstGeom>
            <a:solidFill>
              <a:schemeClr val="hlink"/>
            </a:solidFill>
            <a:ln w="12700">
              <a:solidFill>
                <a:schemeClr val="tx1"/>
              </a:solidFill>
              <a:miter lim="800000"/>
              <a:headEnd/>
              <a:tailEnd/>
            </a:ln>
          </p:spPr>
          <p:txBody>
            <a:bodyPr vert="eaVert" wrap="none" anchor="ctr"/>
            <a:lstStyle/>
            <a:p>
              <a:endParaRPr lang="zh-CN" altLang="en-US"/>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2" presetClass="exit" presetSubtype="8" fill="hold" grpId="0" nodeType="afterEffect">
                                  <p:stCondLst>
                                    <p:cond delay="1000"/>
                                  </p:stCondLst>
                                  <p:childTnLst>
                                    <p:animEffect transition="out" filter="slide(fromLeft)">
                                      <p:cBhvr>
                                        <p:cTn id="6" dur="1000"/>
                                        <p:tgtEl>
                                          <p:spTgt spid="132101"/>
                                        </p:tgtEl>
                                      </p:cBhvr>
                                    </p:animEffect>
                                    <p:set>
                                      <p:cBhvr>
                                        <p:cTn id="7" dur="1" fill="hold">
                                          <p:stCondLst>
                                            <p:cond delay="999"/>
                                          </p:stCondLst>
                                        </p:cTn>
                                        <p:tgtEl>
                                          <p:spTgt spid="132101"/>
                                        </p:tgtEl>
                                        <p:attrNameLst>
                                          <p:attrName>style.visibility</p:attrName>
                                        </p:attrNameLst>
                                      </p:cBhvr>
                                      <p:to>
                                        <p:strVal val="hidden"/>
                                      </p:to>
                                    </p:set>
                                  </p:childTnLst>
                                </p:cTn>
                              </p:par>
                            </p:childTnLst>
                          </p:cTn>
                        </p:par>
                        <p:par>
                          <p:cTn id="8" fill="hold">
                            <p:stCondLst>
                              <p:cond delay="2000"/>
                            </p:stCondLst>
                            <p:childTnLst>
                              <p:par>
                                <p:cTn id="9" presetID="22" presetClass="entr" presetSubtype="4" fill="hold" nodeType="afterEffect">
                                  <p:stCondLst>
                                    <p:cond delay="0"/>
                                  </p:stCondLst>
                                  <p:childTnLst>
                                    <p:set>
                                      <p:cBhvr>
                                        <p:cTn id="10" dur="1" fill="hold">
                                          <p:stCondLst>
                                            <p:cond delay="0"/>
                                          </p:stCondLst>
                                        </p:cTn>
                                        <p:tgtEl>
                                          <p:spTgt spid="4"/>
                                        </p:tgtEl>
                                        <p:attrNameLst>
                                          <p:attrName>style.visibility</p:attrName>
                                        </p:attrNameLst>
                                      </p:cBhvr>
                                      <p:to>
                                        <p:strVal val="visible"/>
                                      </p:to>
                                    </p:set>
                                    <p:animEffect transition="in" filter="wipe(down)">
                                      <p:cBhvr>
                                        <p:cTn id="11" dur="1000"/>
                                        <p:tgtEl>
                                          <p:spTgt spid="4"/>
                                        </p:tgtEl>
                                      </p:cBhvr>
                                    </p:animEffect>
                                  </p:childTnLst>
                                </p:cTn>
                              </p:par>
                            </p:childTnLst>
                          </p:cTn>
                        </p:par>
                        <p:par>
                          <p:cTn id="12" fill="hold">
                            <p:stCondLst>
                              <p:cond delay="3000"/>
                            </p:stCondLst>
                            <p:childTnLst>
                              <p:par>
                                <p:cTn id="13" presetID="1" presetClass="exit" presetSubtype="0" fill="hold" nodeType="afterEffect">
                                  <p:stCondLst>
                                    <p:cond delay="0"/>
                                  </p:stCondLst>
                                  <p:childTnLst>
                                    <p:set>
                                      <p:cBhvr>
                                        <p:cTn id="14" dur="1" fill="hold">
                                          <p:stCondLst>
                                            <p:cond delay="0"/>
                                          </p:stCondLst>
                                        </p:cTn>
                                        <p:tgtEl>
                                          <p:spTgt spid="3"/>
                                        </p:tgtEl>
                                        <p:attrNameLst>
                                          <p:attrName>style.visibility</p:attrName>
                                        </p:attrNameLst>
                                      </p:cBhvr>
                                      <p:to>
                                        <p:strVal val="hidden"/>
                                      </p:to>
                                    </p:set>
                                  </p:childTnLst>
                                </p:cTn>
                              </p:par>
                            </p:childTnLst>
                          </p:cTn>
                        </p:par>
                        <p:par>
                          <p:cTn id="15" fill="hold">
                            <p:stCondLst>
                              <p:cond delay="3000"/>
                            </p:stCondLst>
                            <p:childTnLst>
                              <p:par>
                                <p:cTn id="16" presetID="1" presetClass="entr" presetSubtype="0" fill="hold" nodeType="afterEffect">
                                  <p:stCondLst>
                                    <p:cond delay="0"/>
                                  </p:stCondLst>
                                  <p:childTnLst>
                                    <p:set>
                                      <p:cBhvr>
                                        <p:cTn id="17" dur="1" fill="hold">
                                          <p:stCondLst>
                                            <p:cond delay="0"/>
                                          </p:stCondLst>
                                        </p:cTn>
                                        <p:tgtEl>
                                          <p:spTgt spid="2"/>
                                        </p:tgtEl>
                                        <p:attrNameLst>
                                          <p:attrName>style.visibility</p:attrName>
                                        </p:attrNameLst>
                                      </p:cBhvr>
                                      <p:to>
                                        <p:strVal val="visible"/>
                                      </p:to>
                                    </p:set>
                                  </p:childTnLst>
                                </p:cTn>
                              </p:par>
                            </p:childTnLst>
                          </p:cTn>
                        </p:par>
                        <p:par>
                          <p:cTn id="18" fill="hold">
                            <p:stCondLst>
                              <p:cond delay="3000"/>
                            </p:stCondLst>
                            <p:childTnLst>
                              <p:par>
                                <p:cTn id="19" presetID="1" presetClass="exit" presetSubtype="0" fill="hold" nodeType="afterEffect">
                                  <p:stCondLst>
                                    <p:cond delay="0"/>
                                  </p:stCondLst>
                                  <p:childTnLst>
                                    <p:set>
                                      <p:cBhvr>
                                        <p:cTn id="20" dur="1" fill="hold">
                                          <p:stCondLst>
                                            <p:cond delay="0"/>
                                          </p:stCondLst>
                                        </p:cTn>
                                        <p:tgtEl>
                                          <p:spTgt spid="4"/>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2101" grpId="0" animBg="1"/>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22" name="Rectangle 2"/>
          <p:cNvSpPr>
            <a:spLocks noChangeArrowheads="1"/>
          </p:cNvSpPr>
          <p:nvPr/>
        </p:nvSpPr>
        <p:spPr bwMode="auto">
          <a:xfrm>
            <a:off x="4067175" y="2422525"/>
            <a:ext cx="2592388" cy="358775"/>
          </a:xfrm>
          <a:prstGeom prst="rect">
            <a:avLst/>
          </a:prstGeom>
          <a:solidFill>
            <a:srgbClr val="CCECFF"/>
          </a:solidFill>
          <a:ln w="9525">
            <a:solidFill>
              <a:schemeClr val="tx1"/>
            </a:solidFill>
            <a:miter lim="800000"/>
            <a:headEnd/>
            <a:tailEnd/>
          </a:ln>
        </p:spPr>
        <p:txBody>
          <a:bodyPr wrap="none" anchor="ctr"/>
          <a:lstStyle/>
          <a:p>
            <a:pPr algn="ctr"/>
            <a:r>
              <a:rPr lang="zh-CN" altLang="en-US" sz="2000">
                <a:solidFill>
                  <a:srgbClr val="333399"/>
                </a:solidFill>
                <a:latin typeface="Tahoma" pitchFamily="34" charset="0"/>
                <a:ea typeface="黑体" pitchFamily="49" charset="-122"/>
              </a:rPr>
              <a:t>应 用 程 序 数 据</a:t>
            </a:r>
          </a:p>
        </p:txBody>
      </p:sp>
      <p:sp>
        <p:nvSpPr>
          <p:cNvPr id="133123" name="Rectangle 3"/>
          <p:cNvSpPr>
            <a:spLocks noChangeArrowheads="1"/>
          </p:cNvSpPr>
          <p:nvPr/>
        </p:nvSpPr>
        <p:spPr bwMode="auto">
          <a:xfrm>
            <a:off x="3563938" y="2997200"/>
            <a:ext cx="504825" cy="358775"/>
          </a:xfrm>
          <a:prstGeom prst="rect">
            <a:avLst/>
          </a:prstGeom>
          <a:solidFill>
            <a:srgbClr val="FF99FF"/>
          </a:solidFill>
          <a:ln w="9525">
            <a:solidFill>
              <a:schemeClr val="tx1"/>
            </a:solidFill>
            <a:miter lim="800000"/>
            <a:headEnd/>
            <a:tailEnd/>
          </a:ln>
        </p:spPr>
        <p:txBody>
          <a:bodyPr wrap="none" anchor="ctr"/>
          <a:lstStyle/>
          <a:p>
            <a:pPr algn="ctr"/>
            <a:r>
              <a:rPr lang="en-US" altLang="zh-CN">
                <a:solidFill>
                  <a:srgbClr val="333399"/>
                </a:solidFill>
              </a:rPr>
              <a:t>H</a:t>
            </a:r>
            <a:r>
              <a:rPr lang="en-US" altLang="zh-CN" b="1" baseline="-25000">
                <a:solidFill>
                  <a:srgbClr val="333399"/>
                </a:solidFill>
              </a:rPr>
              <a:t>5</a:t>
            </a:r>
          </a:p>
        </p:txBody>
      </p:sp>
      <p:sp>
        <p:nvSpPr>
          <p:cNvPr id="133124" name="Rectangle 4"/>
          <p:cNvSpPr>
            <a:spLocks noChangeArrowheads="1"/>
          </p:cNvSpPr>
          <p:nvPr/>
        </p:nvSpPr>
        <p:spPr bwMode="auto">
          <a:xfrm>
            <a:off x="4065588" y="2997200"/>
            <a:ext cx="2592387" cy="358775"/>
          </a:xfrm>
          <a:prstGeom prst="rect">
            <a:avLst/>
          </a:prstGeom>
          <a:solidFill>
            <a:srgbClr val="CCECFF"/>
          </a:solidFill>
          <a:ln w="9525">
            <a:solidFill>
              <a:schemeClr val="tx1"/>
            </a:solidFill>
            <a:miter lim="800000"/>
            <a:headEnd/>
            <a:tailEnd/>
          </a:ln>
        </p:spPr>
        <p:txBody>
          <a:bodyPr wrap="none" anchor="ctr"/>
          <a:lstStyle/>
          <a:p>
            <a:pPr algn="ctr"/>
            <a:r>
              <a:rPr lang="zh-CN" altLang="en-US" sz="2000">
                <a:solidFill>
                  <a:srgbClr val="333399"/>
                </a:solidFill>
                <a:latin typeface="Tahoma" pitchFamily="34" charset="0"/>
                <a:ea typeface="黑体" pitchFamily="49" charset="-122"/>
              </a:rPr>
              <a:t>应 用 程 序 数 据</a:t>
            </a:r>
          </a:p>
        </p:txBody>
      </p:sp>
      <p:sp>
        <p:nvSpPr>
          <p:cNvPr id="159749" name="Rectangle 5"/>
          <p:cNvSpPr>
            <a:spLocks noGrp="1" noChangeArrowheads="1"/>
          </p:cNvSpPr>
          <p:nvPr>
            <p:ph type="title"/>
          </p:nvPr>
        </p:nvSpPr>
        <p:spPr/>
        <p:txBody>
          <a:bodyPr/>
          <a:lstStyle/>
          <a:p>
            <a:pPr algn="ctr" eaLnBrk="1" hangingPunct="1"/>
            <a:r>
              <a:rPr lang="zh-CN" altLang="en-US" smtClean="0">
                <a:latin typeface="微软雅黑" pitchFamily="34" charset="-122"/>
                <a:ea typeface="微软雅黑" pitchFamily="34" charset="-122"/>
              </a:rPr>
              <a:t>主机</a:t>
            </a:r>
            <a:r>
              <a:rPr lang="zh-CN" altLang="en-US" sz="2400" smtClean="0">
                <a:latin typeface="微软雅黑" pitchFamily="34" charset="-122"/>
                <a:ea typeface="微软雅黑" pitchFamily="34" charset="-122"/>
              </a:rPr>
              <a:t> </a:t>
            </a:r>
            <a:r>
              <a:rPr lang="en-US" altLang="zh-CN" smtClean="0">
                <a:latin typeface="微软雅黑" pitchFamily="34" charset="-122"/>
                <a:ea typeface="微软雅黑" pitchFamily="34" charset="-122"/>
              </a:rPr>
              <a:t>1</a:t>
            </a:r>
            <a:r>
              <a:rPr lang="en-US" altLang="zh-CN" sz="2400" smtClean="0">
                <a:latin typeface="微软雅黑" pitchFamily="34" charset="-122"/>
                <a:ea typeface="微软雅黑" pitchFamily="34" charset="-122"/>
              </a:rPr>
              <a:t> </a:t>
            </a:r>
            <a:r>
              <a:rPr lang="zh-CN" altLang="en-US" smtClean="0">
                <a:latin typeface="微软雅黑" pitchFamily="34" charset="-122"/>
                <a:ea typeface="微软雅黑" pitchFamily="34" charset="-122"/>
              </a:rPr>
              <a:t>向主机</a:t>
            </a:r>
            <a:r>
              <a:rPr lang="zh-CN" altLang="en-US" sz="2400" smtClean="0">
                <a:latin typeface="微软雅黑" pitchFamily="34" charset="-122"/>
                <a:ea typeface="微软雅黑" pitchFamily="34" charset="-122"/>
              </a:rPr>
              <a:t> </a:t>
            </a:r>
            <a:r>
              <a:rPr lang="en-US" altLang="zh-CN" smtClean="0">
                <a:latin typeface="微软雅黑" pitchFamily="34" charset="-122"/>
                <a:ea typeface="微软雅黑" pitchFamily="34" charset="-122"/>
              </a:rPr>
              <a:t>2</a:t>
            </a:r>
            <a:r>
              <a:rPr lang="en-US" altLang="zh-CN" sz="2400" smtClean="0">
                <a:latin typeface="微软雅黑" pitchFamily="34" charset="-122"/>
                <a:ea typeface="微软雅黑" pitchFamily="34" charset="-122"/>
              </a:rPr>
              <a:t> </a:t>
            </a:r>
            <a:r>
              <a:rPr lang="zh-CN" altLang="en-US" smtClean="0">
                <a:latin typeface="微软雅黑" pitchFamily="34" charset="-122"/>
                <a:ea typeface="微软雅黑" pitchFamily="34" charset="-122"/>
              </a:rPr>
              <a:t>发送数据 </a:t>
            </a:r>
          </a:p>
        </p:txBody>
      </p:sp>
      <p:sp>
        <p:nvSpPr>
          <p:cNvPr id="159750" name="AutoShape 6"/>
          <p:cNvSpPr>
            <a:spLocks noChangeArrowheads="1"/>
          </p:cNvSpPr>
          <p:nvPr/>
        </p:nvSpPr>
        <p:spPr bwMode="auto">
          <a:xfrm rot="-5400000">
            <a:off x="4374356" y="1532732"/>
            <a:ext cx="417513" cy="8991600"/>
          </a:xfrm>
          <a:prstGeom prst="can">
            <a:avLst>
              <a:gd name="adj" fmla="val 48656"/>
            </a:avLst>
          </a:prstGeom>
          <a:gradFill rotWithShape="0">
            <a:gsLst>
              <a:gs pos="0">
                <a:srgbClr val="ACACAC"/>
              </a:gs>
              <a:gs pos="50000">
                <a:srgbClr val="EAEAEA"/>
              </a:gs>
              <a:gs pos="100000">
                <a:srgbClr val="ACACAC"/>
              </a:gs>
            </a:gsLst>
            <a:lin ang="5400000" scaled="1"/>
          </a:gradFill>
          <a:ln w="19050">
            <a:solidFill>
              <a:schemeClr val="tx1"/>
            </a:solidFill>
            <a:round/>
            <a:headEnd type="none" w="sm" len="lg"/>
            <a:tailEnd type="none" w="sm" len="lg"/>
          </a:ln>
        </p:spPr>
        <p:txBody>
          <a:bodyPr wrap="none" anchor="ctr"/>
          <a:lstStyle/>
          <a:p>
            <a:endParaRPr lang="zh-CN" altLang="en-US"/>
          </a:p>
        </p:txBody>
      </p:sp>
      <p:sp>
        <p:nvSpPr>
          <p:cNvPr id="159751" name="AutoShape 7"/>
          <p:cNvSpPr>
            <a:spLocks noChangeArrowheads="1"/>
          </p:cNvSpPr>
          <p:nvPr/>
        </p:nvSpPr>
        <p:spPr bwMode="auto">
          <a:xfrm>
            <a:off x="533400" y="2847975"/>
            <a:ext cx="838200" cy="2997200"/>
          </a:xfrm>
          <a:prstGeom prst="cube">
            <a:avLst>
              <a:gd name="adj" fmla="val 10764"/>
            </a:avLst>
          </a:prstGeom>
          <a:solidFill>
            <a:srgbClr val="FFFF99"/>
          </a:solidFill>
          <a:ln w="19050">
            <a:solidFill>
              <a:schemeClr val="tx1"/>
            </a:solidFill>
            <a:miter lim="800000"/>
            <a:headEnd type="none" w="sm" len="lg"/>
            <a:tailEnd type="none" w="sm" len="lg"/>
          </a:ln>
        </p:spPr>
        <p:txBody>
          <a:bodyPr wrap="none" anchor="ctr"/>
          <a:lstStyle/>
          <a:p>
            <a:endParaRPr lang="zh-CN" altLang="en-US"/>
          </a:p>
        </p:txBody>
      </p:sp>
      <p:sp>
        <p:nvSpPr>
          <p:cNvPr id="159752" name="Text Box 8"/>
          <p:cNvSpPr txBox="1">
            <a:spLocks noChangeArrowheads="1"/>
          </p:cNvSpPr>
          <p:nvPr/>
        </p:nvSpPr>
        <p:spPr bwMode="auto">
          <a:xfrm>
            <a:off x="781050" y="3027363"/>
            <a:ext cx="325438" cy="396875"/>
          </a:xfrm>
          <a:prstGeom prst="rect">
            <a:avLst/>
          </a:prstGeom>
          <a:noFill/>
          <a:ln w="12700">
            <a:noFill/>
            <a:miter lim="800000"/>
            <a:headEnd/>
            <a:tailEnd/>
          </a:ln>
        </p:spPr>
        <p:txBody>
          <a:bodyPr wrap="none">
            <a:spAutoFit/>
          </a:bodyPr>
          <a:lstStyle/>
          <a:p>
            <a:pPr defTabSz="762000" eaLnBrk="0" hangingPunct="0"/>
            <a:r>
              <a:rPr kumimoji="1" lang="en-US" altLang="zh-CN" sz="2000">
                <a:solidFill>
                  <a:srgbClr val="333399"/>
                </a:solidFill>
              </a:rPr>
              <a:t>5</a:t>
            </a:r>
          </a:p>
        </p:txBody>
      </p:sp>
      <p:sp>
        <p:nvSpPr>
          <p:cNvPr id="159753" name="Text Box 9"/>
          <p:cNvSpPr txBox="1">
            <a:spLocks noChangeArrowheads="1"/>
          </p:cNvSpPr>
          <p:nvPr/>
        </p:nvSpPr>
        <p:spPr bwMode="auto">
          <a:xfrm>
            <a:off x="781050" y="3654425"/>
            <a:ext cx="325438" cy="396875"/>
          </a:xfrm>
          <a:prstGeom prst="rect">
            <a:avLst/>
          </a:prstGeom>
          <a:noFill/>
          <a:ln w="12700">
            <a:noFill/>
            <a:miter lim="800000"/>
            <a:headEnd/>
            <a:tailEnd/>
          </a:ln>
        </p:spPr>
        <p:txBody>
          <a:bodyPr wrap="none">
            <a:spAutoFit/>
          </a:bodyPr>
          <a:lstStyle/>
          <a:p>
            <a:pPr defTabSz="762000" eaLnBrk="0" hangingPunct="0"/>
            <a:r>
              <a:rPr kumimoji="1" lang="en-US" altLang="zh-CN" sz="2000">
                <a:solidFill>
                  <a:srgbClr val="333399"/>
                </a:solidFill>
              </a:rPr>
              <a:t>4</a:t>
            </a:r>
          </a:p>
        </p:txBody>
      </p:sp>
      <p:sp>
        <p:nvSpPr>
          <p:cNvPr id="159754" name="Text Box 10"/>
          <p:cNvSpPr txBox="1">
            <a:spLocks noChangeArrowheads="1"/>
          </p:cNvSpPr>
          <p:nvPr/>
        </p:nvSpPr>
        <p:spPr bwMode="auto">
          <a:xfrm>
            <a:off x="781050" y="4211638"/>
            <a:ext cx="325438" cy="396875"/>
          </a:xfrm>
          <a:prstGeom prst="rect">
            <a:avLst/>
          </a:prstGeom>
          <a:noFill/>
          <a:ln w="12700">
            <a:noFill/>
            <a:miter lim="800000"/>
            <a:headEnd/>
            <a:tailEnd/>
          </a:ln>
        </p:spPr>
        <p:txBody>
          <a:bodyPr wrap="none">
            <a:spAutoFit/>
          </a:bodyPr>
          <a:lstStyle/>
          <a:p>
            <a:pPr defTabSz="762000" eaLnBrk="0" hangingPunct="0"/>
            <a:r>
              <a:rPr kumimoji="1" lang="en-US" altLang="zh-CN" sz="2000">
                <a:solidFill>
                  <a:srgbClr val="333399"/>
                </a:solidFill>
              </a:rPr>
              <a:t>3</a:t>
            </a:r>
          </a:p>
        </p:txBody>
      </p:sp>
      <p:sp>
        <p:nvSpPr>
          <p:cNvPr id="159755" name="Text Box 11"/>
          <p:cNvSpPr txBox="1">
            <a:spLocks noChangeArrowheads="1"/>
          </p:cNvSpPr>
          <p:nvPr/>
        </p:nvSpPr>
        <p:spPr bwMode="auto">
          <a:xfrm>
            <a:off x="781050" y="4770438"/>
            <a:ext cx="325438" cy="396875"/>
          </a:xfrm>
          <a:prstGeom prst="rect">
            <a:avLst/>
          </a:prstGeom>
          <a:noFill/>
          <a:ln w="12700">
            <a:noFill/>
            <a:miter lim="800000"/>
            <a:headEnd/>
            <a:tailEnd/>
          </a:ln>
        </p:spPr>
        <p:txBody>
          <a:bodyPr wrap="none">
            <a:spAutoFit/>
          </a:bodyPr>
          <a:lstStyle/>
          <a:p>
            <a:pPr defTabSz="762000" eaLnBrk="0" hangingPunct="0"/>
            <a:r>
              <a:rPr kumimoji="1" lang="en-US" altLang="zh-CN" sz="2000">
                <a:solidFill>
                  <a:srgbClr val="333399"/>
                </a:solidFill>
              </a:rPr>
              <a:t>2</a:t>
            </a:r>
          </a:p>
        </p:txBody>
      </p:sp>
      <p:sp>
        <p:nvSpPr>
          <p:cNvPr id="159756" name="Text Box 12"/>
          <p:cNvSpPr txBox="1">
            <a:spLocks noChangeArrowheads="1"/>
          </p:cNvSpPr>
          <p:nvPr/>
        </p:nvSpPr>
        <p:spPr bwMode="auto">
          <a:xfrm>
            <a:off x="781050" y="5337175"/>
            <a:ext cx="325438" cy="396875"/>
          </a:xfrm>
          <a:prstGeom prst="rect">
            <a:avLst/>
          </a:prstGeom>
          <a:noFill/>
          <a:ln w="12700">
            <a:noFill/>
            <a:miter lim="800000"/>
            <a:headEnd/>
            <a:tailEnd/>
          </a:ln>
        </p:spPr>
        <p:txBody>
          <a:bodyPr wrap="none">
            <a:spAutoFit/>
          </a:bodyPr>
          <a:lstStyle/>
          <a:p>
            <a:pPr defTabSz="762000" eaLnBrk="0" hangingPunct="0"/>
            <a:r>
              <a:rPr kumimoji="1" lang="en-US" altLang="zh-CN" sz="2000">
                <a:solidFill>
                  <a:srgbClr val="333399"/>
                </a:solidFill>
              </a:rPr>
              <a:t>1</a:t>
            </a:r>
          </a:p>
        </p:txBody>
      </p:sp>
      <p:sp>
        <p:nvSpPr>
          <p:cNvPr id="159757" name="Freeform 13"/>
          <p:cNvSpPr>
            <a:spLocks/>
          </p:cNvSpPr>
          <p:nvPr/>
        </p:nvSpPr>
        <p:spPr bwMode="auto">
          <a:xfrm>
            <a:off x="533400" y="3449638"/>
            <a:ext cx="847725" cy="61912"/>
          </a:xfrm>
          <a:custGeom>
            <a:avLst/>
            <a:gdLst>
              <a:gd name="T0" fmla="*/ 0 w 534"/>
              <a:gd name="T1" fmla="*/ 2147483647 h 42"/>
              <a:gd name="T2" fmla="*/ 2147483647 w 534"/>
              <a:gd name="T3" fmla="*/ 2147483647 h 42"/>
              <a:gd name="T4" fmla="*/ 2147483647 w 534"/>
              <a:gd name="T5" fmla="*/ 0 h 42"/>
              <a:gd name="T6" fmla="*/ 0 60000 65536"/>
              <a:gd name="T7" fmla="*/ 0 60000 65536"/>
              <a:gd name="T8" fmla="*/ 0 60000 65536"/>
              <a:gd name="T9" fmla="*/ 0 w 534"/>
              <a:gd name="T10" fmla="*/ 0 h 42"/>
              <a:gd name="T11" fmla="*/ 534 w 534"/>
              <a:gd name="T12" fmla="*/ 42 h 42"/>
            </a:gdLst>
            <a:ahLst/>
            <a:cxnLst>
              <a:cxn ang="T6">
                <a:pos x="T0" y="T1"/>
              </a:cxn>
              <a:cxn ang="T7">
                <a:pos x="T2" y="T3"/>
              </a:cxn>
              <a:cxn ang="T8">
                <a:pos x="T4" y="T5"/>
              </a:cxn>
            </a:cxnLst>
            <a:rect l="T9" t="T10" r="T11" b="T12"/>
            <a:pathLst>
              <a:path w="534" h="42">
                <a:moveTo>
                  <a:pt x="0" y="42"/>
                </a:moveTo>
                <a:lnTo>
                  <a:pt x="468" y="42"/>
                </a:lnTo>
                <a:cubicBezTo>
                  <a:pt x="490" y="28"/>
                  <a:pt x="534" y="0"/>
                  <a:pt x="534" y="0"/>
                </a:cubicBezTo>
              </a:path>
            </a:pathLst>
          </a:custGeom>
          <a:noFill/>
          <a:ln w="19050">
            <a:solidFill>
              <a:schemeClr val="tx1"/>
            </a:solidFill>
            <a:round/>
            <a:headEnd type="none" w="sm" len="lg"/>
            <a:tailEnd type="none" w="sm" len="lg"/>
          </a:ln>
        </p:spPr>
        <p:txBody>
          <a:bodyPr wrap="none" anchor="ctr"/>
          <a:lstStyle/>
          <a:p>
            <a:endParaRPr lang="zh-CN" altLang="en-US"/>
          </a:p>
        </p:txBody>
      </p:sp>
      <p:sp>
        <p:nvSpPr>
          <p:cNvPr id="159758" name="Freeform 14"/>
          <p:cNvSpPr>
            <a:spLocks/>
          </p:cNvSpPr>
          <p:nvPr/>
        </p:nvSpPr>
        <p:spPr bwMode="auto">
          <a:xfrm>
            <a:off x="542925" y="4024313"/>
            <a:ext cx="847725" cy="61912"/>
          </a:xfrm>
          <a:custGeom>
            <a:avLst/>
            <a:gdLst>
              <a:gd name="T0" fmla="*/ 0 w 534"/>
              <a:gd name="T1" fmla="*/ 2147483647 h 42"/>
              <a:gd name="T2" fmla="*/ 2147483647 w 534"/>
              <a:gd name="T3" fmla="*/ 2147483647 h 42"/>
              <a:gd name="T4" fmla="*/ 2147483647 w 534"/>
              <a:gd name="T5" fmla="*/ 0 h 42"/>
              <a:gd name="T6" fmla="*/ 0 60000 65536"/>
              <a:gd name="T7" fmla="*/ 0 60000 65536"/>
              <a:gd name="T8" fmla="*/ 0 60000 65536"/>
              <a:gd name="T9" fmla="*/ 0 w 534"/>
              <a:gd name="T10" fmla="*/ 0 h 42"/>
              <a:gd name="T11" fmla="*/ 534 w 534"/>
              <a:gd name="T12" fmla="*/ 42 h 42"/>
            </a:gdLst>
            <a:ahLst/>
            <a:cxnLst>
              <a:cxn ang="T6">
                <a:pos x="T0" y="T1"/>
              </a:cxn>
              <a:cxn ang="T7">
                <a:pos x="T2" y="T3"/>
              </a:cxn>
              <a:cxn ang="T8">
                <a:pos x="T4" y="T5"/>
              </a:cxn>
            </a:cxnLst>
            <a:rect l="T9" t="T10" r="T11" b="T12"/>
            <a:pathLst>
              <a:path w="534" h="42">
                <a:moveTo>
                  <a:pt x="0" y="36"/>
                </a:moveTo>
                <a:lnTo>
                  <a:pt x="468" y="42"/>
                </a:lnTo>
                <a:cubicBezTo>
                  <a:pt x="490" y="28"/>
                  <a:pt x="534" y="0"/>
                  <a:pt x="534" y="0"/>
                </a:cubicBezTo>
              </a:path>
            </a:pathLst>
          </a:custGeom>
          <a:noFill/>
          <a:ln w="19050">
            <a:solidFill>
              <a:schemeClr val="tx1"/>
            </a:solidFill>
            <a:round/>
            <a:headEnd type="none" w="sm" len="lg"/>
            <a:tailEnd type="none" w="sm" len="lg"/>
          </a:ln>
        </p:spPr>
        <p:txBody>
          <a:bodyPr wrap="none" anchor="ctr"/>
          <a:lstStyle/>
          <a:p>
            <a:endParaRPr lang="zh-CN" altLang="en-US"/>
          </a:p>
        </p:txBody>
      </p:sp>
      <p:sp>
        <p:nvSpPr>
          <p:cNvPr id="159759" name="Freeform 15"/>
          <p:cNvSpPr>
            <a:spLocks/>
          </p:cNvSpPr>
          <p:nvPr/>
        </p:nvSpPr>
        <p:spPr bwMode="auto">
          <a:xfrm>
            <a:off x="520700" y="4600575"/>
            <a:ext cx="869950" cy="60325"/>
          </a:xfrm>
          <a:custGeom>
            <a:avLst/>
            <a:gdLst>
              <a:gd name="T0" fmla="*/ 0 w 548"/>
              <a:gd name="T1" fmla="*/ 2147483647 h 42"/>
              <a:gd name="T2" fmla="*/ 2147483647 w 548"/>
              <a:gd name="T3" fmla="*/ 2147483647 h 42"/>
              <a:gd name="T4" fmla="*/ 2147483647 w 548"/>
              <a:gd name="T5" fmla="*/ 0 h 42"/>
              <a:gd name="T6" fmla="*/ 0 60000 65536"/>
              <a:gd name="T7" fmla="*/ 0 60000 65536"/>
              <a:gd name="T8" fmla="*/ 0 60000 65536"/>
              <a:gd name="T9" fmla="*/ 0 w 548"/>
              <a:gd name="T10" fmla="*/ 0 h 42"/>
              <a:gd name="T11" fmla="*/ 548 w 548"/>
              <a:gd name="T12" fmla="*/ 42 h 42"/>
            </a:gdLst>
            <a:ahLst/>
            <a:cxnLst>
              <a:cxn ang="T6">
                <a:pos x="T0" y="T1"/>
              </a:cxn>
              <a:cxn ang="T7">
                <a:pos x="T2" y="T3"/>
              </a:cxn>
              <a:cxn ang="T8">
                <a:pos x="T4" y="T5"/>
              </a:cxn>
            </a:cxnLst>
            <a:rect l="T9" t="T10" r="T11" b="T12"/>
            <a:pathLst>
              <a:path w="548" h="42">
                <a:moveTo>
                  <a:pt x="0" y="42"/>
                </a:moveTo>
                <a:lnTo>
                  <a:pt x="482" y="42"/>
                </a:lnTo>
                <a:cubicBezTo>
                  <a:pt x="504" y="28"/>
                  <a:pt x="548" y="0"/>
                  <a:pt x="548" y="0"/>
                </a:cubicBezTo>
              </a:path>
            </a:pathLst>
          </a:custGeom>
          <a:noFill/>
          <a:ln w="19050">
            <a:solidFill>
              <a:schemeClr val="tx1"/>
            </a:solidFill>
            <a:round/>
            <a:headEnd type="none" w="sm" len="lg"/>
            <a:tailEnd type="none" w="sm" len="lg"/>
          </a:ln>
        </p:spPr>
        <p:txBody>
          <a:bodyPr wrap="none" anchor="ctr"/>
          <a:lstStyle/>
          <a:p>
            <a:endParaRPr lang="zh-CN" altLang="en-US"/>
          </a:p>
        </p:txBody>
      </p:sp>
      <p:sp>
        <p:nvSpPr>
          <p:cNvPr id="159760" name="Freeform 16"/>
          <p:cNvSpPr>
            <a:spLocks/>
          </p:cNvSpPr>
          <p:nvPr/>
        </p:nvSpPr>
        <p:spPr bwMode="auto">
          <a:xfrm>
            <a:off x="520700" y="5192713"/>
            <a:ext cx="860425" cy="60325"/>
          </a:xfrm>
          <a:custGeom>
            <a:avLst/>
            <a:gdLst>
              <a:gd name="T0" fmla="*/ 0 w 542"/>
              <a:gd name="T1" fmla="*/ 2147483647 h 42"/>
              <a:gd name="T2" fmla="*/ 2147483647 w 542"/>
              <a:gd name="T3" fmla="*/ 2147483647 h 42"/>
              <a:gd name="T4" fmla="*/ 2147483647 w 542"/>
              <a:gd name="T5" fmla="*/ 0 h 42"/>
              <a:gd name="T6" fmla="*/ 0 60000 65536"/>
              <a:gd name="T7" fmla="*/ 0 60000 65536"/>
              <a:gd name="T8" fmla="*/ 0 60000 65536"/>
              <a:gd name="T9" fmla="*/ 0 w 542"/>
              <a:gd name="T10" fmla="*/ 0 h 42"/>
              <a:gd name="T11" fmla="*/ 542 w 542"/>
              <a:gd name="T12" fmla="*/ 42 h 42"/>
            </a:gdLst>
            <a:ahLst/>
            <a:cxnLst>
              <a:cxn ang="T6">
                <a:pos x="T0" y="T1"/>
              </a:cxn>
              <a:cxn ang="T7">
                <a:pos x="T2" y="T3"/>
              </a:cxn>
              <a:cxn ang="T8">
                <a:pos x="T4" y="T5"/>
              </a:cxn>
            </a:cxnLst>
            <a:rect l="T9" t="T10" r="T11" b="T12"/>
            <a:pathLst>
              <a:path w="542" h="42">
                <a:moveTo>
                  <a:pt x="0" y="42"/>
                </a:moveTo>
                <a:lnTo>
                  <a:pt x="476" y="42"/>
                </a:lnTo>
                <a:cubicBezTo>
                  <a:pt x="498" y="28"/>
                  <a:pt x="542" y="0"/>
                  <a:pt x="542" y="0"/>
                </a:cubicBezTo>
              </a:path>
            </a:pathLst>
          </a:custGeom>
          <a:noFill/>
          <a:ln w="19050">
            <a:solidFill>
              <a:schemeClr val="tx1"/>
            </a:solidFill>
            <a:round/>
            <a:headEnd type="none" w="sm" len="lg"/>
            <a:tailEnd type="none" w="sm" len="lg"/>
          </a:ln>
        </p:spPr>
        <p:txBody>
          <a:bodyPr wrap="none" anchor="ctr"/>
          <a:lstStyle/>
          <a:p>
            <a:endParaRPr lang="zh-CN" altLang="en-US"/>
          </a:p>
        </p:txBody>
      </p:sp>
      <p:sp>
        <p:nvSpPr>
          <p:cNvPr id="159761" name="AutoShape 17"/>
          <p:cNvSpPr>
            <a:spLocks noChangeArrowheads="1"/>
          </p:cNvSpPr>
          <p:nvPr/>
        </p:nvSpPr>
        <p:spPr bwMode="auto">
          <a:xfrm>
            <a:off x="7886700" y="2814638"/>
            <a:ext cx="838200" cy="3030537"/>
          </a:xfrm>
          <a:prstGeom prst="cube">
            <a:avLst>
              <a:gd name="adj" fmla="val 10764"/>
            </a:avLst>
          </a:prstGeom>
          <a:solidFill>
            <a:srgbClr val="FFFF99"/>
          </a:solidFill>
          <a:ln w="19050">
            <a:solidFill>
              <a:schemeClr val="tx1"/>
            </a:solidFill>
            <a:miter lim="800000"/>
            <a:headEnd type="none" w="sm" len="lg"/>
            <a:tailEnd type="none" w="sm" len="lg"/>
          </a:ln>
        </p:spPr>
        <p:txBody>
          <a:bodyPr wrap="none" anchor="ctr"/>
          <a:lstStyle/>
          <a:p>
            <a:endParaRPr lang="zh-CN" altLang="en-US"/>
          </a:p>
        </p:txBody>
      </p:sp>
      <p:sp>
        <p:nvSpPr>
          <p:cNvPr id="159762" name="Text Box 18"/>
          <p:cNvSpPr txBox="1">
            <a:spLocks noChangeArrowheads="1"/>
          </p:cNvSpPr>
          <p:nvPr/>
        </p:nvSpPr>
        <p:spPr bwMode="auto">
          <a:xfrm>
            <a:off x="7924800" y="2992438"/>
            <a:ext cx="325438" cy="396875"/>
          </a:xfrm>
          <a:prstGeom prst="rect">
            <a:avLst/>
          </a:prstGeom>
          <a:noFill/>
          <a:ln w="12700">
            <a:noFill/>
            <a:miter lim="800000"/>
            <a:headEnd/>
            <a:tailEnd/>
          </a:ln>
        </p:spPr>
        <p:txBody>
          <a:bodyPr wrap="none">
            <a:spAutoFit/>
          </a:bodyPr>
          <a:lstStyle/>
          <a:p>
            <a:pPr defTabSz="762000" eaLnBrk="0" hangingPunct="0"/>
            <a:r>
              <a:rPr kumimoji="1" lang="en-US" altLang="zh-CN" sz="2000">
                <a:solidFill>
                  <a:srgbClr val="333399"/>
                </a:solidFill>
              </a:rPr>
              <a:t>5</a:t>
            </a:r>
          </a:p>
        </p:txBody>
      </p:sp>
      <p:sp>
        <p:nvSpPr>
          <p:cNvPr id="159763" name="Text Box 19"/>
          <p:cNvSpPr txBox="1">
            <a:spLocks noChangeArrowheads="1"/>
          </p:cNvSpPr>
          <p:nvPr/>
        </p:nvSpPr>
        <p:spPr bwMode="auto">
          <a:xfrm>
            <a:off x="7924800" y="3619500"/>
            <a:ext cx="325438" cy="396875"/>
          </a:xfrm>
          <a:prstGeom prst="rect">
            <a:avLst/>
          </a:prstGeom>
          <a:noFill/>
          <a:ln w="12700">
            <a:noFill/>
            <a:miter lim="800000"/>
            <a:headEnd/>
            <a:tailEnd/>
          </a:ln>
        </p:spPr>
        <p:txBody>
          <a:bodyPr wrap="none">
            <a:spAutoFit/>
          </a:bodyPr>
          <a:lstStyle/>
          <a:p>
            <a:pPr defTabSz="762000" eaLnBrk="0" hangingPunct="0"/>
            <a:r>
              <a:rPr kumimoji="1" lang="en-US" altLang="zh-CN" sz="2000">
                <a:solidFill>
                  <a:srgbClr val="333399"/>
                </a:solidFill>
              </a:rPr>
              <a:t>4</a:t>
            </a:r>
          </a:p>
        </p:txBody>
      </p:sp>
      <p:sp>
        <p:nvSpPr>
          <p:cNvPr id="159764" name="Text Box 20"/>
          <p:cNvSpPr txBox="1">
            <a:spLocks noChangeArrowheads="1"/>
          </p:cNvSpPr>
          <p:nvPr/>
        </p:nvSpPr>
        <p:spPr bwMode="auto">
          <a:xfrm>
            <a:off x="7924800" y="4176713"/>
            <a:ext cx="325438" cy="396875"/>
          </a:xfrm>
          <a:prstGeom prst="rect">
            <a:avLst/>
          </a:prstGeom>
          <a:noFill/>
          <a:ln w="12700">
            <a:noFill/>
            <a:miter lim="800000"/>
            <a:headEnd/>
            <a:tailEnd/>
          </a:ln>
        </p:spPr>
        <p:txBody>
          <a:bodyPr wrap="none">
            <a:spAutoFit/>
          </a:bodyPr>
          <a:lstStyle/>
          <a:p>
            <a:pPr defTabSz="762000" eaLnBrk="0" hangingPunct="0"/>
            <a:r>
              <a:rPr kumimoji="1" lang="en-US" altLang="zh-CN" sz="2000">
                <a:solidFill>
                  <a:srgbClr val="333399"/>
                </a:solidFill>
              </a:rPr>
              <a:t>3</a:t>
            </a:r>
          </a:p>
        </p:txBody>
      </p:sp>
      <p:sp>
        <p:nvSpPr>
          <p:cNvPr id="159765" name="Text Box 21"/>
          <p:cNvSpPr txBox="1">
            <a:spLocks noChangeArrowheads="1"/>
          </p:cNvSpPr>
          <p:nvPr/>
        </p:nvSpPr>
        <p:spPr bwMode="auto">
          <a:xfrm>
            <a:off x="7924800" y="4737100"/>
            <a:ext cx="325438" cy="396875"/>
          </a:xfrm>
          <a:prstGeom prst="rect">
            <a:avLst/>
          </a:prstGeom>
          <a:noFill/>
          <a:ln w="12700">
            <a:noFill/>
            <a:miter lim="800000"/>
            <a:headEnd/>
            <a:tailEnd/>
          </a:ln>
        </p:spPr>
        <p:txBody>
          <a:bodyPr wrap="none">
            <a:spAutoFit/>
          </a:bodyPr>
          <a:lstStyle/>
          <a:p>
            <a:pPr defTabSz="762000" eaLnBrk="0" hangingPunct="0"/>
            <a:r>
              <a:rPr kumimoji="1" lang="en-US" altLang="zh-CN" sz="2000">
                <a:solidFill>
                  <a:srgbClr val="333399"/>
                </a:solidFill>
              </a:rPr>
              <a:t>2</a:t>
            </a:r>
          </a:p>
        </p:txBody>
      </p:sp>
      <p:sp>
        <p:nvSpPr>
          <p:cNvPr id="159766" name="Text Box 22"/>
          <p:cNvSpPr txBox="1">
            <a:spLocks noChangeArrowheads="1"/>
          </p:cNvSpPr>
          <p:nvPr/>
        </p:nvSpPr>
        <p:spPr bwMode="auto">
          <a:xfrm>
            <a:off x="7924800" y="5302250"/>
            <a:ext cx="325438" cy="396875"/>
          </a:xfrm>
          <a:prstGeom prst="rect">
            <a:avLst/>
          </a:prstGeom>
          <a:noFill/>
          <a:ln w="12700">
            <a:noFill/>
            <a:miter lim="800000"/>
            <a:headEnd/>
            <a:tailEnd/>
          </a:ln>
        </p:spPr>
        <p:txBody>
          <a:bodyPr wrap="none">
            <a:spAutoFit/>
          </a:bodyPr>
          <a:lstStyle/>
          <a:p>
            <a:pPr defTabSz="762000" eaLnBrk="0" hangingPunct="0"/>
            <a:r>
              <a:rPr kumimoji="1" lang="en-US" altLang="zh-CN" sz="2000">
                <a:solidFill>
                  <a:srgbClr val="333399"/>
                </a:solidFill>
              </a:rPr>
              <a:t>1</a:t>
            </a:r>
          </a:p>
        </p:txBody>
      </p:sp>
      <p:sp>
        <p:nvSpPr>
          <p:cNvPr id="159767" name="Freeform 23"/>
          <p:cNvSpPr>
            <a:spLocks/>
          </p:cNvSpPr>
          <p:nvPr/>
        </p:nvSpPr>
        <p:spPr bwMode="auto">
          <a:xfrm>
            <a:off x="7886700" y="3414713"/>
            <a:ext cx="847725" cy="61912"/>
          </a:xfrm>
          <a:custGeom>
            <a:avLst/>
            <a:gdLst>
              <a:gd name="T0" fmla="*/ 0 w 534"/>
              <a:gd name="T1" fmla="*/ 2147483647 h 42"/>
              <a:gd name="T2" fmla="*/ 2147483647 w 534"/>
              <a:gd name="T3" fmla="*/ 2147483647 h 42"/>
              <a:gd name="T4" fmla="*/ 2147483647 w 534"/>
              <a:gd name="T5" fmla="*/ 0 h 42"/>
              <a:gd name="T6" fmla="*/ 0 60000 65536"/>
              <a:gd name="T7" fmla="*/ 0 60000 65536"/>
              <a:gd name="T8" fmla="*/ 0 60000 65536"/>
              <a:gd name="T9" fmla="*/ 0 w 534"/>
              <a:gd name="T10" fmla="*/ 0 h 42"/>
              <a:gd name="T11" fmla="*/ 534 w 534"/>
              <a:gd name="T12" fmla="*/ 42 h 42"/>
            </a:gdLst>
            <a:ahLst/>
            <a:cxnLst>
              <a:cxn ang="T6">
                <a:pos x="T0" y="T1"/>
              </a:cxn>
              <a:cxn ang="T7">
                <a:pos x="T2" y="T3"/>
              </a:cxn>
              <a:cxn ang="T8">
                <a:pos x="T4" y="T5"/>
              </a:cxn>
            </a:cxnLst>
            <a:rect l="T9" t="T10" r="T11" b="T12"/>
            <a:pathLst>
              <a:path w="534" h="42">
                <a:moveTo>
                  <a:pt x="0" y="42"/>
                </a:moveTo>
                <a:lnTo>
                  <a:pt x="468" y="42"/>
                </a:lnTo>
                <a:cubicBezTo>
                  <a:pt x="490" y="28"/>
                  <a:pt x="534" y="0"/>
                  <a:pt x="534" y="0"/>
                </a:cubicBezTo>
              </a:path>
            </a:pathLst>
          </a:custGeom>
          <a:noFill/>
          <a:ln w="19050">
            <a:solidFill>
              <a:schemeClr val="tx1"/>
            </a:solidFill>
            <a:round/>
            <a:headEnd type="none" w="sm" len="lg"/>
            <a:tailEnd type="none" w="sm" len="lg"/>
          </a:ln>
        </p:spPr>
        <p:txBody>
          <a:bodyPr wrap="none" anchor="ctr"/>
          <a:lstStyle/>
          <a:p>
            <a:endParaRPr lang="zh-CN" altLang="en-US"/>
          </a:p>
        </p:txBody>
      </p:sp>
      <p:sp>
        <p:nvSpPr>
          <p:cNvPr id="159768" name="Freeform 24"/>
          <p:cNvSpPr>
            <a:spLocks/>
          </p:cNvSpPr>
          <p:nvPr/>
        </p:nvSpPr>
        <p:spPr bwMode="auto">
          <a:xfrm>
            <a:off x="7896225" y="3989388"/>
            <a:ext cx="847725" cy="61912"/>
          </a:xfrm>
          <a:custGeom>
            <a:avLst/>
            <a:gdLst>
              <a:gd name="T0" fmla="*/ 0 w 534"/>
              <a:gd name="T1" fmla="*/ 2147483647 h 42"/>
              <a:gd name="T2" fmla="*/ 2147483647 w 534"/>
              <a:gd name="T3" fmla="*/ 2147483647 h 42"/>
              <a:gd name="T4" fmla="*/ 2147483647 w 534"/>
              <a:gd name="T5" fmla="*/ 0 h 42"/>
              <a:gd name="T6" fmla="*/ 0 60000 65536"/>
              <a:gd name="T7" fmla="*/ 0 60000 65536"/>
              <a:gd name="T8" fmla="*/ 0 60000 65536"/>
              <a:gd name="T9" fmla="*/ 0 w 534"/>
              <a:gd name="T10" fmla="*/ 0 h 42"/>
              <a:gd name="T11" fmla="*/ 534 w 534"/>
              <a:gd name="T12" fmla="*/ 42 h 42"/>
            </a:gdLst>
            <a:ahLst/>
            <a:cxnLst>
              <a:cxn ang="T6">
                <a:pos x="T0" y="T1"/>
              </a:cxn>
              <a:cxn ang="T7">
                <a:pos x="T2" y="T3"/>
              </a:cxn>
              <a:cxn ang="T8">
                <a:pos x="T4" y="T5"/>
              </a:cxn>
            </a:cxnLst>
            <a:rect l="T9" t="T10" r="T11" b="T12"/>
            <a:pathLst>
              <a:path w="534" h="42">
                <a:moveTo>
                  <a:pt x="0" y="36"/>
                </a:moveTo>
                <a:lnTo>
                  <a:pt x="468" y="42"/>
                </a:lnTo>
                <a:cubicBezTo>
                  <a:pt x="490" y="28"/>
                  <a:pt x="534" y="0"/>
                  <a:pt x="534" y="0"/>
                </a:cubicBezTo>
              </a:path>
            </a:pathLst>
          </a:custGeom>
          <a:noFill/>
          <a:ln w="19050">
            <a:solidFill>
              <a:schemeClr val="tx1"/>
            </a:solidFill>
            <a:round/>
            <a:headEnd type="none" w="sm" len="lg"/>
            <a:tailEnd type="none" w="sm" len="lg"/>
          </a:ln>
        </p:spPr>
        <p:txBody>
          <a:bodyPr wrap="none" anchor="ctr"/>
          <a:lstStyle/>
          <a:p>
            <a:endParaRPr lang="zh-CN" altLang="en-US"/>
          </a:p>
        </p:txBody>
      </p:sp>
      <p:sp>
        <p:nvSpPr>
          <p:cNvPr id="159769" name="Freeform 25"/>
          <p:cNvSpPr>
            <a:spLocks/>
          </p:cNvSpPr>
          <p:nvPr/>
        </p:nvSpPr>
        <p:spPr bwMode="auto">
          <a:xfrm>
            <a:off x="7874000" y="4565650"/>
            <a:ext cx="869950" cy="60325"/>
          </a:xfrm>
          <a:custGeom>
            <a:avLst/>
            <a:gdLst>
              <a:gd name="T0" fmla="*/ 0 w 548"/>
              <a:gd name="T1" fmla="*/ 2147483647 h 42"/>
              <a:gd name="T2" fmla="*/ 2147483647 w 548"/>
              <a:gd name="T3" fmla="*/ 2147483647 h 42"/>
              <a:gd name="T4" fmla="*/ 2147483647 w 548"/>
              <a:gd name="T5" fmla="*/ 0 h 42"/>
              <a:gd name="T6" fmla="*/ 0 60000 65536"/>
              <a:gd name="T7" fmla="*/ 0 60000 65536"/>
              <a:gd name="T8" fmla="*/ 0 60000 65536"/>
              <a:gd name="T9" fmla="*/ 0 w 548"/>
              <a:gd name="T10" fmla="*/ 0 h 42"/>
              <a:gd name="T11" fmla="*/ 548 w 548"/>
              <a:gd name="T12" fmla="*/ 42 h 42"/>
            </a:gdLst>
            <a:ahLst/>
            <a:cxnLst>
              <a:cxn ang="T6">
                <a:pos x="T0" y="T1"/>
              </a:cxn>
              <a:cxn ang="T7">
                <a:pos x="T2" y="T3"/>
              </a:cxn>
              <a:cxn ang="T8">
                <a:pos x="T4" y="T5"/>
              </a:cxn>
            </a:cxnLst>
            <a:rect l="T9" t="T10" r="T11" b="T12"/>
            <a:pathLst>
              <a:path w="548" h="42">
                <a:moveTo>
                  <a:pt x="0" y="42"/>
                </a:moveTo>
                <a:lnTo>
                  <a:pt x="482" y="42"/>
                </a:lnTo>
                <a:cubicBezTo>
                  <a:pt x="504" y="28"/>
                  <a:pt x="548" y="0"/>
                  <a:pt x="548" y="0"/>
                </a:cubicBezTo>
              </a:path>
            </a:pathLst>
          </a:custGeom>
          <a:noFill/>
          <a:ln w="19050">
            <a:solidFill>
              <a:schemeClr val="tx1"/>
            </a:solidFill>
            <a:round/>
            <a:headEnd type="none" w="sm" len="lg"/>
            <a:tailEnd type="none" w="sm" len="lg"/>
          </a:ln>
        </p:spPr>
        <p:txBody>
          <a:bodyPr wrap="none" anchor="ctr"/>
          <a:lstStyle/>
          <a:p>
            <a:endParaRPr lang="zh-CN" altLang="en-US"/>
          </a:p>
        </p:txBody>
      </p:sp>
      <p:sp>
        <p:nvSpPr>
          <p:cNvPr id="159770" name="Freeform 26"/>
          <p:cNvSpPr>
            <a:spLocks/>
          </p:cNvSpPr>
          <p:nvPr/>
        </p:nvSpPr>
        <p:spPr bwMode="auto">
          <a:xfrm>
            <a:off x="7874000" y="5157788"/>
            <a:ext cx="860425" cy="60325"/>
          </a:xfrm>
          <a:custGeom>
            <a:avLst/>
            <a:gdLst>
              <a:gd name="T0" fmla="*/ 0 w 542"/>
              <a:gd name="T1" fmla="*/ 2147483647 h 42"/>
              <a:gd name="T2" fmla="*/ 2147483647 w 542"/>
              <a:gd name="T3" fmla="*/ 2147483647 h 42"/>
              <a:gd name="T4" fmla="*/ 2147483647 w 542"/>
              <a:gd name="T5" fmla="*/ 0 h 42"/>
              <a:gd name="T6" fmla="*/ 0 60000 65536"/>
              <a:gd name="T7" fmla="*/ 0 60000 65536"/>
              <a:gd name="T8" fmla="*/ 0 60000 65536"/>
              <a:gd name="T9" fmla="*/ 0 w 542"/>
              <a:gd name="T10" fmla="*/ 0 h 42"/>
              <a:gd name="T11" fmla="*/ 542 w 542"/>
              <a:gd name="T12" fmla="*/ 42 h 42"/>
            </a:gdLst>
            <a:ahLst/>
            <a:cxnLst>
              <a:cxn ang="T6">
                <a:pos x="T0" y="T1"/>
              </a:cxn>
              <a:cxn ang="T7">
                <a:pos x="T2" y="T3"/>
              </a:cxn>
              <a:cxn ang="T8">
                <a:pos x="T4" y="T5"/>
              </a:cxn>
            </a:cxnLst>
            <a:rect l="T9" t="T10" r="T11" b="T12"/>
            <a:pathLst>
              <a:path w="542" h="42">
                <a:moveTo>
                  <a:pt x="0" y="42"/>
                </a:moveTo>
                <a:lnTo>
                  <a:pt x="476" y="42"/>
                </a:lnTo>
                <a:cubicBezTo>
                  <a:pt x="498" y="28"/>
                  <a:pt x="542" y="0"/>
                  <a:pt x="542" y="0"/>
                </a:cubicBezTo>
              </a:path>
            </a:pathLst>
          </a:custGeom>
          <a:noFill/>
          <a:ln w="19050">
            <a:solidFill>
              <a:schemeClr val="tx1"/>
            </a:solidFill>
            <a:round/>
            <a:headEnd type="none" w="sm" len="lg"/>
            <a:tailEnd type="none" w="sm" len="lg"/>
          </a:ln>
        </p:spPr>
        <p:txBody>
          <a:bodyPr wrap="none" anchor="ctr"/>
          <a:lstStyle/>
          <a:p>
            <a:endParaRPr lang="zh-CN" altLang="en-US"/>
          </a:p>
        </p:txBody>
      </p:sp>
      <p:sp>
        <p:nvSpPr>
          <p:cNvPr id="159771" name="Text Box 27"/>
          <p:cNvSpPr txBox="1">
            <a:spLocks noChangeArrowheads="1"/>
          </p:cNvSpPr>
          <p:nvPr/>
        </p:nvSpPr>
        <p:spPr bwMode="auto">
          <a:xfrm>
            <a:off x="395288" y="1973263"/>
            <a:ext cx="868362" cy="396875"/>
          </a:xfrm>
          <a:prstGeom prst="rect">
            <a:avLst/>
          </a:prstGeom>
          <a:noFill/>
          <a:ln w="12700">
            <a:noFill/>
            <a:miter lim="800000"/>
            <a:headEnd type="none" w="sm" len="lg"/>
            <a:tailEnd type="none" w="sm" len="lg"/>
          </a:ln>
        </p:spPr>
        <p:txBody>
          <a:bodyPr wrap="none">
            <a:spAutoFit/>
          </a:bodyPr>
          <a:lstStyle/>
          <a:p>
            <a:pPr defTabSz="762000" eaLnBrk="0" hangingPunct="0"/>
            <a:r>
              <a:rPr kumimoji="1" lang="zh-CN" altLang="en-US" sz="2000">
                <a:solidFill>
                  <a:srgbClr val="333399"/>
                </a:solidFill>
                <a:ea typeface="黑体" pitchFamily="49" charset="-122"/>
              </a:rPr>
              <a:t>主机</a:t>
            </a:r>
            <a:r>
              <a:rPr kumimoji="1" lang="zh-CN" altLang="en-US" sz="1000">
                <a:solidFill>
                  <a:srgbClr val="333399"/>
                </a:solidFill>
                <a:ea typeface="黑体" pitchFamily="49" charset="-122"/>
              </a:rPr>
              <a:t> </a:t>
            </a:r>
            <a:r>
              <a:rPr kumimoji="1" lang="en-US" altLang="zh-CN" sz="2000">
                <a:solidFill>
                  <a:srgbClr val="333399"/>
                </a:solidFill>
                <a:ea typeface="黑体" pitchFamily="49" charset="-122"/>
              </a:rPr>
              <a:t>1</a:t>
            </a:r>
          </a:p>
        </p:txBody>
      </p:sp>
      <p:sp>
        <p:nvSpPr>
          <p:cNvPr id="159772" name="AutoShape 28"/>
          <p:cNvSpPr>
            <a:spLocks noChangeArrowheads="1"/>
          </p:cNvSpPr>
          <p:nvPr/>
        </p:nvSpPr>
        <p:spPr bwMode="auto">
          <a:xfrm>
            <a:off x="8034338" y="2317750"/>
            <a:ext cx="685800" cy="557213"/>
          </a:xfrm>
          <a:prstGeom prst="cube">
            <a:avLst>
              <a:gd name="adj" fmla="val 17593"/>
            </a:avLst>
          </a:prstGeom>
          <a:solidFill>
            <a:srgbClr val="FFFF99"/>
          </a:solidFill>
          <a:ln w="19050">
            <a:solidFill>
              <a:schemeClr val="tx1"/>
            </a:solidFill>
            <a:miter lim="800000"/>
            <a:headEnd type="none" w="sm" len="lg"/>
            <a:tailEnd type="none" w="sm" len="lg"/>
          </a:ln>
        </p:spPr>
        <p:txBody>
          <a:bodyPr wrap="none" anchor="ctr"/>
          <a:lstStyle/>
          <a:p>
            <a:endParaRPr lang="zh-CN" altLang="en-US"/>
          </a:p>
        </p:txBody>
      </p:sp>
      <p:sp>
        <p:nvSpPr>
          <p:cNvPr id="159773" name="Text Box 29"/>
          <p:cNvSpPr txBox="1">
            <a:spLocks noChangeArrowheads="1"/>
          </p:cNvSpPr>
          <p:nvPr/>
        </p:nvSpPr>
        <p:spPr bwMode="auto">
          <a:xfrm>
            <a:off x="8027988" y="2422525"/>
            <a:ext cx="615950" cy="396875"/>
          </a:xfrm>
          <a:prstGeom prst="rect">
            <a:avLst/>
          </a:prstGeom>
          <a:noFill/>
          <a:ln w="12700">
            <a:noFill/>
            <a:miter lim="800000"/>
            <a:headEnd/>
            <a:tailEnd/>
          </a:ln>
        </p:spPr>
        <p:txBody>
          <a:bodyPr wrap="none">
            <a:spAutoFit/>
          </a:bodyPr>
          <a:lstStyle/>
          <a:p>
            <a:pPr defTabSz="762000" eaLnBrk="0" hangingPunct="0"/>
            <a:r>
              <a:rPr kumimoji="1" lang="en-US" altLang="zh-CN" sz="2000">
                <a:solidFill>
                  <a:srgbClr val="333399"/>
                </a:solidFill>
              </a:rPr>
              <a:t>AP</a:t>
            </a:r>
            <a:r>
              <a:rPr kumimoji="1" lang="en-US" altLang="zh-CN" sz="2000" b="1" baseline="-25000">
                <a:solidFill>
                  <a:srgbClr val="333399"/>
                </a:solidFill>
              </a:rPr>
              <a:t>2</a:t>
            </a:r>
            <a:endParaRPr kumimoji="1" lang="en-US" altLang="zh-CN" sz="2000" b="1">
              <a:solidFill>
                <a:srgbClr val="333399"/>
              </a:solidFill>
            </a:endParaRPr>
          </a:p>
        </p:txBody>
      </p:sp>
      <p:sp>
        <p:nvSpPr>
          <p:cNvPr id="159774" name="AutoShape 30"/>
          <p:cNvSpPr>
            <a:spLocks noChangeArrowheads="1"/>
          </p:cNvSpPr>
          <p:nvPr/>
        </p:nvSpPr>
        <p:spPr bwMode="auto">
          <a:xfrm>
            <a:off x="538163" y="2360613"/>
            <a:ext cx="685800" cy="557212"/>
          </a:xfrm>
          <a:prstGeom prst="cube">
            <a:avLst>
              <a:gd name="adj" fmla="val 17593"/>
            </a:avLst>
          </a:prstGeom>
          <a:solidFill>
            <a:srgbClr val="FFFF99"/>
          </a:solidFill>
          <a:ln w="19050">
            <a:solidFill>
              <a:schemeClr val="tx1"/>
            </a:solidFill>
            <a:miter lim="800000"/>
            <a:headEnd type="none" w="sm" len="lg"/>
            <a:tailEnd type="none" w="sm" len="lg"/>
          </a:ln>
        </p:spPr>
        <p:txBody>
          <a:bodyPr wrap="none" anchor="ctr"/>
          <a:lstStyle/>
          <a:p>
            <a:endParaRPr lang="zh-CN" altLang="en-US"/>
          </a:p>
        </p:txBody>
      </p:sp>
      <p:sp>
        <p:nvSpPr>
          <p:cNvPr id="159775" name="Text Box 31"/>
          <p:cNvSpPr txBox="1">
            <a:spLocks noChangeArrowheads="1"/>
          </p:cNvSpPr>
          <p:nvPr/>
        </p:nvSpPr>
        <p:spPr bwMode="auto">
          <a:xfrm>
            <a:off x="558800" y="2481263"/>
            <a:ext cx="615950" cy="396875"/>
          </a:xfrm>
          <a:prstGeom prst="rect">
            <a:avLst/>
          </a:prstGeom>
          <a:noFill/>
          <a:ln w="12700">
            <a:noFill/>
            <a:miter lim="800000"/>
            <a:headEnd/>
            <a:tailEnd/>
          </a:ln>
        </p:spPr>
        <p:txBody>
          <a:bodyPr wrap="none">
            <a:spAutoFit/>
          </a:bodyPr>
          <a:lstStyle/>
          <a:p>
            <a:pPr defTabSz="762000" eaLnBrk="0" hangingPunct="0"/>
            <a:r>
              <a:rPr kumimoji="1" lang="en-US" altLang="zh-CN" sz="2000">
                <a:solidFill>
                  <a:srgbClr val="333399"/>
                </a:solidFill>
              </a:rPr>
              <a:t>AP</a:t>
            </a:r>
            <a:r>
              <a:rPr kumimoji="1" lang="en-US" altLang="zh-CN" sz="2000" b="1" baseline="-25000">
                <a:solidFill>
                  <a:srgbClr val="333399"/>
                </a:solidFill>
              </a:rPr>
              <a:t>1</a:t>
            </a:r>
            <a:endParaRPr kumimoji="1" lang="en-US" altLang="zh-CN" sz="2000" b="1">
              <a:solidFill>
                <a:srgbClr val="333399"/>
              </a:solidFill>
            </a:endParaRPr>
          </a:p>
        </p:txBody>
      </p:sp>
      <p:sp>
        <p:nvSpPr>
          <p:cNvPr id="159776" name="Text Box 32"/>
          <p:cNvSpPr txBox="1">
            <a:spLocks noChangeArrowheads="1"/>
          </p:cNvSpPr>
          <p:nvPr/>
        </p:nvSpPr>
        <p:spPr bwMode="auto">
          <a:xfrm>
            <a:off x="7770813" y="1973263"/>
            <a:ext cx="868362" cy="396875"/>
          </a:xfrm>
          <a:prstGeom prst="rect">
            <a:avLst/>
          </a:prstGeom>
          <a:noFill/>
          <a:ln w="12700">
            <a:noFill/>
            <a:miter lim="800000"/>
            <a:headEnd type="none" w="sm" len="lg"/>
            <a:tailEnd type="none" w="sm" len="lg"/>
          </a:ln>
        </p:spPr>
        <p:txBody>
          <a:bodyPr wrap="none">
            <a:spAutoFit/>
          </a:bodyPr>
          <a:lstStyle/>
          <a:p>
            <a:pPr defTabSz="762000" eaLnBrk="0" hangingPunct="0"/>
            <a:r>
              <a:rPr kumimoji="1" lang="zh-CN" altLang="en-US" sz="2000">
                <a:solidFill>
                  <a:srgbClr val="333399"/>
                </a:solidFill>
                <a:ea typeface="黑体" pitchFamily="49" charset="-122"/>
              </a:rPr>
              <a:t>主机</a:t>
            </a:r>
            <a:r>
              <a:rPr kumimoji="1" lang="zh-CN" altLang="en-US" sz="1000">
                <a:solidFill>
                  <a:srgbClr val="333399"/>
                </a:solidFill>
                <a:ea typeface="黑体" pitchFamily="49" charset="-122"/>
              </a:rPr>
              <a:t> </a:t>
            </a:r>
            <a:r>
              <a:rPr kumimoji="1" lang="en-US" altLang="zh-CN" sz="2000">
                <a:solidFill>
                  <a:srgbClr val="333399"/>
                </a:solidFill>
                <a:ea typeface="黑体" pitchFamily="49" charset="-122"/>
              </a:rPr>
              <a:t>2</a:t>
            </a:r>
          </a:p>
        </p:txBody>
      </p:sp>
      <p:sp>
        <p:nvSpPr>
          <p:cNvPr id="159777" name="Text Box 33"/>
          <p:cNvSpPr txBox="1">
            <a:spLocks noChangeArrowheads="1"/>
          </p:cNvSpPr>
          <p:nvPr/>
        </p:nvSpPr>
        <p:spPr bwMode="auto">
          <a:xfrm>
            <a:off x="2987675" y="3573463"/>
            <a:ext cx="4349750" cy="822325"/>
          </a:xfrm>
          <a:prstGeom prst="rect">
            <a:avLst/>
          </a:prstGeom>
          <a:noFill/>
          <a:ln w="12700">
            <a:noFill/>
            <a:miter lim="800000"/>
            <a:headEnd type="none" w="sm" len="lg"/>
            <a:tailEnd type="none" w="sm" len="lg"/>
          </a:ln>
        </p:spPr>
        <p:txBody>
          <a:bodyPr wrap="none">
            <a:spAutoFit/>
          </a:bodyPr>
          <a:lstStyle/>
          <a:p>
            <a:pPr algn="ctr" defTabSz="762000" eaLnBrk="0" hangingPunct="0"/>
            <a:r>
              <a:rPr kumimoji="1" lang="zh-CN" altLang="en-US" sz="2400">
                <a:solidFill>
                  <a:srgbClr val="333399"/>
                </a:solidFill>
                <a:ea typeface="黑体" pitchFamily="49" charset="-122"/>
              </a:rPr>
              <a:t>应用层剥去应用层 </a:t>
            </a:r>
            <a:r>
              <a:rPr kumimoji="1" lang="en-US" altLang="zh-CN" sz="2400">
                <a:solidFill>
                  <a:srgbClr val="333399"/>
                </a:solidFill>
                <a:ea typeface="黑体" pitchFamily="49" charset="-122"/>
              </a:rPr>
              <a:t>PDU </a:t>
            </a:r>
            <a:r>
              <a:rPr kumimoji="1" lang="zh-CN" altLang="en-US" sz="2400">
                <a:solidFill>
                  <a:srgbClr val="333399"/>
                </a:solidFill>
                <a:ea typeface="黑体" pitchFamily="49" charset="-122"/>
              </a:rPr>
              <a:t>首部后</a:t>
            </a:r>
          </a:p>
          <a:p>
            <a:pPr algn="ctr" defTabSz="762000" eaLnBrk="0" hangingPunct="0"/>
            <a:r>
              <a:rPr kumimoji="1" lang="zh-CN" altLang="en-US" sz="2400">
                <a:solidFill>
                  <a:srgbClr val="333399"/>
                </a:solidFill>
                <a:ea typeface="黑体" pitchFamily="49" charset="-122"/>
              </a:rPr>
              <a:t>把应用程序数据交给应用进程</a:t>
            </a:r>
          </a:p>
        </p:txBody>
      </p:sp>
      <p:grpSp>
        <p:nvGrpSpPr>
          <p:cNvPr id="2" name="Group 34"/>
          <p:cNvGrpSpPr>
            <a:grpSpLocks/>
          </p:cNvGrpSpPr>
          <p:nvPr/>
        </p:nvGrpSpPr>
        <p:grpSpPr bwMode="auto">
          <a:xfrm>
            <a:off x="5238750" y="2708275"/>
            <a:ext cx="3201988" cy="396875"/>
            <a:chOff x="3300" y="1706"/>
            <a:chExt cx="2017" cy="250"/>
          </a:xfrm>
        </p:grpSpPr>
        <p:sp>
          <p:nvSpPr>
            <p:cNvPr id="159779" name="AutoShape 35"/>
            <p:cNvSpPr>
              <a:spLocks noChangeArrowheads="1"/>
            </p:cNvSpPr>
            <p:nvPr/>
          </p:nvSpPr>
          <p:spPr bwMode="auto">
            <a:xfrm rot="10800000" flipV="1">
              <a:off x="5193" y="1706"/>
              <a:ext cx="124" cy="250"/>
            </a:xfrm>
            <a:prstGeom prst="upArrow">
              <a:avLst>
                <a:gd name="adj1" fmla="val 50000"/>
                <a:gd name="adj2" fmla="val 50403"/>
              </a:avLst>
            </a:prstGeom>
            <a:solidFill>
              <a:schemeClr val="hlink"/>
            </a:solidFill>
            <a:ln w="12700">
              <a:solidFill>
                <a:schemeClr val="tx1"/>
              </a:solidFill>
              <a:miter lim="800000"/>
              <a:headEnd/>
              <a:tailEnd/>
            </a:ln>
          </p:spPr>
          <p:txBody>
            <a:bodyPr vert="eaVert" wrap="none" anchor="ctr"/>
            <a:lstStyle/>
            <a:p>
              <a:endParaRPr lang="zh-CN" altLang="en-US"/>
            </a:p>
          </p:txBody>
        </p:sp>
        <p:sp>
          <p:nvSpPr>
            <p:cNvPr id="159780" name="AutoShape 36"/>
            <p:cNvSpPr>
              <a:spLocks noChangeArrowheads="1"/>
            </p:cNvSpPr>
            <p:nvPr/>
          </p:nvSpPr>
          <p:spPr bwMode="auto">
            <a:xfrm rot="10800000" flipV="1">
              <a:off x="3300" y="1706"/>
              <a:ext cx="124" cy="250"/>
            </a:xfrm>
            <a:prstGeom prst="upArrow">
              <a:avLst>
                <a:gd name="adj1" fmla="val 50000"/>
                <a:gd name="adj2" fmla="val 50403"/>
              </a:avLst>
            </a:prstGeom>
            <a:solidFill>
              <a:schemeClr val="hlink"/>
            </a:solidFill>
            <a:ln w="12700">
              <a:solidFill>
                <a:schemeClr val="tx1"/>
              </a:solidFill>
              <a:miter lim="800000"/>
              <a:headEnd/>
              <a:tailEnd/>
            </a:ln>
          </p:spPr>
          <p:txBody>
            <a:bodyPr vert="eaVert" wrap="none" anchor="ctr"/>
            <a:lstStyle/>
            <a:p>
              <a:endParaRPr lang="zh-CN" altLang="en-US"/>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2" presetClass="exit" presetSubtype="8" fill="hold" grpId="0" nodeType="afterEffect">
                                  <p:stCondLst>
                                    <p:cond delay="1000"/>
                                  </p:stCondLst>
                                  <p:childTnLst>
                                    <p:animEffect transition="out" filter="slide(fromLeft)">
                                      <p:cBhvr>
                                        <p:cTn id="6" dur="1000"/>
                                        <p:tgtEl>
                                          <p:spTgt spid="133123"/>
                                        </p:tgtEl>
                                      </p:cBhvr>
                                    </p:animEffect>
                                    <p:set>
                                      <p:cBhvr>
                                        <p:cTn id="7" dur="1" fill="hold">
                                          <p:stCondLst>
                                            <p:cond delay="999"/>
                                          </p:stCondLst>
                                        </p:cTn>
                                        <p:tgtEl>
                                          <p:spTgt spid="133123"/>
                                        </p:tgtEl>
                                        <p:attrNameLst>
                                          <p:attrName>style.visibility</p:attrName>
                                        </p:attrNameLst>
                                      </p:cBhvr>
                                      <p:to>
                                        <p:strVal val="hidden"/>
                                      </p:to>
                                    </p:set>
                                  </p:childTnLst>
                                </p:cTn>
                              </p:par>
                            </p:childTnLst>
                          </p:cTn>
                        </p:par>
                        <p:par>
                          <p:cTn id="8" fill="hold">
                            <p:stCondLst>
                              <p:cond delay="2000"/>
                            </p:stCondLst>
                            <p:childTnLst>
                              <p:par>
                                <p:cTn id="9" presetID="22" presetClass="entr" presetSubtype="4" fill="hold" nodeType="afterEffect">
                                  <p:stCondLst>
                                    <p:cond delay="0"/>
                                  </p:stCondLst>
                                  <p:childTnLst>
                                    <p:set>
                                      <p:cBhvr>
                                        <p:cTn id="10" dur="1" fill="hold">
                                          <p:stCondLst>
                                            <p:cond delay="0"/>
                                          </p:stCondLst>
                                        </p:cTn>
                                        <p:tgtEl>
                                          <p:spTgt spid="2"/>
                                        </p:tgtEl>
                                        <p:attrNameLst>
                                          <p:attrName>style.visibility</p:attrName>
                                        </p:attrNameLst>
                                      </p:cBhvr>
                                      <p:to>
                                        <p:strVal val="visible"/>
                                      </p:to>
                                    </p:set>
                                    <p:animEffect transition="in" filter="wipe(down)">
                                      <p:cBhvr>
                                        <p:cTn id="11" dur="1000"/>
                                        <p:tgtEl>
                                          <p:spTgt spid="2"/>
                                        </p:tgtEl>
                                      </p:cBhvr>
                                    </p:animEffect>
                                  </p:childTnLst>
                                </p:cTn>
                              </p:par>
                            </p:childTnLst>
                          </p:cTn>
                        </p:par>
                        <p:par>
                          <p:cTn id="12" fill="hold">
                            <p:stCondLst>
                              <p:cond delay="3000"/>
                            </p:stCondLst>
                            <p:childTnLst>
                              <p:par>
                                <p:cTn id="13" presetID="1" presetClass="exit" presetSubtype="0" fill="hold" grpId="0" nodeType="afterEffect">
                                  <p:stCondLst>
                                    <p:cond delay="0"/>
                                  </p:stCondLst>
                                  <p:childTnLst>
                                    <p:set>
                                      <p:cBhvr>
                                        <p:cTn id="14" dur="1" fill="hold">
                                          <p:stCondLst>
                                            <p:cond delay="0"/>
                                          </p:stCondLst>
                                        </p:cTn>
                                        <p:tgtEl>
                                          <p:spTgt spid="133124"/>
                                        </p:tgtEl>
                                        <p:attrNameLst>
                                          <p:attrName>style.visibility</p:attrName>
                                        </p:attrNameLst>
                                      </p:cBhvr>
                                      <p:to>
                                        <p:strVal val="hidden"/>
                                      </p:to>
                                    </p:set>
                                  </p:childTnLst>
                                </p:cTn>
                              </p:par>
                            </p:childTnLst>
                          </p:cTn>
                        </p:par>
                        <p:par>
                          <p:cTn id="15" fill="hold">
                            <p:stCondLst>
                              <p:cond delay="3000"/>
                            </p:stCondLst>
                            <p:childTnLst>
                              <p:par>
                                <p:cTn id="16" presetID="1" presetClass="entr" presetSubtype="0" fill="hold" grpId="0" nodeType="afterEffect">
                                  <p:stCondLst>
                                    <p:cond delay="0"/>
                                  </p:stCondLst>
                                  <p:childTnLst>
                                    <p:set>
                                      <p:cBhvr>
                                        <p:cTn id="17" dur="1" fill="hold">
                                          <p:stCondLst>
                                            <p:cond delay="0"/>
                                          </p:stCondLst>
                                        </p:cTn>
                                        <p:tgtEl>
                                          <p:spTgt spid="133122"/>
                                        </p:tgtEl>
                                        <p:attrNameLst>
                                          <p:attrName>style.visibility</p:attrName>
                                        </p:attrNameLst>
                                      </p:cBhvr>
                                      <p:to>
                                        <p:strVal val="visible"/>
                                      </p:to>
                                    </p:set>
                                  </p:childTnLst>
                                </p:cTn>
                              </p:par>
                            </p:childTnLst>
                          </p:cTn>
                        </p:par>
                        <p:par>
                          <p:cTn id="18" fill="hold">
                            <p:stCondLst>
                              <p:cond delay="3000"/>
                            </p:stCondLst>
                            <p:childTnLst>
                              <p:par>
                                <p:cTn id="19" presetID="1" presetClass="exit" presetSubtype="0" fill="hold" nodeType="afterEffect">
                                  <p:stCondLst>
                                    <p:cond delay="0"/>
                                  </p:stCondLst>
                                  <p:childTnLst>
                                    <p:set>
                                      <p:cBhvr>
                                        <p:cTn id="20" dur="1" fill="hold">
                                          <p:stCondLst>
                                            <p:cond delay="0"/>
                                          </p:stCondLst>
                                        </p:cTn>
                                        <p:tgtEl>
                                          <p:spTgt spid="2"/>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3122" grpId="0" animBg="1"/>
      <p:bldP spid="133123" grpId="0" animBg="1"/>
      <p:bldP spid="133124" grpId="0" animBg="1"/>
    </p:bld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0770" name="Rectangle 2"/>
          <p:cNvSpPr>
            <a:spLocks noGrp="1" noChangeArrowheads="1"/>
          </p:cNvSpPr>
          <p:nvPr>
            <p:ph type="title"/>
          </p:nvPr>
        </p:nvSpPr>
        <p:spPr/>
        <p:txBody>
          <a:bodyPr/>
          <a:lstStyle/>
          <a:p>
            <a:pPr algn="ctr" eaLnBrk="1" hangingPunct="1"/>
            <a:r>
              <a:rPr lang="zh-CN" altLang="en-US" smtClean="0">
                <a:latin typeface="微软雅黑" pitchFamily="34" charset="-122"/>
                <a:ea typeface="微软雅黑" pitchFamily="34" charset="-122"/>
              </a:rPr>
              <a:t>主机</a:t>
            </a:r>
            <a:r>
              <a:rPr lang="zh-CN" altLang="en-US" sz="2400" smtClean="0">
                <a:latin typeface="微软雅黑" pitchFamily="34" charset="-122"/>
                <a:ea typeface="微软雅黑" pitchFamily="34" charset="-122"/>
              </a:rPr>
              <a:t> </a:t>
            </a:r>
            <a:r>
              <a:rPr lang="en-US" altLang="zh-CN" smtClean="0">
                <a:latin typeface="微软雅黑" pitchFamily="34" charset="-122"/>
                <a:ea typeface="微软雅黑" pitchFamily="34" charset="-122"/>
              </a:rPr>
              <a:t>1</a:t>
            </a:r>
            <a:r>
              <a:rPr lang="en-US" altLang="zh-CN" sz="2400" smtClean="0">
                <a:latin typeface="微软雅黑" pitchFamily="34" charset="-122"/>
                <a:ea typeface="微软雅黑" pitchFamily="34" charset="-122"/>
              </a:rPr>
              <a:t> </a:t>
            </a:r>
            <a:r>
              <a:rPr lang="zh-CN" altLang="en-US" smtClean="0">
                <a:latin typeface="微软雅黑" pitchFamily="34" charset="-122"/>
                <a:ea typeface="微软雅黑" pitchFamily="34" charset="-122"/>
              </a:rPr>
              <a:t>向主机</a:t>
            </a:r>
            <a:r>
              <a:rPr lang="zh-CN" altLang="en-US" sz="1600" smtClean="0">
                <a:latin typeface="微软雅黑" pitchFamily="34" charset="-122"/>
                <a:ea typeface="微软雅黑" pitchFamily="34" charset="-122"/>
              </a:rPr>
              <a:t> </a:t>
            </a:r>
            <a:r>
              <a:rPr lang="en-US" altLang="zh-CN" smtClean="0">
                <a:latin typeface="微软雅黑" pitchFamily="34" charset="-122"/>
                <a:ea typeface="微软雅黑" pitchFamily="34" charset="-122"/>
              </a:rPr>
              <a:t>2</a:t>
            </a:r>
            <a:r>
              <a:rPr lang="en-US" altLang="zh-CN" sz="2400" smtClean="0">
                <a:latin typeface="微软雅黑" pitchFamily="34" charset="-122"/>
                <a:ea typeface="微软雅黑" pitchFamily="34" charset="-122"/>
              </a:rPr>
              <a:t> </a:t>
            </a:r>
            <a:r>
              <a:rPr lang="zh-CN" altLang="en-US" smtClean="0">
                <a:latin typeface="微软雅黑" pitchFamily="34" charset="-122"/>
                <a:ea typeface="微软雅黑" pitchFamily="34" charset="-122"/>
              </a:rPr>
              <a:t>发送数据 </a:t>
            </a:r>
          </a:p>
        </p:txBody>
      </p:sp>
      <p:sp>
        <p:nvSpPr>
          <p:cNvPr id="160771" name="AutoShape 3"/>
          <p:cNvSpPr>
            <a:spLocks noChangeArrowheads="1"/>
          </p:cNvSpPr>
          <p:nvPr/>
        </p:nvSpPr>
        <p:spPr bwMode="auto">
          <a:xfrm rot="-5400000">
            <a:off x="4374356" y="1532732"/>
            <a:ext cx="417513" cy="8991600"/>
          </a:xfrm>
          <a:prstGeom prst="can">
            <a:avLst>
              <a:gd name="adj" fmla="val 48656"/>
            </a:avLst>
          </a:prstGeom>
          <a:gradFill rotWithShape="0">
            <a:gsLst>
              <a:gs pos="0">
                <a:srgbClr val="ACACAC"/>
              </a:gs>
              <a:gs pos="50000">
                <a:srgbClr val="EAEAEA"/>
              </a:gs>
              <a:gs pos="100000">
                <a:srgbClr val="ACACAC"/>
              </a:gs>
            </a:gsLst>
            <a:lin ang="5400000" scaled="1"/>
          </a:gradFill>
          <a:ln w="19050">
            <a:solidFill>
              <a:schemeClr val="tx1"/>
            </a:solidFill>
            <a:round/>
            <a:headEnd type="none" w="sm" len="lg"/>
            <a:tailEnd type="none" w="sm" len="lg"/>
          </a:ln>
        </p:spPr>
        <p:txBody>
          <a:bodyPr wrap="none" anchor="ctr"/>
          <a:lstStyle/>
          <a:p>
            <a:endParaRPr lang="zh-CN" altLang="en-US"/>
          </a:p>
        </p:txBody>
      </p:sp>
      <p:sp>
        <p:nvSpPr>
          <p:cNvPr id="160772" name="AutoShape 4"/>
          <p:cNvSpPr>
            <a:spLocks noChangeArrowheads="1"/>
          </p:cNvSpPr>
          <p:nvPr/>
        </p:nvSpPr>
        <p:spPr bwMode="auto">
          <a:xfrm>
            <a:off x="533400" y="2847975"/>
            <a:ext cx="838200" cy="2997200"/>
          </a:xfrm>
          <a:prstGeom prst="cube">
            <a:avLst>
              <a:gd name="adj" fmla="val 10764"/>
            </a:avLst>
          </a:prstGeom>
          <a:solidFill>
            <a:srgbClr val="FFFF99"/>
          </a:solidFill>
          <a:ln w="19050">
            <a:solidFill>
              <a:schemeClr val="tx1"/>
            </a:solidFill>
            <a:miter lim="800000"/>
            <a:headEnd type="none" w="sm" len="lg"/>
            <a:tailEnd type="none" w="sm" len="lg"/>
          </a:ln>
        </p:spPr>
        <p:txBody>
          <a:bodyPr wrap="none" anchor="ctr"/>
          <a:lstStyle/>
          <a:p>
            <a:endParaRPr lang="zh-CN" altLang="en-US"/>
          </a:p>
        </p:txBody>
      </p:sp>
      <p:sp>
        <p:nvSpPr>
          <p:cNvPr id="160773" name="Text Box 5"/>
          <p:cNvSpPr txBox="1">
            <a:spLocks noChangeArrowheads="1"/>
          </p:cNvSpPr>
          <p:nvPr/>
        </p:nvSpPr>
        <p:spPr bwMode="auto">
          <a:xfrm>
            <a:off x="781050" y="3027363"/>
            <a:ext cx="325438" cy="396875"/>
          </a:xfrm>
          <a:prstGeom prst="rect">
            <a:avLst/>
          </a:prstGeom>
          <a:noFill/>
          <a:ln w="12700">
            <a:noFill/>
            <a:miter lim="800000"/>
            <a:headEnd/>
            <a:tailEnd/>
          </a:ln>
        </p:spPr>
        <p:txBody>
          <a:bodyPr wrap="none">
            <a:spAutoFit/>
          </a:bodyPr>
          <a:lstStyle/>
          <a:p>
            <a:pPr defTabSz="762000" eaLnBrk="0" hangingPunct="0"/>
            <a:r>
              <a:rPr kumimoji="1" lang="en-US" altLang="zh-CN" sz="2000">
                <a:solidFill>
                  <a:srgbClr val="333399"/>
                </a:solidFill>
              </a:rPr>
              <a:t>5</a:t>
            </a:r>
          </a:p>
        </p:txBody>
      </p:sp>
      <p:sp>
        <p:nvSpPr>
          <p:cNvPr id="160774" name="Text Box 6"/>
          <p:cNvSpPr txBox="1">
            <a:spLocks noChangeArrowheads="1"/>
          </p:cNvSpPr>
          <p:nvPr/>
        </p:nvSpPr>
        <p:spPr bwMode="auto">
          <a:xfrm>
            <a:off x="781050" y="3654425"/>
            <a:ext cx="325438" cy="396875"/>
          </a:xfrm>
          <a:prstGeom prst="rect">
            <a:avLst/>
          </a:prstGeom>
          <a:noFill/>
          <a:ln w="12700">
            <a:noFill/>
            <a:miter lim="800000"/>
            <a:headEnd/>
            <a:tailEnd/>
          </a:ln>
        </p:spPr>
        <p:txBody>
          <a:bodyPr wrap="none">
            <a:spAutoFit/>
          </a:bodyPr>
          <a:lstStyle/>
          <a:p>
            <a:pPr defTabSz="762000" eaLnBrk="0" hangingPunct="0"/>
            <a:r>
              <a:rPr kumimoji="1" lang="en-US" altLang="zh-CN" sz="2000">
                <a:solidFill>
                  <a:srgbClr val="333399"/>
                </a:solidFill>
              </a:rPr>
              <a:t>4</a:t>
            </a:r>
          </a:p>
        </p:txBody>
      </p:sp>
      <p:sp>
        <p:nvSpPr>
          <p:cNvPr id="160775" name="Text Box 7"/>
          <p:cNvSpPr txBox="1">
            <a:spLocks noChangeArrowheads="1"/>
          </p:cNvSpPr>
          <p:nvPr/>
        </p:nvSpPr>
        <p:spPr bwMode="auto">
          <a:xfrm>
            <a:off x="781050" y="4211638"/>
            <a:ext cx="325438" cy="396875"/>
          </a:xfrm>
          <a:prstGeom prst="rect">
            <a:avLst/>
          </a:prstGeom>
          <a:noFill/>
          <a:ln w="12700">
            <a:noFill/>
            <a:miter lim="800000"/>
            <a:headEnd/>
            <a:tailEnd/>
          </a:ln>
        </p:spPr>
        <p:txBody>
          <a:bodyPr wrap="none">
            <a:spAutoFit/>
          </a:bodyPr>
          <a:lstStyle/>
          <a:p>
            <a:pPr defTabSz="762000" eaLnBrk="0" hangingPunct="0"/>
            <a:r>
              <a:rPr kumimoji="1" lang="en-US" altLang="zh-CN" sz="2000">
                <a:solidFill>
                  <a:srgbClr val="333399"/>
                </a:solidFill>
              </a:rPr>
              <a:t>3</a:t>
            </a:r>
          </a:p>
        </p:txBody>
      </p:sp>
      <p:sp>
        <p:nvSpPr>
          <p:cNvPr id="160776" name="Text Box 8"/>
          <p:cNvSpPr txBox="1">
            <a:spLocks noChangeArrowheads="1"/>
          </p:cNvSpPr>
          <p:nvPr/>
        </p:nvSpPr>
        <p:spPr bwMode="auto">
          <a:xfrm>
            <a:off x="781050" y="4770438"/>
            <a:ext cx="325438" cy="396875"/>
          </a:xfrm>
          <a:prstGeom prst="rect">
            <a:avLst/>
          </a:prstGeom>
          <a:noFill/>
          <a:ln w="12700">
            <a:noFill/>
            <a:miter lim="800000"/>
            <a:headEnd/>
            <a:tailEnd/>
          </a:ln>
        </p:spPr>
        <p:txBody>
          <a:bodyPr wrap="none">
            <a:spAutoFit/>
          </a:bodyPr>
          <a:lstStyle/>
          <a:p>
            <a:pPr defTabSz="762000" eaLnBrk="0" hangingPunct="0"/>
            <a:r>
              <a:rPr kumimoji="1" lang="en-US" altLang="zh-CN" sz="2000">
                <a:solidFill>
                  <a:srgbClr val="333399"/>
                </a:solidFill>
              </a:rPr>
              <a:t>2</a:t>
            </a:r>
          </a:p>
        </p:txBody>
      </p:sp>
      <p:sp>
        <p:nvSpPr>
          <p:cNvPr id="160777" name="Text Box 9"/>
          <p:cNvSpPr txBox="1">
            <a:spLocks noChangeArrowheads="1"/>
          </p:cNvSpPr>
          <p:nvPr/>
        </p:nvSpPr>
        <p:spPr bwMode="auto">
          <a:xfrm>
            <a:off x="781050" y="5337175"/>
            <a:ext cx="325438" cy="396875"/>
          </a:xfrm>
          <a:prstGeom prst="rect">
            <a:avLst/>
          </a:prstGeom>
          <a:noFill/>
          <a:ln w="12700">
            <a:noFill/>
            <a:miter lim="800000"/>
            <a:headEnd/>
            <a:tailEnd/>
          </a:ln>
        </p:spPr>
        <p:txBody>
          <a:bodyPr wrap="none">
            <a:spAutoFit/>
          </a:bodyPr>
          <a:lstStyle/>
          <a:p>
            <a:pPr defTabSz="762000" eaLnBrk="0" hangingPunct="0"/>
            <a:r>
              <a:rPr kumimoji="1" lang="en-US" altLang="zh-CN" sz="2000">
                <a:solidFill>
                  <a:srgbClr val="333399"/>
                </a:solidFill>
              </a:rPr>
              <a:t>1</a:t>
            </a:r>
          </a:p>
        </p:txBody>
      </p:sp>
      <p:sp>
        <p:nvSpPr>
          <p:cNvPr id="160778" name="Freeform 10"/>
          <p:cNvSpPr>
            <a:spLocks/>
          </p:cNvSpPr>
          <p:nvPr/>
        </p:nvSpPr>
        <p:spPr bwMode="auto">
          <a:xfrm>
            <a:off x="533400" y="3449638"/>
            <a:ext cx="847725" cy="61912"/>
          </a:xfrm>
          <a:custGeom>
            <a:avLst/>
            <a:gdLst>
              <a:gd name="T0" fmla="*/ 0 w 534"/>
              <a:gd name="T1" fmla="*/ 2147483647 h 42"/>
              <a:gd name="T2" fmla="*/ 2147483647 w 534"/>
              <a:gd name="T3" fmla="*/ 2147483647 h 42"/>
              <a:gd name="T4" fmla="*/ 2147483647 w 534"/>
              <a:gd name="T5" fmla="*/ 0 h 42"/>
              <a:gd name="T6" fmla="*/ 0 60000 65536"/>
              <a:gd name="T7" fmla="*/ 0 60000 65536"/>
              <a:gd name="T8" fmla="*/ 0 60000 65536"/>
              <a:gd name="T9" fmla="*/ 0 w 534"/>
              <a:gd name="T10" fmla="*/ 0 h 42"/>
              <a:gd name="T11" fmla="*/ 534 w 534"/>
              <a:gd name="T12" fmla="*/ 42 h 42"/>
            </a:gdLst>
            <a:ahLst/>
            <a:cxnLst>
              <a:cxn ang="T6">
                <a:pos x="T0" y="T1"/>
              </a:cxn>
              <a:cxn ang="T7">
                <a:pos x="T2" y="T3"/>
              </a:cxn>
              <a:cxn ang="T8">
                <a:pos x="T4" y="T5"/>
              </a:cxn>
            </a:cxnLst>
            <a:rect l="T9" t="T10" r="T11" b="T12"/>
            <a:pathLst>
              <a:path w="534" h="42">
                <a:moveTo>
                  <a:pt x="0" y="42"/>
                </a:moveTo>
                <a:lnTo>
                  <a:pt x="468" y="42"/>
                </a:lnTo>
                <a:cubicBezTo>
                  <a:pt x="490" y="28"/>
                  <a:pt x="534" y="0"/>
                  <a:pt x="534" y="0"/>
                </a:cubicBezTo>
              </a:path>
            </a:pathLst>
          </a:custGeom>
          <a:noFill/>
          <a:ln w="19050">
            <a:solidFill>
              <a:schemeClr val="tx1"/>
            </a:solidFill>
            <a:round/>
            <a:headEnd type="none" w="sm" len="lg"/>
            <a:tailEnd type="none" w="sm" len="lg"/>
          </a:ln>
        </p:spPr>
        <p:txBody>
          <a:bodyPr wrap="none" anchor="ctr"/>
          <a:lstStyle/>
          <a:p>
            <a:endParaRPr lang="zh-CN" altLang="en-US"/>
          </a:p>
        </p:txBody>
      </p:sp>
      <p:sp>
        <p:nvSpPr>
          <p:cNvPr id="160779" name="Freeform 11"/>
          <p:cNvSpPr>
            <a:spLocks/>
          </p:cNvSpPr>
          <p:nvPr/>
        </p:nvSpPr>
        <p:spPr bwMode="auto">
          <a:xfrm>
            <a:off x="542925" y="4024313"/>
            <a:ext cx="847725" cy="61912"/>
          </a:xfrm>
          <a:custGeom>
            <a:avLst/>
            <a:gdLst>
              <a:gd name="T0" fmla="*/ 0 w 534"/>
              <a:gd name="T1" fmla="*/ 2147483647 h 42"/>
              <a:gd name="T2" fmla="*/ 2147483647 w 534"/>
              <a:gd name="T3" fmla="*/ 2147483647 h 42"/>
              <a:gd name="T4" fmla="*/ 2147483647 w 534"/>
              <a:gd name="T5" fmla="*/ 0 h 42"/>
              <a:gd name="T6" fmla="*/ 0 60000 65536"/>
              <a:gd name="T7" fmla="*/ 0 60000 65536"/>
              <a:gd name="T8" fmla="*/ 0 60000 65536"/>
              <a:gd name="T9" fmla="*/ 0 w 534"/>
              <a:gd name="T10" fmla="*/ 0 h 42"/>
              <a:gd name="T11" fmla="*/ 534 w 534"/>
              <a:gd name="T12" fmla="*/ 42 h 42"/>
            </a:gdLst>
            <a:ahLst/>
            <a:cxnLst>
              <a:cxn ang="T6">
                <a:pos x="T0" y="T1"/>
              </a:cxn>
              <a:cxn ang="T7">
                <a:pos x="T2" y="T3"/>
              </a:cxn>
              <a:cxn ang="T8">
                <a:pos x="T4" y="T5"/>
              </a:cxn>
            </a:cxnLst>
            <a:rect l="T9" t="T10" r="T11" b="T12"/>
            <a:pathLst>
              <a:path w="534" h="42">
                <a:moveTo>
                  <a:pt x="0" y="36"/>
                </a:moveTo>
                <a:lnTo>
                  <a:pt x="468" y="42"/>
                </a:lnTo>
                <a:cubicBezTo>
                  <a:pt x="490" y="28"/>
                  <a:pt x="534" y="0"/>
                  <a:pt x="534" y="0"/>
                </a:cubicBezTo>
              </a:path>
            </a:pathLst>
          </a:custGeom>
          <a:noFill/>
          <a:ln w="19050">
            <a:solidFill>
              <a:schemeClr val="tx1"/>
            </a:solidFill>
            <a:round/>
            <a:headEnd type="none" w="sm" len="lg"/>
            <a:tailEnd type="none" w="sm" len="lg"/>
          </a:ln>
        </p:spPr>
        <p:txBody>
          <a:bodyPr wrap="none" anchor="ctr"/>
          <a:lstStyle/>
          <a:p>
            <a:endParaRPr lang="zh-CN" altLang="en-US"/>
          </a:p>
        </p:txBody>
      </p:sp>
      <p:sp>
        <p:nvSpPr>
          <p:cNvPr id="160780" name="Freeform 12"/>
          <p:cNvSpPr>
            <a:spLocks/>
          </p:cNvSpPr>
          <p:nvPr/>
        </p:nvSpPr>
        <p:spPr bwMode="auto">
          <a:xfrm>
            <a:off x="520700" y="4600575"/>
            <a:ext cx="869950" cy="60325"/>
          </a:xfrm>
          <a:custGeom>
            <a:avLst/>
            <a:gdLst>
              <a:gd name="T0" fmla="*/ 0 w 548"/>
              <a:gd name="T1" fmla="*/ 2147483647 h 42"/>
              <a:gd name="T2" fmla="*/ 2147483647 w 548"/>
              <a:gd name="T3" fmla="*/ 2147483647 h 42"/>
              <a:gd name="T4" fmla="*/ 2147483647 w 548"/>
              <a:gd name="T5" fmla="*/ 0 h 42"/>
              <a:gd name="T6" fmla="*/ 0 60000 65536"/>
              <a:gd name="T7" fmla="*/ 0 60000 65536"/>
              <a:gd name="T8" fmla="*/ 0 60000 65536"/>
              <a:gd name="T9" fmla="*/ 0 w 548"/>
              <a:gd name="T10" fmla="*/ 0 h 42"/>
              <a:gd name="T11" fmla="*/ 548 w 548"/>
              <a:gd name="T12" fmla="*/ 42 h 42"/>
            </a:gdLst>
            <a:ahLst/>
            <a:cxnLst>
              <a:cxn ang="T6">
                <a:pos x="T0" y="T1"/>
              </a:cxn>
              <a:cxn ang="T7">
                <a:pos x="T2" y="T3"/>
              </a:cxn>
              <a:cxn ang="T8">
                <a:pos x="T4" y="T5"/>
              </a:cxn>
            </a:cxnLst>
            <a:rect l="T9" t="T10" r="T11" b="T12"/>
            <a:pathLst>
              <a:path w="548" h="42">
                <a:moveTo>
                  <a:pt x="0" y="42"/>
                </a:moveTo>
                <a:lnTo>
                  <a:pt x="482" y="42"/>
                </a:lnTo>
                <a:cubicBezTo>
                  <a:pt x="504" y="28"/>
                  <a:pt x="548" y="0"/>
                  <a:pt x="548" y="0"/>
                </a:cubicBezTo>
              </a:path>
            </a:pathLst>
          </a:custGeom>
          <a:noFill/>
          <a:ln w="19050">
            <a:solidFill>
              <a:schemeClr val="tx1"/>
            </a:solidFill>
            <a:round/>
            <a:headEnd type="none" w="sm" len="lg"/>
            <a:tailEnd type="none" w="sm" len="lg"/>
          </a:ln>
        </p:spPr>
        <p:txBody>
          <a:bodyPr wrap="none" anchor="ctr"/>
          <a:lstStyle/>
          <a:p>
            <a:endParaRPr lang="zh-CN" altLang="en-US"/>
          </a:p>
        </p:txBody>
      </p:sp>
      <p:sp>
        <p:nvSpPr>
          <p:cNvPr id="160781" name="Freeform 13"/>
          <p:cNvSpPr>
            <a:spLocks/>
          </p:cNvSpPr>
          <p:nvPr/>
        </p:nvSpPr>
        <p:spPr bwMode="auto">
          <a:xfrm>
            <a:off x="520700" y="5192713"/>
            <a:ext cx="860425" cy="60325"/>
          </a:xfrm>
          <a:custGeom>
            <a:avLst/>
            <a:gdLst>
              <a:gd name="T0" fmla="*/ 0 w 542"/>
              <a:gd name="T1" fmla="*/ 2147483647 h 42"/>
              <a:gd name="T2" fmla="*/ 2147483647 w 542"/>
              <a:gd name="T3" fmla="*/ 2147483647 h 42"/>
              <a:gd name="T4" fmla="*/ 2147483647 w 542"/>
              <a:gd name="T5" fmla="*/ 0 h 42"/>
              <a:gd name="T6" fmla="*/ 0 60000 65536"/>
              <a:gd name="T7" fmla="*/ 0 60000 65536"/>
              <a:gd name="T8" fmla="*/ 0 60000 65536"/>
              <a:gd name="T9" fmla="*/ 0 w 542"/>
              <a:gd name="T10" fmla="*/ 0 h 42"/>
              <a:gd name="T11" fmla="*/ 542 w 542"/>
              <a:gd name="T12" fmla="*/ 42 h 42"/>
            </a:gdLst>
            <a:ahLst/>
            <a:cxnLst>
              <a:cxn ang="T6">
                <a:pos x="T0" y="T1"/>
              </a:cxn>
              <a:cxn ang="T7">
                <a:pos x="T2" y="T3"/>
              </a:cxn>
              <a:cxn ang="T8">
                <a:pos x="T4" y="T5"/>
              </a:cxn>
            </a:cxnLst>
            <a:rect l="T9" t="T10" r="T11" b="T12"/>
            <a:pathLst>
              <a:path w="542" h="42">
                <a:moveTo>
                  <a:pt x="0" y="42"/>
                </a:moveTo>
                <a:lnTo>
                  <a:pt x="476" y="42"/>
                </a:lnTo>
                <a:cubicBezTo>
                  <a:pt x="498" y="28"/>
                  <a:pt x="542" y="0"/>
                  <a:pt x="542" y="0"/>
                </a:cubicBezTo>
              </a:path>
            </a:pathLst>
          </a:custGeom>
          <a:noFill/>
          <a:ln w="19050">
            <a:solidFill>
              <a:schemeClr val="tx1"/>
            </a:solidFill>
            <a:round/>
            <a:headEnd type="none" w="sm" len="lg"/>
            <a:tailEnd type="none" w="sm" len="lg"/>
          </a:ln>
        </p:spPr>
        <p:txBody>
          <a:bodyPr wrap="none" anchor="ctr"/>
          <a:lstStyle/>
          <a:p>
            <a:endParaRPr lang="zh-CN" altLang="en-US"/>
          </a:p>
        </p:txBody>
      </p:sp>
      <p:sp>
        <p:nvSpPr>
          <p:cNvPr id="160782" name="AutoShape 14"/>
          <p:cNvSpPr>
            <a:spLocks noChangeArrowheads="1"/>
          </p:cNvSpPr>
          <p:nvPr/>
        </p:nvSpPr>
        <p:spPr bwMode="auto">
          <a:xfrm>
            <a:off x="7886700" y="2814638"/>
            <a:ext cx="838200" cy="3030537"/>
          </a:xfrm>
          <a:prstGeom prst="cube">
            <a:avLst>
              <a:gd name="adj" fmla="val 10764"/>
            </a:avLst>
          </a:prstGeom>
          <a:solidFill>
            <a:srgbClr val="FFFF99"/>
          </a:solidFill>
          <a:ln w="19050">
            <a:solidFill>
              <a:schemeClr val="tx1"/>
            </a:solidFill>
            <a:miter lim="800000"/>
            <a:headEnd type="none" w="sm" len="lg"/>
            <a:tailEnd type="none" w="sm" len="lg"/>
          </a:ln>
        </p:spPr>
        <p:txBody>
          <a:bodyPr wrap="none" anchor="ctr"/>
          <a:lstStyle/>
          <a:p>
            <a:endParaRPr lang="zh-CN" altLang="en-US"/>
          </a:p>
        </p:txBody>
      </p:sp>
      <p:sp>
        <p:nvSpPr>
          <p:cNvPr id="160783" name="Text Box 15"/>
          <p:cNvSpPr txBox="1">
            <a:spLocks noChangeArrowheads="1"/>
          </p:cNvSpPr>
          <p:nvPr/>
        </p:nvSpPr>
        <p:spPr bwMode="auto">
          <a:xfrm>
            <a:off x="7924800" y="2992438"/>
            <a:ext cx="325438" cy="396875"/>
          </a:xfrm>
          <a:prstGeom prst="rect">
            <a:avLst/>
          </a:prstGeom>
          <a:noFill/>
          <a:ln w="12700">
            <a:noFill/>
            <a:miter lim="800000"/>
            <a:headEnd/>
            <a:tailEnd/>
          </a:ln>
        </p:spPr>
        <p:txBody>
          <a:bodyPr wrap="none">
            <a:spAutoFit/>
          </a:bodyPr>
          <a:lstStyle/>
          <a:p>
            <a:pPr defTabSz="762000" eaLnBrk="0" hangingPunct="0"/>
            <a:r>
              <a:rPr kumimoji="1" lang="en-US" altLang="zh-CN" sz="2000">
                <a:solidFill>
                  <a:srgbClr val="333399"/>
                </a:solidFill>
              </a:rPr>
              <a:t>5</a:t>
            </a:r>
          </a:p>
        </p:txBody>
      </p:sp>
      <p:sp>
        <p:nvSpPr>
          <p:cNvPr id="160784" name="Text Box 16"/>
          <p:cNvSpPr txBox="1">
            <a:spLocks noChangeArrowheads="1"/>
          </p:cNvSpPr>
          <p:nvPr/>
        </p:nvSpPr>
        <p:spPr bwMode="auto">
          <a:xfrm>
            <a:off x="7924800" y="3619500"/>
            <a:ext cx="325438" cy="396875"/>
          </a:xfrm>
          <a:prstGeom prst="rect">
            <a:avLst/>
          </a:prstGeom>
          <a:noFill/>
          <a:ln w="12700">
            <a:noFill/>
            <a:miter lim="800000"/>
            <a:headEnd/>
            <a:tailEnd/>
          </a:ln>
        </p:spPr>
        <p:txBody>
          <a:bodyPr wrap="none">
            <a:spAutoFit/>
          </a:bodyPr>
          <a:lstStyle/>
          <a:p>
            <a:pPr defTabSz="762000" eaLnBrk="0" hangingPunct="0"/>
            <a:r>
              <a:rPr kumimoji="1" lang="en-US" altLang="zh-CN" sz="2000">
                <a:solidFill>
                  <a:srgbClr val="333399"/>
                </a:solidFill>
              </a:rPr>
              <a:t>4</a:t>
            </a:r>
          </a:p>
        </p:txBody>
      </p:sp>
      <p:sp>
        <p:nvSpPr>
          <p:cNvPr id="160785" name="Text Box 17"/>
          <p:cNvSpPr txBox="1">
            <a:spLocks noChangeArrowheads="1"/>
          </p:cNvSpPr>
          <p:nvPr/>
        </p:nvSpPr>
        <p:spPr bwMode="auto">
          <a:xfrm>
            <a:off x="7924800" y="4176713"/>
            <a:ext cx="325438" cy="396875"/>
          </a:xfrm>
          <a:prstGeom prst="rect">
            <a:avLst/>
          </a:prstGeom>
          <a:noFill/>
          <a:ln w="12700">
            <a:noFill/>
            <a:miter lim="800000"/>
            <a:headEnd/>
            <a:tailEnd/>
          </a:ln>
        </p:spPr>
        <p:txBody>
          <a:bodyPr wrap="none">
            <a:spAutoFit/>
          </a:bodyPr>
          <a:lstStyle/>
          <a:p>
            <a:pPr defTabSz="762000" eaLnBrk="0" hangingPunct="0"/>
            <a:r>
              <a:rPr kumimoji="1" lang="en-US" altLang="zh-CN" sz="2000">
                <a:solidFill>
                  <a:srgbClr val="333399"/>
                </a:solidFill>
              </a:rPr>
              <a:t>3</a:t>
            </a:r>
          </a:p>
        </p:txBody>
      </p:sp>
      <p:sp>
        <p:nvSpPr>
          <p:cNvPr id="160786" name="Text Box 18"/>
          <p:cNvSpPr txBox="1">
            <a:spLocks noChangeArrowheads="1"/>
          </p:cNvSpPr>
          <p:nvPr/>
        </p:nvSpPr>
        <p:spPr bwMode="auto">
          <a:xfrm>
            <a:off x="7924800" y="4737100"/>
            <a:ext cx="325438" cy="396875"/>
          </a:xfrm>
          <a:prstGeom prst="rect">
            <a:avLst/>
          </a:prstGeom>
          <a:noFill/>
          <a:ln w="12700">
            <a:noFill/>
            <a:miter lim="800000"/>
            <a:headEnd/>
            <a:tailEnd/>
          </a:ln>
        </p:spPr>
        <p:txBody>
          <a:bodyPr wrap="none">
            <a:spAutoFit/>
          </a:bodyPr>
          <a:lstStyle/>
          <a:p>
            <a:pPr defTabSz="762000" eaLnBrk="0" hangingPunct="0"/>
            <a:r>
              <a:rPr kumimoji="1" lang="en-US" altLang="zh-CN" sz="2000">
                <a:solidFill>
                  <a:srgbClr val="333399"/>
                </a:solidFill>
              </a:rPr>
              <a:t>2</a:t>
            </a:r>
          </a:p>
        </p:txBody>
      </p:sp>
      <p:sp>
        <p:nvSpPr>
          <p:cNvPr id="160787" name="Text Box 19"/>
          <p:cNvSpPr txBox="1">
            <a:spLocks noChangeArrowheads="1"/>
          </p:cNvSpPr>
          <p:nvPr/>
        </p:nvSpPr>
        <p:spPr bwMode="auto">
          <a:xfrm>
            <a:off x="7924800" y="5302250"/>
            <a:ext cx="325438" cy="396875"/>
          </a:xfrm>
          <a:prstGeom prst="rect">
            <a:avLst/>
          </a:prstGeom>
          <a:noFill/>
          <a:ln w="12700">
            <a:noFill/>
            <a:miter lim="800000"/>
            <a:headEnd/>
            <a:tailEnd/>
          </a:ln>
        </p:spPr>
        <p:txBody>
          <a:bodyPr wrap="none">
            <a:spAutoFit/>
          </a:bodyPr>
          <a:lstStyle/>
          <a:p>
            <a:pPr defTabSz="762000" eaLnBrk="0" hangingPunct="0"/>
            <a:r>
              <a:rPr kumimoji="1" lang="en-US" altLang="zh-CN" sz="2000">
                <a:solidFill>
                  <a:srgbClr val="333399"/>
                </a:solidFill>
              </a:rPr>
              <a:t>1</a:t>
            </a:r>
          </a:p>
        </p:txBody>
      </p:sp>
      <p:sp>
        <p:nvSpPr>
          <p:cNvPr id="160788" name="Freeform 20"/>
          <p:cNvSpPr>
            <a:spLocks/>
          </p:cNvSpPr>
          <p:nvPr/>
        </p:nvSpPr>
        <p:spPr bwMode="auto">
          <a:xfrm>
            <a:off x="7886700" y="3414713"/>
            <a:ext cx="847725" cy="61912"/>
          </a:xfrm>
          <a:custGeom>
            <a:avLst/>
            <a:gdLst>
              <a:gd name="T0" fmla="*/ 0 w 534"/>
              <a:gd name="T1" fmla="*/ 2147483647 h 42"/>
              <a:gd name="T2" fmla="*/ 2147483647 w 534"/>
              <a:gd name="T3" fmla="*/ 2147483647 h 42"/>
              <a:gd name="T4" fmla="*/ 2147483647 w 534"/>
              <a:gd name="T5" fmla="*/ 0 h 42"/>
              <a:gd name="T6" fmla="*/ 0 60000 65536"/>
              <a:gd name="T7" fmla="*/ 0 60000 65536"/>
              <a:gd name="T8" fmla="*/ 0 60000 65536"/>
              <a:gd name="T9" fmla="*/ 0 w 534"/>
              <a:gd name="T10" fmla="*/ 0 h 42"/>
              <a:gd name="T11" fmla="*/ 534 w 534"/>
              <a:gd name="T12" fmla="*/ 42 h 42"/>
            </a:gdLst>
            <a:ahLst/>
            <a:cxnLst>
              <a:cxn ang="T6">
                <a:pos x="T0" y="T1"/>
              </a:cxn>
              <a:cxn ang="T7">
                <a:pos x="T2" y="T3"/>
              </a:cxn>
              <a:cxn ang="T8">
                <a:pos x="T4" y="T5"/>
              </a:cxn>
            </a:cxnLst>
            <a:rect l="T9" t="T10" r="T11" b="T12"/>
            <a:pathLst>
              <a:path w="534" h="42">
                <a:moveTo>
                  <a:pt x="0" y="42"/>
                </a:moveTo>
                <a:lnTo>
                  <a:pt x="468" y="42"/>
                </a:lnTo>
                <a:cubicBezTo>
                  <a:pt x="490" y="28"/>
                  <a:pt x="534" y="0"/>
                  <a:pt x="534" y="0"/>
                </a:cubicBezTo>
              </a:path>
            </a:pathLst>
          </a:custGeom>
          <a:noFill/>
          <a:ln w="19050">
            <a:solidFill>
              <a:schemeClr val="tx1"/>
            </a:solidFill>
            <a:round/>
            <a:headEnd type="none" w="sm" len="lg"/>
            <a:tailEnd type="none" w="sm" len="lg"/>
          </a:ln>
        </p:spPr>
        <p:txBody>
          <a:bodyPr wrap="none" anchor="ctr"/>
          <a:lstStyle/>
          <a:p>
            <a:endParaRPr lang="zh-CN" altLang="en-US"/>
          </a:p>
        </p:txBody>
      </p:sp>
      <p:sp>
        <p:nvSpPr>
          <p:cNvPr id="160789" name="Freeform 21"/>
          <p:cNvSpPr>
            <a:spLocks/>
          </p:cNvSpPr>
          <p:nvPr/>
        </p:nvSpPr>
        <p:spPr bwMode="auto">
          <a:xfrm>
            <a:off x="7896225" y="3989388"/>
            <a:ext cx="847725" cy="61912"/>
          </a:xfrm>
          <a:custGeom>
            <a:avLst/>
            <a:gdLst>
              <a:gd name="T0" fmla="*/ 0 w 534"/>
              <a:gd name="T1" fmla="*/ 2147483647 h 42"/>
              <a:gd name="T2" fmla="*/ 2147483647 w 534"/>
              <a:gd name="T3" fmla="*/ 2147483647 h 42"/>
              <a:gd name="T4" fmla="*/ 2147483647 w 534"/>
              <a:gd name="T5" fmla="*/ 0 h 42"/>
              <a:gd name="T6" fmla="*/ 0 60000 65536"/>
              <a:gd name="T7" fmla="*/ 0 60000 65536"/>
              <a:gd name="T8" fmla="*/ 0 60000 65536"/>
              <a:gd name="T9" fmla="*/ 0 w 534"/>
              <a:gd name="T10" fmla="*/ 0 h 42"/>
              <a:gd name="T11" fmla="*/ 534 w 534"/>
              <a:gd name="T12" fmla="*/ 42 h 42"/>
            </a:gdLst>
            <a:ahLst/>
            <a:cxnLst>
              <a:cxn ang="T6">
                <a:pos x="T0" y="T1"/>
              </a:cxn>
              <a:cxn ang="T7">
                <a:pos x="T2" y="T3"/>
              </a:cxn>
              <a:cxn ang="T8">
                <a:pos x="T4" y="T5"/>
              </a:cxn>
            </a:cxnLst>
            <a:rect l="T9" t="T10" r="T11" b="T12"/>
            <a:pathLst>
              <a:path w="534" h="42">
                <a:moveTo>
                  <a:pt x="0" y="36"/>
                </a:moveTo>
                <a:lnTo>
                  <a:pt x="468" y="42"/>
                </a:lnTo>
                <a:cubicBezTo>
                  <a:pt x="490" y="28"/>
                  <a:pt x="534" y="0"/>
                  <a:pt x="534" y="0"/>
                </a:cubicBezTo>
              </a:path>
            </a:pathLst>
          </a:custGeom>
          <a:noFill/>
          <a:ln w="19050">
            <a:solidFill>
              <a:schemeClr val="tx1"/>
            </a:solidFill>
            <a:round/>
            <a:headEnd type="none" w="sm" len="lg"/>
            <a:tailEnd type="none" w="sm" len="lg"/>
          </a:ln>
        </p:spPr>
        <p:txBody>
          <a:bodyPr wrap="none" anchor="ctr"/>
          <a:lstStyle/>
          <a:p>
            <a:endParaRPr lang="zh-CN" altLang="en-US"/>
          </a:p>
        </p:txBody>
      </p:sp>
      <p:sp>
        <p:nvSpPr>
          <p:cNvPr id="160790" name="Freeform 22"/>
          <p:cNvSpPr>
            <a:spLocks/>
          </p:cNvSpPr>
          <p:nvPr/>
        </p:nvSpPr>
        <p:spPr bwMode="auto">
          <a:xfrm>
            <a:off x="7874000" y="4565650"/>
            <a:ext cx="869950" cy="60325"/>
          </a:xfrm>
          <a:custGeom>
            <a:avLst/>
            <a:gdLst>
              <a:gd name="T0" fmla="*/ 0 w 548"/>
              <a:gd name="T1" fmla="*/ 2147483647 h 42"/>
              <a:gd name="T2" fmla="*/ 2147483647 w 548"/>
              <a:gd name="T3" fmla="*/ 2147483647 h 42"/>
              <a:gd name="T4" fmla="*/ 2147483647 w 548"/>
              <a:gd name="T5" fmla="*/ 0 h 42"/>
              <a:gd name="T6" fmla="*/ 0 60000 65536"/>
              <a:gd name="T7" fmla="*/ 0 60000 65536"/>
              <a:gd name="T8" fmla="*/ 0 60000 65536"/>
              <a:gd name="T9" fmla="*/ 0 w 548"/>
              <a:gd name="T10" fmla="*/ 0 h 42"/>
              <a:gd name="T11" fmla="*/ 548 w 548"/>
              <a:gd name="T12" fmla="*/ 42 h 42"/>
            </a:gdLst>
            <a:ahLst/>
            <a:cxnLst>
              <a:cxn ang="T6">
                <a:pos x="T0" y="T1"/>
              </a:cxn>
              <a:cxn ang="T7">
                <a:pos x="T2" y="T3"/>
              </a:cxn>
              <a:cxn ang="T8">
                <a:pos x="T4" y="T5"/>
              </a:cxn>
            </a:cxnLst>
            <a:rect l="T9" t="T10" r="T11" b="T12"/>
            <a:pathLst>
              <a:path w="548" h="42">
                <a:moveTo>
                  <a:pt x="0" y="42"/>
                </a:moveTo>
                <a:lnTo>
                  <a:pt x="482" y="42"/>
                </a:lnTo>
                <a:cubicBezTo>
                  <a:pt x="504" y="28"/>
                  <a:pt x="548" y="0"/>
                  <a:pt x="548" y="0"/>
                </a:cubicBezTo>
              </a:path>
            </a:pathLst>
          </a:custGeom>
          <a:noFill/>
          <a:ln w="19050">
            <a:solidFill>
              <a:schemeClr val="tx1"/>
            </a:solidFill>
            <a:round/>
            <a:headEnd type="none" w="sm" len="lg"/>
            <a:tailEnd type="none" w="sm" len="lg"/>
          </a:ln>
        </p:spPr>
        <p:txBody>
          <a:bodyPr wrap="none" anchor="ctr"/>
          <a:lstStyle/>
          <a:p>
            <a:endParaRPr lang="zh-CN" altLang="en-US"/>
          </a:p>
        </p:txBody>
      </p:sp>
      <p:sp>
        <p:nvSpPr>
          <p:cNvPr id="160791" name="Freeform 23"/>
          <p:cNvSpPr>
            <a:spLocks/>
          </p:cNvSpPr>
          <p:nvPr/>
        </p:nvSpPr>
        <p:spPr bwMode="auto">
          <a:xfrm>
            <a:off x="7874000" y="5157788"/>
            <a:ext cx="860425" cy="60325"/>
          </a:xfrm>
          <a:custGeom>
            <a:avLst/>
            <a:gdLst>
              <a:gd name="T0" fmla="*/ 0 w 542"/>
              <a:gd name="T1" fmla="*/ 2147483647 h 42"/>
              <a:gd name="T2" fmla="*/ 2147483647 w 542"/>
              <a:gd name="T3" fmla="*/ 2147483647 h 42"/>
              <a:gd name="T4" fmla="*/ 2147483647 w 542"/>
              <a:gd name="T5" fmla="*/ 0 h 42"/>
              <a:gd name="T6" fmla="*/ 0 60000 65536"/>
              <a:gd name="T7" fmla="*/ 0 60000 65536"/>
              <a:gd name="T8" fmla="*/ 0 60000 65536"/>
              <a:gd name="T9" fmla="*/ 0 w 542"/>
              <a:gd name="T10" fmla="*/ 0 h 42"/>
              <a:gd name="T11" fmla="*/ 542 w 542"/>
              <a:gd name="T12" fmla="*/ 42 h 42"/>
            </a:gdLst>
            <a:ahLst/>
            <a:cxnLst>
              <a:cxn ang="T6">
                <a:pos x="T0" y="T1"/>
              </a:cxn>
              <a:cxn ang="T7">
                <a:pos x="T2" y="T3"/>
              </a:cxn>
              <a:cxn ang="T8">
                <a:pos x="T4" y="T5"/>
              </a:cxn>
            </a:cxnLst>
            <a:rect l="T9" t="T10" r="T11" b="T12"/>
            <a:pathLst>
              <a:path w="542" h="42">
                <a:moveTo>
                  <a:pt x="0" y="42"/>
                </a:moveTo>
                <a:lnTo>
                  <a:pt x="476" y="42"/>
                </a:lnTo>
                <a:cubicBezTo>
                  <a:pt x="498" y="28"/>
                  <a:pt x="542" y="0"/>
                  <a:pt x="542" y="0"/>
                </a:cubicBezTo>
              </a:path>
            </a:pathLst>
          </a:custGeom>
          <a:noFill/>
          <a:ln w="19050">
            <a:solidFill>
              <a:schemeClr val="tx1"/>
            </a:solidFill>
            <a:round/>
            <a:headEnd type="none" w="sm" len="lg"/>
            <a:tailEnd type="none" w="sm" len="lg"/>
          </a:ln>
        </p:spPr>
        <p:txBody>
          <a:bodyPr wrap="none" anchor="ctr"/>
          <a:lstStyle/>
          <a:p>
            <a:endParaRPr lang="zh-CN" altLang="en-US"/>
          </a:p>
        </p:txBody>
      </p:sp>
      <p:sp>
        <p:nvSpPr>
          <p:cNvPr id="160792" name="Text Box 24"/>
          <p:cNvSpPr txBox="1">
            <a:spLocks noChangeArrowheads="1"/>
          </p:cNvSpPr>
          <p:nvPr/>
        </p:nvSpPr>
        <p:spPr bwMode="auto">
          <a:xfrm>
            <a:off x="395288" y="1973263"/>
            <a:ext cx="868362" cy="396875"/>
          </a:xfrm>
          <a:prstGeom prst="rect">
            <a:avLst/>
          </a:prstGeom>
          <a:noFill/>
          <a:ln w="12700">
            <a:noFill/>
            <a:miter lim="800000"/>
            <a:headEnd type="none" w="sm" len="lg"/>
            <a:tailEnd type="none" w="sm" len="lg"/>
          </a:ln>
        </p:spPr>
        <p:txBody>
          <a:bodyPr wrap="none">
            <a:spAutoFit/>
          </a:bodyPr>
          <a:lstStyle/>
          <a:p>
            <a:pPr defTabSz="762000" eaLnBrk="0" hangingPunct="0"/>
            <a:r>
              <a:rPr kumimoji="1" lang="zh-CN" altLang="en-US" sz="2000">
                <a:solidFill>
                  <a:srgbClr val="333399"/>
                </a:solidFill>
                <a:ea typeface="黑体" pitchFamily="49" charset="-122"/>
              </a:rPr>
              <a:t>主机</a:t>
            </a:r>
            <a:r>
              <a:rPr kumimoji="1" lang="zh-CN" altLang="en-US" sz="1000">
                <a:solidFill>
                  <a:srgbClr val="333399"/>
                </a:solidFill>
                <a:ea typeface="黑体" pitchFamily="49" charset="-122"/>
              </a:rPr>
              <a:t> </a:t>
            </a:r>
            <a:r>
              <a:rPr kumimoji="1" lang="en-US" altLang="zh-CN" sz="2000">
                <a:solidFill>
                  <a:srgbClr val="333399"/>
                </a:solidFill>
                <a:ea typeface="黑体" pitchFamily="49" charset="-122"/>
              </a:rPr>
              <a:t>1</a:t>
            </a:r>
          </a:p>
        </p:txBody>
      </p:sp>
      <p:sp>
        <p:nvSpPr>
          <p:cNvPr id="160793" name="AutoShape 25"/>
          <p:cNvSpPr>
            <a:spLocks noChangeArrowheads="1"/>
          </p:cNvSpPr>
          <p:nvPr/>
        </p:nvSpPr>
        <p:spPr bwMode="auto">
          <a:xfrm>
            <a:off x="8034338" y="2317750"/>
            <a:ext cx="685800" cy="557213"/>
          </a:xfrm>
          <a:prstGeom prst="cube">
            <a:avLst>
              <a:gd name="adj" fmla="val 17593"/>
            </a:avLst>
          </a:prstGeom>
          <a:solidFill>
            <a:srgbClr val="FFFF99"/>
          </a:solidFill>
          <a:ln w="19050">
            <a:solidFill>
              <a:schemeClr val="tx1"/>
            </a:solidFill>
            <a:miter lim="800000"/>
            <a:headEnd type="none" w="sm" len="lg"/>
            <a:tailEnd type="none" w="sm" len="lg"/>
          </a:ln>
        </p:spPr>
        <p:txBody>
          <a:bodyPr wrap="none" anchor="ctr"/>
          <a:lstStyle/>
          <a:p>
            <a:endParaRPr lang="zh-CN" altLang="en-US"/>
          </a:p>
        </p:txBody>
      </p:sp>
      <p:sp>
        <p:nvSpPr>
          <p:cNvPr id="160794" name="Text Box 26"/>
          <p:cNvSpPr txBox="1">
            <a:spLocks noChangeArrowheads="1"/>
          </p:cNvSpPr>
          <p:nvPr/>
        </p:nvSpPr>
        <p:spPr bwMode="auto">
          <a:xfrm>
            <a:off x="8027988" y="2422525"/>
            <a:ext cx="615950" cy="396875"/>
          </a:xfrm>
          <a:prstGeom prst="rect">
            <a:avLst/>
          </a:prstGeom>
          <a:noFill/>
          <a:ln w="12700">
            <a:noFill/>
            <a:miter lim="800000"/>
            <a:headEnd/>
            <a:tailEnd/>
          </a:ln>
        </p:spPr>
        <p:txBody>
          <a:bodyPr wrap="none">
            <a:spAutoFit/>
          </a:bodyPr>
          <a:lstStyle/>
          <a:p>
            <a:pPr defTabSz="762000" eaLnBrk="0" hangingPunct="0"/>
            <a:r>
              <a:rPr kumimoji="1" lang="en-US" altLang="zh-CN" sz="2000">
                <a:solidFill>
                  <a:srgbClr val="333399"/>
                </a:solidFill>
              </a:rPr>
              <a:t>AP</a:t>
            </a:r>
            <a:r>
              <a:rPr kumimoji="1" lang="en-US" altLang="zh-CN" sz="2000" b="1" baseline="-25000">
                <a:solidFill>
                  <a:srgbClr val="333399"/>
                </a:solidFill>
              </a:rPr>
              <a:t>2</a:t>
            </a:r>
            <a:endParaRPr kumimoji="1" lang="en-US" altLang="zh-CN" sz="2000" b="1">
              <a:solidFill>
                <a:srgbClr val="333399"/>
              </a:solidFill>
            </a:endParaRPr>
          </a:p>
        </p:txBody>
      </p:sp>
      <p:sp>
        <p:nvSpPr>
          <p:cNvPr id="160795" name="AutoShape 27"/>
          <p:cNvSpPr>
            <a:spLocks noChangeArrowheads="1"/>
          </p:cNvSpPr>
          <p:nvPr/>
        </p:nvSpPr>
        <p:spPr bwMode="auto">
          <a:xfrm>
            <a:off x="538163" y="2360613"/>
            <a:ext cx="685800" cy="557212"/>
          </a:xfrm>
          <a:prstGeom prst="cube">
            <a:avLst>
              <a:gd name="adj" fmla="val 17593"/>
            </a:avLst>
          </a:prstGeom>
          <a:solidFill>
            <a:srgbClr val="FFFF99"/>
          </a:solidFill>
          <a:ln w="19050">
            <a:solidFill>
              <a:schemeClr val="tx1"/>
            </a:solidFill>
            <a:miter lim="800000"/>
            <a:headEnd type="none" w="sm" len="lg"/>
            <a:tailEnd type="none" w="sm" len="lg"/>
          </a:ln>
        </p:spPr>
        <p:txBody>
          <a:bodyPr wrap="none" anchor="ctr"/>
          <a:lstStyle/>
          <a:p>
            <a:endParaRPr lang="zh-CN" altLang="en-US"/>
          </a:p>
        </p:txBody>
      </p:sp>
      <p:sp>
        <p:nvSpPr>
          <p:cNvPr id="160796" name="Text Box 28"/>
          <p:cNvSpPr txBox="1">
            <a:spLocks noChangeArrowheads="1"/>
          </p:cNvSpPr>
          <p:nvPr/>
        </p:nvSpPr>
        <p:spPr bwMode="auto">
          <a:xfrm>
            <a:off x="558800" y="2481263"/>
            <a:ext cx="615950" cy="396875"/>
          </a:xfrm>
          <a:prstGeom prst="rect">
            <a:avLst/>
          </a:prstGeom>
          <a:noFill/>
          <a:ln w="12700">
            <a:noFill/>
            <a:miter lim="800000"/>
            <a:headEnd/>
            <a:tailEnd/>
          </a:ln>
        </p:spPr>
        <p:txBody>
          <a:bodyPr wrap="none">
            <a:spAutoFit/>
          </a:bodyPr>
          <a:lstStyle/>
          <a:p>
            <a:pPr defTabSz="762000" eaLnBrk="0" hangingPunct="0"/>
            <a:r>
              <a:rPr kumimoji="1" lang="en-US" altLang="zh-CN" sz="2000">
                <a:solidFill>
                  <a:srgbClr val="333399"/>
                </a:solidFill>
              </a:rPr>
              <a:t>AP</a:t>
            </a:r>
            <a:r>
              <a:rPr kumimoji="1" lang="en-US" altLang="zh-CN" sz="2000" b="1" baseline="-25000">
                <a:solidFill>
                  <a:srgbClr val="333399"/>
                </a:solidFill>
              </a:rPr>
              <a:t>1</a:t>
            </a:r>
            <a:endParaRPr kumimoji="1" lang="en-US" altLang="zh-CN" sz="2000" b="1">
              <a:solidFill>
                <a:srgbClr val="333399"/>
              </a:solidFill>
            </a:endParaRPr>
          </a:p>
        </p:txBody>
      </p:sp>
      <p:sp>
        <p:nvSpPr>
          <p:cNvPr id="160797" name="Text Box 29"/>
          <p:cNvSpPr txBox="1">
            <a:spLocks noChangeArrowheads="1"/>
          </p:cNvSpPr>
          <p:nvPr/>
        </p:nvSpPr>
        <p:spPr bwMode="auto">
          <a:xfrm>
            <a:off x="7770813" y="1973263"/>
            <a:ext cx="868362" cy="396875"/>
          </a:xfrm>
          <a:prstGeom prst="rect">
            <a:avLst/>
          </a:prstGeom>
          <a:noFill/>
          <a:ln w="12700">
            <a:noFill/>
            <a:miter lim="800000"/>
            <a:headEnd type="none" w="sm" len="lg"/>
            <a:tailEnd type="none" w="sm" len="lg"/>
          </a:ln>
        </p:spPr>
        <p:txBody>
          <a:bodyPr wrap="none">
            <a:spAutoFit/>
          </a:bodyPr>
          <a:lstStyle/>
          <a:p>
            <a:pPr defTabSz="762000" eaLnBrk="0" hangingPunct="0"/>
            <a:r>
              <a:rPr kumimoji="1" lang="zh-CN" altLang="en-US" sz="2000">
                <a:solidFill>
                  <a:srgbClr val="333399"/>
                </a:solidFill>
                <a:ea typeface="黑体" pitchFamily="49" charset="-122"/>
              </a:rPr>
              <a:t>主机</a:t>
            </a:r>
            <a:r>
              <a:rPr kumimoji="1" lang="zh-CN" altLang="en-US" sz="1000">
                <a:solidFill>
                  <a:srgbClr val="333399"/>
                </a:solidFill>
                <a:ea typeface="黑体" pitchFamily="49" charset="-122"/>
              </a:rPr>
              <a:t> </a:t>
            </a:r>
            <a:r>
              <a:rPr kumimoji="1" lang="en-US" altLang="zh-CN" sz="2000">
                <a:solidFill>
                  <a:srgbClr val="333399"/>
                </a:solidFill>
                <a:ea typeface="黑体" pitchFamily="49" charset="-122"/>
              </a:rPr>
              <a:t>2</a:t>
            </a:r>
          </a:p>
        </p:txBody>
      </p:sp>
      <p:sp>
        <p:nvSpPr>
          <p:cNvPr id="160798" name="AutoShape 30"/>
          <p:cNvSpPr>
            <a:spLocks noChangeArrowheads="1"/>
          </p:cNvSpPr>
          <p:nvPr/>
        </p:nvSpPr>
        <p:spPr bwMode="auto">
          <a:xfrm>
            <a:off x="4067175" y="1989138"/>
            <a:ext cx="2952750" cy="935037"/>
          </a:xfrm>
          <a:prstGeom prst="wedgeRoundRectCallout">
            <a:avLst>
              <a:gd name="adj1" fmla="val 87310"/>
              <a:gd name="adj2" fmla="val 18931"/>
              <a:gd name="adj3" fmla="val 16667"/>
            </a:avLst>
          </a:prstGeom>
          <a:solidFill>
            <a:srgbClr val="66FFFF"/>
          </a:solidFill>
          <a:ln w="9525">
            <a:solidFill>
              <a:schemeClr val="tx1"/>
            </a:solidFill>
            <a:miter lim="800000"/>
            <a:headEnd/>
            <a:tailEnd/>
          </a:ln>
        </p:spPr>
        <p:txBody>
          <a:bodyPr/>
          <a:lstStyle/>
          <a:p>
            <a:pPr algn="ctr"/>
            <a:endParaRPr lang="zh-CN" altLang="zh-CN">
              <a:latin typeface="Tahoma" pitchFamily="34" charset="0"/>
            </a:endParaRPr>
          </a:p>
        </p:txBody>
      </p:sp>
      <p:sp>
        <p:nvSpPr>
          <p:cNvPr id="160799" name="Text Box 31"/>
          <p:cNvSpPr txBox="1">
            <a:spLocks noChangeArrowheads="1"/>
          </p:cNvSpPr>
          <p:nvPr/>
        </p:nvSpPr>
        <p:spPr bwMode="auto">
          <a:xfrm>
            <a:off x="4140200" y="2060575"/>
            <a:ext cx="2943225" cy="822325"/>
          </a:xfrm>
          <a:prstGeom prst="rect">
            <a:avLst/>
          </a:prstGeom>
          <a:noFill/>
          <a:ln w="12700">
            <a:noFill/>
            <a:miter lim="800000"/>
            <a:headEnd type="none" w="sm" len="lg"/>
            <a:tailEnd type="none" w="sm" len="lg"/>
          </a:ln>
        </p:spPr>
        <p:txBody>
          <a:bodyPr wrap="none">
            <a:spAutoFit/>
          </a:bodyPr>
          <a:lstStyle/>
          <a:p>
            <a:pPr algn="ctr" defTabSz="762000" eaLnBrk="0" hangingPunct="0"/>
            <a:r>
              <a:rPr kumimoji="1" lang="zh-CN" altLang="en-US" sz="2400">
                <a:solidFill>
                  <a:srgbClr val="333399"/>
                </a:solidFill>
                <a:latin typeface="Tahoma" pitchFamily="34" charset="0"/>
                <a:ea typeface="黑体" pitchFamily="49" charset="-122"/>
              </a:rPr>
              <a:t>我收到了</a:t>
            </a:r>
            <a:r>
              <a:rPr kumimoji="1" lang="zh-CN" altLang="en-US" sz="1400">
                <a:solidFill>
                  <a:srgbClr val="333399"/>
                </a:solidFill>
                <a:ea typeface="黑体" pitchFamily="49" charset="-122"/>
              </a:rPr>
              <a:t> </a:t>
            </a:r>
            <a:r>
              <a:rPr kumimoji="1" lang="en-US" altLang="zh-CN" sz="2400">
                <a:solidFill>
                  <a:srgbClr val="333399"/>
                </a:solidFill>
                <a:ea typeface="黑体" pitchFamily="49" charset="-122"/>
              </a:rPr>
              <a:t>AP</a:t>
            </a:r>
            <a:r>
              <a:rPr kumimoji="1" lang="en-US" altLang="zh-CN" sz="2400" baseline="-25000">
                <a:solidFill>
                  <a:srgbClr val="333399"/>
                </a:solidFill>
                <a:ea typeface="黑体" pitchFamily="49" charset="-122"/>
              </a:rPr>
              <a:t>1</a:t>
            </a:r>
            <a:r>
              <a:rPr kumimoji="1" lang="en-US" altLang="zh-CN" sz="1600">
                <a:solidFill>
                  <a:srgbClr val="333399"/>
                </a:solidFill>
                <a:ea typeface="黑体" pitchFamily="49" charset="-122"/>
              </a:rPr>
              <a:t> </a:t>
            </a:r>
            <a:r>
              <a:rPr kumimoji="1" lang="zh-CN" altLang="en-US" sz="2400">
                <a:solidFill>
                  <a:srgbClr val="333399"/>
                </a:solidFill>
                <a:latin typeface="Tahoma" pitchFamily="34" charset="0"/>
                <a:ea typeface="黑体" pitchFamily="49" charset="-122"/>
              </a:rPr>
              <a:t>发来的</a:t>
            </a:r>
          </a:p>
          <a:p>
            <a:pPr algn="ctr" defTabSz="762000" eaLnBrk="0" hangingPunct="0"/>
            <a:r>
              <a:rPr kumimoji="1" lang="zh-CN" altLang="en-US" sz="2400">
                <a:solidFill>
                  <a:srgbClr val="333399"/>
                </a:solidFill>
                <a:ea typeface="黑体" pitchFamily="49" charset="-122"/>
              </a:rPr>
              <a:t>应用程序数据！</a:t>
            </a:r>
          </a:p>
        </p:txBody>
      </p:sp>
    </p:spTree>
  </p:cSld>
  <p:clrMapOvr>
    <a:masterClrMapping/>
  </p:clrMapOvr>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1795" name="Rectangle 2"/>
          <p:cNvSpPr>
            <a:spLocks noGrp="1" noChangeArrowheads="1"/>
          </p:cNvSpPr>
          <p:nvPr>
            <p:ph type="title"/>
          </p:nvPr>
        </p:nvSpPr>
        <p:spPr>
          <a:xfrm>
            <a:off x="539552" y="214313"/>
            <a:ext cx="8136905" cy="1462087"/>
          </a:xfrm>
        </p:spPr>
        <p:txBody>
          <a:bodyPr>
            <a:normAutofit fontScale="90000"/>
          </a:bodyPr>
          <a:lstStyle/>
          <a:p>
            <a:pPr algn="ctr" eaLnBrk="1" hangingPunct="1"/>
            <a:r>
              <a:rPr lang="zh-CN" altLang="en-US" dirty="0" smtClean="0">
                <a:latin typeface="微软雅黑" pitchFamily="34" charset="-122"/>
                <a:ea typeface="微软雅黑" pitchFamily="34" charset="-122"/>
              </a:rPr>
              <a:t>实体、协议、服务和服务访问点 </a:t>
            </a:r>
          </a:p>
        </p:txBody>
      </p:sp>
      <p:sp>
        <p:nvSpPr>
          <p:cNvPr id="138243" name="Rectangle 3"/>
          <p:cNvSpPr>
            <a:spLocks noGrp="1" noChangeArrowheads="1"/>
          </p:cNvSpPr>
          <p:nvPr>
            <p:ph idx="1"/>
          </p:nvPr>
        </p:nvSpPr>
        <p:spPr>
          <a:xfrm>
            <a:off x="1042988" y="1906588"/>
            <a:ext cx="7772400" cy="4114800"/>
          </a:xfrm>
        </p:spPr>
        <p:txBody>
          <a:bodyPr/>
          <a:lstStyle/>
          <a:p>
            <a:pPr eaLnBrk="1" hangingPunct="1">
              <a:lnSpc>
                <a:spcPct val="90000"/>
              </a:lnSpc>
            </a:pPr>
            <a:r>
              <a:rPr lang="zh-CN" altLang="en-US" smtClean="0">
                <a:solidFill>
                  <a:srgbClr val="FF0000"/>
                </a:solidFill>
                <a:latin typeface="微软雅黑" pitchFamily="34" charset="-122"/>
                <a:ea typeface="微软雅黑" pitchFamily="34" charset="-122"/>
              </a:rPr>
              <a:t>实体</a:t>
            </a:r>
            <a:r>
              <a:rPr lang="en-US" altLang="zh-CN" smtClean="0">
                <a:latin typeface="微软雅黑" pitchFamily="34" charset="-122"/>
                <a:ea typeface="微软雅黑" pitchFamily="34" charset="-122"/>
              </a:rPr>
              <a:t>(entity) </a:t>
            </a:r>
            <a:r>
              <a:rPr lang="zh-CN" altLang="en-US" smtClean="0">
                <a:latin typeface="微软雅黑" pitchFamily="34" charset="-122"/>
                <a:ea typeface="微软雅黑" pitchFamily="34" charset="-122"/>
              </a:rPr>
              <a:t>表示任何可发送或接收信息的硬件或软件进程。 </a:t>
            </a:r>
          </a:p>
          <a:p>
            <a:pPr eaLnBrk="1" hangingPunct="1">
              <a:lnSpc>
                <a:spcPct val="90000"/>
              </a:lnSpc>
            </a:pPr>
            <a:r>
              <a:rPr lang="zh-CN" altLang="en-US" smtClean="0">
                <a:latin typeface="微软雅黑" pitchFamily="34" charset="-122"/>
                <a:ea typeface="微软雅黑" pitchFamily="34" charset="-122"/>
              </a:rPr>
              <a:t>协议是控制</a:t>
            </a:r>
            <a:r>
              <a:rPr lang="zh-CN" altLang="en-US" smtClean="0">
                <a:solidFill>
                  <a:srgbClr val="FF0000"/>
                </a:solidFill>
                <a:latin typeface="微软雅黑" pitchFamily="34" charset="-122"/>
                <a:ea typeface="微软雅黑" pitchFamily="34" charset="-122"/>
              </a:rPr>
              <a:t>两个对等实体</a:t>
            </a:r>
            <a:r>
              <a:rPr lang="zh-CN" altLang="en-US" smtClean="0">
                <a:latin typeface="微软雅黑" pitchFamily="34" charset="-122"/>
                <a:ea typeface="微软雅黑" pitchFamily="34" charset="-122"/>
              </a:rPr>
              <a:t>进行通信的规则的集合。 </a:t>
            </a:r>
          </a:p>
          <a:p>
            <a:pPr eaLnBrk="1" hangingPunct="1">
              <a:lnSpc>
                <a:spcPct val="90000"/>
              </a:lnSpc>
            </a:pPr>
            <a:r>
              <a:rPr lang="zh-CN" altLang="en-US" smtClean="0">
                <a:latin typeface="微软雅黑" pitchFamily="34" charset="-122"/>
                <a:ea typeface="微软雅黑" pitchFamily="34" charset="-122"/>
              </a:rPr>
              <a:t>在协议的控制下，两个对等实体间的通信使得本层能够</a:t>
            </a:r>
            <a:r>
              <a:rPr lang="zh-CN" altLang="en-US" smtClean="0">
                <a:solidFill>
                  <a:srgbClr val="FF0000"/>
                </a:solidFill>
                <a:latin typeface="微软雅黑" pitchFamily="34" charset="-122"/>
                <a:ea typeface="微软雅黑" pitchFamily="34" charset="-122"/>
              </a:rPr>
              <a:t>向上一层提供服务</a:t>
            </a:r>
            <a:r>
              <a:rPr lang="zh-CN" altLang="en-US" smtClean="0">
                <a:latin typeface="微软雅黑" pitchFamily="34" charset="-122"/>
                <a:ea typeface="微软雅黑" pitchFamily="34" charset="-122"/>
              </a:rPr>
              <a:t>。</a:t>
            </a:r>
          </a:p>
          <a:p>
            <a:pPr eaLnBrk="1" hangingPunct="1">
              <a:lnSpc>
                <a:spcPct val="90000"/>
              </a:lnSpc>
            </a:pPr>
            <a:r>
              <a:rPr lang="zh-CN" altLang="en-US" smtClean="0">
                <a:latin typeface="微软雅黑" pitchFamily="34" charset="-122"/>
                <a:ea typeface="微软雅黑" pitchFamily="34" charset="-122"/>
              </a:rPr>
              <a:t>要实现本层协议，还需要使用</a:t>
            </a:r>
            <a:r>
              <a:rPr lang="zh-CN" altLang="en-US" smtClean="0">
                <a:solidFill>
                  <a:srgbClr val="FF0000"/>
                </a:solidFill>
                <a:latin typeface="微软雅黑" pitchFamily="34" charset="-122"/>
                <a:ea typeface="微软雅黑" pitchFamily="34" charset="-122"/>
              </a:rPr>
              <a:t>下层</a:t>
            </a:r>
            <a:r>
              <a:rPr lang="zh-CN" altLang="en-US" smtClean="0">
                <a:latin typeface="微软雅黑" pitchFamily="34" charset="-122"/>
                <a:ea typeface="微软雅黑" pitchFamily="34" charset="-122"/>
              </a:rPr>
              <a:t>所提供的服务。 </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3824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3824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3824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3824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8243" grpId="0" build="p"/>
    </p:bld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2818" name="Rectangle 2"/>
          <p:cNvSpPr>
            <a:spLocks noGrp="1" noChangeArrowheads="1"/>
          </p:cNvSpPr>
          <p:nvPr>
            <p:ph type="title"/>
          </p:nvPr>
        </p:nvSpPr>
        <p:spPr>
          <a:xfrm>
            <a:off x="1114425" y="214313"/>
            <a:ext cx="7345363" cy="1462087"/>
          </a:xfrm>
        </p:spPr>
        <p:txBody>
          <a:bodyPr>
            <a:normAutofit fontScale="90000"/>
          </a:bodyPr>
          <a:lstStyle/>
          <a:p>
            <a:pPr algn="ctr" eaLnBrk="1" hangingPunct="1"/>
            <a:r>
              <a:rPr lang="zh-CN" altLang="en-US" dirty="0" smtClean="0">
                <a:latin typeface="微软雅黑" pitchFamily="34" charset="-122"/>
                <a:ea typeface="微软雅黑" pitchFamily="34" charset="-122"/>
              </a:rPr>
              <a:t>实体、协议、服务</a:t>
            </a:r>
            <a:br>
              <a:rPr lang="zh-CN" altLang="en-US" dirty="0" smtClean="0">
                <a:latin typeface="微软雅黑" pitchFamily="34" charset="-122"/>
                <a:ea typeface="微软雅黑" pitchFamily="34" charset="-122"/>
              </a:rPr>
            </a:br>
            <a:r>
              <a:rPr lang="zh-CN" altLang="en-US" dirty="0" smtClean="0">
                <a:latin typeface="微软雅黑" pitchFamily="34" charset="-122"/>
                <a:ea typeface="微软雅黑" pitchFamily="34" charset="-122"/>
              </a:rPr>
              <a:t>和服务访问点（续） </a:t>
            </a:r>
          </a:p>
        </p:txBody>
      </p:sp>
      <p:sp>
        <p:nvSpPr>
          <p:cNvPr id="139267" name="Rectangle 3"/>
          <p:cNvSpPr>
            <a:spLocks noGrp="1" noChangeArrowheads="1"/>
          </p:cNvSpPr>
          <p:nvPr>
            <p:ph idx="1"/>
          </p:nvPr>
        </p:nvSpPr>
        <p:spPr>
          <a:xfrm>
            <a:off x="1042988" y="1906588"/>
            <a:ext cx="7772400" cy="4546600"/>
          </a:xfrm>
        </p:spPr>
        <p:txBody>
          <a:bodyPr/>
          <a:lstStyle/>
          <a:p>
            <a:pPr eaLnBrk="1" hangingPunct="1"/>
            <a:r>
              <a:rPr lang="zh-CN" altLang="en-US" sz="2800" smtClean="0">
                <a:latin typeface="微软雅黑" pitchFamily="34" charset="-122"/>
                <a:ea typeface="微软雅黑" pitchFamily="34" charset="-122"/>
              </a:rPr>
              <a:t>本层的服务用户只能看见服务而无法看见下面的协议。</a:t>
            </a:r>
          </a:p>
          <a:p>
            <a:pPr eaLnBrk="1" hangingPunct="1"/>
            <a:r>
              <a:rPr lang="zh-CN" altLang="en-US" sz="2800" smtClean="0">
                <a:latin typeface="微软雅黑" pitchFamily="34" charset="-122"/>
                <a:ea typeface="微软雅黑" pitchFamily="34" charset="-122"/>
              </a:rPr>
              <a:t>下面的协议对上面的服务用户是</a:t>
            </a:r>
            <a:r>
              <a:rPr lang="zh-CN" altLang="en-US" sz="2800" smtClean="0">
                <a:solidFill>
                  <a:srgbClr val="FF0000"/>
                </a:solidFill>
                <a:latin typeface="微软雅黑" pitchFamily="34" charset="-122"/>
                <a:ea typeface="微软雅黑" pitchFamily="34" charset="-122"/>
              </a:rPr>
              <a:t>透明</a:t>
            </a:r>
            <a:r>
              <a:rPr lang="zh-CN" altLang="en-US" sz="2800" smtClean="0">
                <a:latin typeface="微软雅黑" pitchFamily="34" charset="-122"/>
                <a:ea typeface="微软雅黑" pitchFamily="34" charset="-122"/>
              </a:rPr>
              <a:t>的。 </a:t>
            </a:r>
          </a:p>
          <a:p>
            <a:pPr eaLnBrk="1" hangingPunct="1"/>
            <a:r>
              <a:rPr lang="zh-CN" altLang="en-US" sz="2800" smtClean="0">
                <a:latin typeface="微软雅黑" pitchFamily="34" charset="-122"/>
                <a:ea typeface="微软雅黑" pitchFamily="34" charset="-122"/>
              </a:rPr>
              <a:t>协议是“</a:t>
            </a:r>
            <a:r>
              <a:rPr lang="zh-CN" altLang="en-US" sz="2800" smtClean="0">
                <a:solidFill>
                  <a:srgbClr val="FF0000"/>
                </a:solidFill>
                <a:latin typeface="微软雅黑" pitchFamily="34" charset="-122"/>
                <a:ea typeface="微软雅黑" pitchFamily="34" charset="-122"/>
              </a:rPr>
              <a:t>水平的</a:t>
            </a:r>
            <a:r>
              <a:rPr lang="zh-CN" altLang="en-US" sz="2800" smtClean="0">
                <a:latin typeface="微软雅黑" pitchFamily="34" charset="-122"/>
                <a:ea typeface="微软雅黑" pitchFamily="34" charset="-122"/>
              </a:rPr>
              <a:t>”，即协议是控制对等实体之间通信的规则。</a:t>
            </a:r>
          </a:p>
          <a:p>
            <a:pPr eaLnBrk="1" hangingPunct="1"/>
            <a:r>
              <a:rPr lang="zh-CN" altLang="en-US" sz="2800" smtClean="0">
                <a:latin typeface="微软雅黑" pitchFamily="34" charset="-122"/>
                <a:ea typeface="微软雅黑" pitchFamily="34" charset="-122"/>
              </a:rPr>
              <a:t>服务是“</a:t>
            </a:r>
            <a:r>
              <a:rPr lang="zh-CN" altLang="en-US" sz="2800" smtClean="0">
                <a:solidFill>
                  <a:srgbClr val="FF0000"/>
                </a:solidFill>
                <a:latin typeface="微软雅黑" pitchFamily="34" charset="-122"/>
                <a:ea typeface="微软雅黑" pitchFamily="34" charset="-122"/>
              </a:rPr>
              <a:t>垂直的</a:t>
            </a:r>
            <a:r>
              <a:rPr lang="zh-CN" altLang="en-US" sz="2800" smtClean="0">
                <a:latin typeface="微软雅黑" pitchFamily="34" charset="-122"/>
                <a:ea typeface="微软雅黑" pitchFamily="34" charset="-122"/>
              </a:rPr>
              <a:t>”，即服务是由下层向上层通过层间接口提供的。</a:t>
            </a:r>
          </a:p>
          <a:p>
            <a:pPr eaLnBrk="1" hangingPunct="1"/>
            <a:r>
              <a:rPr lang="zh-CN" altLang="en-US" sz="2800" smtClean="0">
                <a:latin typeface="微软雅黑" pitchFamily="34" charset="-122"/>
                <a:ea typeface="微软雅黑" pitchFamily="34" charset="-122"/>
              </a:rPr>
              <a:t>同一系统相邻两层的实体进行交互的地方，称为</a:t>
            </a:r>
            <a:r>
              <a:rPr lang="zh-CN" altLang="en-US" sz="2800" smtClean="0">
                <a:solidFill>
                  <a:srgbClr val="FF0000"/>
                </a:solidFill>
                <a:latin typeface="微软雅黑" pitchFamily="34" charset="-122"/>
                <a:ea typeface="微软雅黑" pitchFamily="34" charset="-122"/>
              </a:rPr>
              <a:t>服务访问点 </a:t>
            </a:r>
            <a:r>
              <a:rPr lang="en-US" altLang="zh-CN" sz="2800" smtClean="0">
                <a:solidFill>
                  <a:srgbClr val="FF0000"/>
                </a:solidFill>
                <a:latin typeface="微软雅黑" pitchFamily="34" charset="-122"/>
                <a:ea typeface="微软雅黑" pitchFamily="34" charset="-122"/>
              </a:rPr>
              <a:t>SAP</a:t>
            </a:r>
            <a:r>
              <a:rPr lang="en-US" altLang="zh-CN" sz="2800" smtClean="0">
                <a:latin typeface="微软雅黑" pitchFamily="34" charset="-122"/>
                <a:ea typeface="微软雅黑" pitchFamily="34" charset="-122"/>
              </a:rPr>
              <a:t> (Service Access Point)</a:t>
            </a:r>
            <a:r>
              <a:rPr lang="zh-CN" altLang="en-US" sz="2800" smtClean="0">
                <a:latin typeface="微软雅黑" pitchFamily="34" charset="-122"/>
                <a:ea typeface="微软雅黑" pitchFamily="34" charset="-122"/>
              </a:rPr>
              <a:t>。  </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39267">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39267">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39267">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39267">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39267">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9267" grpId="0" build="p"/>
    </p:bld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42" name="Rectangle 63"/>
          <p:cNvSpPr>
            <a:spLocks noChangeArrowheads="1"/>
          </p:cNvSpPr>
          <p:nvPr/>
        </p:nvSpPr>
        <p:spPr bwMode="auto">
          <a:xfrm>
            <a:off x="0" y="3357563"/>
            <a:ext cx="9144000" cy="2808287"/>
          </a:xfrm>
          <a:prstGeom prst="rect">
            <a:avLst/>
          </a:prstGeom>
          <a:solidFill>
            <a:srgbClr val="FFCCCC"/>
          </a:solidFill>
          <a:ln w="9525">
            <a:noFill/>
            <a:miter lim="800000"/>
            <a:headEnd/>
            <a:tailEnd/>
          </a:ln>
        </p:spPr>
        <p:txBody>
          <a:bodyPr wrap="none" anchor="ctr"/>
          <a:lstStyle/>
          <a:p>
            <a:endParaRPr lang="zh-CN" altLang="en-US"/>
          </a:p>
        </p:txBody>
      </p:sp>
      <p:sp>
        <p:nvSpPr>
          <p:cNvPr id="163843" name="Rectangle 2"/>
          <p:cNvSpPr>
            <a:spLocks noGrp="1" noChangeArrowheads="1"/>
          </p:cNvSpPr>
          <p:nvPr>
            <p:ph type="title"/>
          </p:nvPr>
        </p:nvSpPr>
        <p:spPr>
          <a:xfrm>
            <a:off x="1114425" y="214313"/>
            <a:ext cx="7345363" cy="1462087"/>
          </a:xfrm>
        </p:spPr>
        <p:txBody>
          <a:bodyPr>
            <a:normAutofit fontScale="90000"/>
          </a:bodyPr>
          <a:lstStyle/>
          <a:p>
            <a:pPr algn="ctr" eaLnBrk="1" hangingPunct="1"/>
            <a:r>
              <a:rPr lang="zh-CN" altLang="en-US" smtClean="0">
                <a:latin typeface="微软雅黑" pitchFamily="34" charset="-122"/>
                <a:ea typeface="微软雅黑" pitchFamily="34" charset="-122"/>
              </a:rPr>
              <a:t>实体、协议、服务</a:t>
            </a:r>
            <a:br>
              <a:rPr lang="zh-CN" altLang="en-US" smtClean="0">
                <a:latin typeface="微软雅黑" pitchFamily="34" charset="-122"/>
                <a:ea typeface="微软雅黑" pitchFamily="34" charset="-122"/>
              </a:rPr>
            </a:br>
            <a:r>
              <a:rPr lang="zh-CN" altLang="en-US" smtClean="0">
                <a:latin typeface="微软雅黑" pitchFamily="34" charset="-122"/>
                <a:ea typeface="微软雅黑" pitchFamily="34" charset="-122"/>
              </a:rPr>
              <a:t>和服务访问点（续） </a:t>
            </a:r>
          </a:p>
        </p:txBody>
      </p:sp>
      <p:sp>
        <p:nvSpPr>
          <p:cNvPr id="163844" name="Rectangle 35"/>
          <p:cNvSpPr>
            <a:spLocks noChangeArrowheads="1"/>
          </p:cNvSpPr>
          <p:nvPr/>
        </p:nvSpPr>
        <p:spPr bwMode="auto">
          <a:xfrm>
            <a:off x="1692275" y="4251325"/>
            <a:ext cx="5759450" cy="762000"/>
          </a:xfrm>
          <a:prstGeom prst="rect">
            <a:avLst/>
          </a:prstGeom>
          <a:solidFill>
            <a:srgbClr val="FFFFCC"/>
          </a:solidFill>
          <a:ln w="12700">
            <a:solidFill>
              <a:schemeClr val="tx1"/>
            </a:solidFill>
            <a:prstDash val="dash"/>
            <a:miter lim="800000"/>
            <a:headEnd/>
            <a:tailEnd/>
          </a:ln>
        </p:spPr>
        <p:txBody>
          <a:bodyPr wrap="none" anchor="ctr"/>
          <a:lstStyle/>
          <a:p>
            <a:pPr algn="ctr"/>
            <a:endParaRPr kumimoji="1" lang="zh-CN" altLang="zh-CN" sz="2000">
              <a:solidFill>
                <a:schemeClr val="folHlink"/>
              </a:solidFill>
              <a:latin typeface="Times New Roman" pitchFamily="18" charset="0"/>
            </a:endParaRPr>
          </a:p>
        </p:txBody>
      </p:sp>
      <p:sp>
        <p:nvSpPr>
          <p:cNvPr id="163845" name="Rectangle 36"/>
          <p:cNvSpPr>
            <a:spLocks noChangeArrowheads="1"/>
          </p:cNvSpPr>
          <p:nvPr/>
        </p:nvSpPr>
        <p:spPr bwMode="auto">
          <a:xfrm>
            <a:off x="2432050" y="4113213"/>
            <a:ext cx="233363" cy="254000"/>
          </a:xfrm>
          <a:prstGeom prst="rect">
            <a:avLst/>
          </a:prstGeom>
          <a:solidFill>
            <a:srgbClr val="CC0000"/>
          </a:solidFill>
          <a:ln w="19050">
            <a:solidFill>
              <a:srgbClr val="CC0000"/>
            </a:solidFill>
            <a:miter lim="800000"/>
            <a:headEnd/>
            <a:tailEnd/>
          </a:ln>
        </p:spPr>
        <p:txBody>
          <a:bodyPr wrap="none" anchor="ctr"/>
          <a:lstStyle/>
          <a:p>
            <a:endParaRPr lang="zh-CN" altLang="en-US"/>
          </a:p>
        </p:txBody>
      </p:sp>
      <p:sp>
        <p:nvSpPr>
          <p:cNvPr id="163846" name="Line 37"/>
          <p:cNvSpPr>
            <a:spLocks noChangeShapeType="1"/>
          </p:cNvSpPr>
          <p:nvPr/>
        </p:nvSpPr>
        <p:spPr bwMode="auto">
          <a:xfrm>
            <a:off x="3279775" y="2365375"/>
            <a:ext cx="2503488" cy="0"/>
          </a:xfrm>
          <a:prstGeom prst="line">
            <a:avLst/>
          </a:prstGeom>
          <a:noFill/>
          <a:ln w="12700">
            <a:solidFill>
              <a:schemeClr val="tx1"/>
            </a:solidFill>
            <a:prstDash val="dash"/>
            <a:round/>
            <a:headEnd type="triangle" w="med" len="lg"/>
            <a:tailEnd type="triangle" w="med" len="lg"/>
          </a:ln>
        </p:spPr>
        <p:txBody>
          <a:bodyPr wrap="none" anchor="ctr"/>
          <a:lstStyle/>
          <a:p>
            <a:endParaRPr lang="zh-CN" altLang="en-US"/>
          </a:p>
        </p:txBody>
      </p:sp>
      <p:sp>
        <p:nvSpPr>
          <p:cNvPr id="163847" name="Text Box 38"/>
          <p:cNvSpPr txBox="1">
            <a:spLocks noChangeArrowheads="1"/>
          </p:cNvSpPr>
          <p:nvPr/>
        </p:nvSpPr>
        <p:spPr bwMode="auto">
          <a:xfrm>
            <a:off x="3708400" y="2179638"/>
            <a:ext cx="1655763" cy="457200"/>
          </a:xfrm>
          <a:prstGeom prst="rect">
            <a:avLst/>
          </a:prstGeom>
          <a:solidFill>
            <a:schemeClr val="bg1"/>
          </a:solidFill>
          <a:ln w="28575">
            <a:noFill/>
            <a:prstDash val="dash"/>
            <a:miter lim="800000"/>
            <a:headEnd type="none" w="med" len="lg"/>
            <a:tailEnd type="none" w="med" len="lg"/>
          </a:ln>
        </p:spPr>
        <p:txBody>
          <a:bodyPr>
            <a:spAutoFit/>
          </a:bodyPr>
          <a:lstStyle/>
          <a:p>
            <a:r>
              <a:rPr kumimoji="1" lang="zh-CN" altLang="en-US" sz="2400">
                <a:solidFill>
                  <a:schemeClr val="folHlink"/>
                </a:solidFill>
                <a:ea typeface="黑体" pitchFamily="49" charset="-122"/>
              </a:rPr>
              <a:t>协议</a:t>
            </a:r>
            <a:r>
              <a:rPr kumimoji="1" lang="en-US" altLang="zh-CN" sz="2400">
                <a:solidFill>
                  <a:schemeClr val="folHlink"/>
                </a:solidFill>
                <a:ea typeface="黑体" pitchFamily="49" charset="-122"/>
              </a:rPr>
              <a:t>(n + 1)</a:t>
            </a:r>
          </a:p>
        </p:txBody>
      </p:sp>
      <p:sp>
        <p:nvSpPr>
          <p:cNvPr id="163848" name="Text Box 39"/>
          <p:cNvSpPr txBox="1">
            <a:spLocks noChangeArrowheads="1"/>
          </p:cNvSpPr>
          <p:nvPr/>
        </p:nvSpPr>
        <p:spPr bwMode="auto">
          <a:xfrm>
            <a:off x="2600325" y="3722688"/>
            <a:ext cx="650875" cy="395287"/>
          </a:xfrm>
          <a:prstGeom prst="rect">
            <a:avLst/>
          </a:prstGeom>
          <a:noFill/>
          <a:ln w="28575">
            <a:noFill/>
            <a:prstDash val="dash"/>
            <a:miter lim="800000"/>
            <a:headEnd type="none" w="med" len="lg"/>
            <a:tailEnd type="none" w="med" len="lg"/>
          </a:ln>
        </p:spPr>
        <p:txBody>
          <a:bodyPr wrap="none">
            <a:spAutoFit/>
          </a:bodyPr>
          <a:lstStyle/>
          <a:p>
            <a:r>
              <a:rPr kumimoji="1" lang="en-US" altLang="zh-CN" sz="2000">
                <a:solidFill>
                  <a:schemeClr val="folHlink"/>
                </a:solidFill>
                <a:latin typeface="Times New Roman" pitchFamily="18" charset="0"/>
              </a:rPr>
              <a:t>SAP</a:t>
            </a:r>
          </a:p>
        </p:txBody>
      </p:sp>
      <p:sp>
        <p:nvSpPr>
          <p:cNvPr id="163849" name="Text Box 40"/>
          <p:cNvSpPr txBox="1">
            <a:spLocks noChangeArrowheads="1"/>
          </p:cNvSpPr>
          <p:nvPr/>
        </p:nvSpPr>
        <p:spPr bwMode="auto">
          <a:xfrm>
            <a:off x="5732463" y="3748088"/>
            <a:ext cx="649287" cy="396875"/>
          </a:xfrm>
          <a:prstGeom prst="rect">
            <a:avLst/>
          </a:prstGeom>
          <a:noFill/>
          <a:ln w="28575">
            <a:noFill/>
            <a:prstDash val="dash"/>
            <a:miter lim="800000"/>
            <a:headEnd type="none" w="med" len="lg"/>
            <a:tailEnd type="none" w="med" len="lg"/>
          </a:ln>
        </p:spPr>
        <p:txBody>
          <a:bodyPr wrap="none">
            <a:spAutoFit/>
          </a:bodyPr>
          <a:lstStyle/>
          <a:p>
            <a:r>
              <a:rPr kumimoji="1" lang="en-US" altLang="zh-CN" sz="2000">
                <a:solidFill>
                  <a:schemeClr val="folHlink"/>
                </a:solidFill>
                <a:latin typeface="Times New Roman" pitchFamily="18" charset="0"/>
              </a:rPr>
              <a:t>SAP</a:t>
            </a:r>
          </a:p>
        </p:txBody>
      </p:sp>
      <p:sp>
        <p:nvSpPr>
          <p:cNvPr id="163850" name="Text Box 41"/>
          <p:cNvSpPr txBox="1">
            <a:spLocks noChangeArrowheads="1"/>
          </p:cNvSpPr>
          <p:nvPr/>
        </p:nvSpPr>
        <p:spPr bwMode="auto">
          <a:xfrm>
            <a:off x="2633663" y="2678113"/>
            <a:ext cx="1403350" cy="457200"/>
          </a:xfrm>
          <a:prstGeom prst="rect">
            <a:avLst/>
          </a:prstGeom>
          <a:solidFill>
            <a:schemeClr val="bg1"/>
          </a:solidFill>
          <a:ln w="28575">
            <a:noFill/>
            <a:prstDash val="dash"/>
            <a:miter lim="800000"/>
            <a:headEnd type="none" w="med" len="lg"/>
            <a:tailEnd type="none" w="med" len="lg"/>
          </a:ln>
        </p:spPr>
        <p:txBody>
          <a:bodyPr wrap="none">
            <a:spAutoFit/>
          </a:bodyPr>
          <a:lstStyle/>
          <a:p>
            <a:r>
              <a:rPr kumimoji="1" lang="zh-CN" altLang="en-US" sz="2400">
                <a:solidFill>
                  <a:schemeClr val="folHlink"/>
                </a:solidFill>
                <a:latin typeface="Times New Roman" pitchFamily="18" charset="0"/>
                <a:ea typeface="黑体" pitchFamily="49" charset="-122"/>
              </a:rPr>
              <a:t>交换原语</a:t>
            </a:r>
          </a:p>
        </p:txBody>
      </p:sp>
      <p:sp>
        <p:nvSpPr>
          <p:cNvPr id="163851" name="AutoShape 42"/>
          <p:cNvSpPr>
            <a:spLocks noChangeArrowheads="1"/>
          </p:cNvSpPr>
          <p:nvPr/>
        </p:nvSpPr>
        <p:spPr bwMode="auto">
          <a:xfrm>
            <a:off x="2473325" y="2662238"/>
            <a:ext cx="158750" cy="1430337"/>
          </a:xfrm>
          <a:prstGeom prst="upDownArrow">
            <a:avLst>
              <a:gd name="adj1" fmla="val 50000"/>
              <a:gd name="adj2" fmla="val 180200"/>
            </a:avLst>
          </a:prstGeom>
          <a:solidFill>
            <a:schemeClr val="bg1"/>
          </a:solidFill>
          <a:ln w="12700">
            <a:solidFill>
              <a:schemeClr val="tx1"/>
            </a:solidFill>
            <a:miter lim="800000"/>
            <a:headEnd type="none" w="med" len="lg"/>
            <a:tailEnd type="none" w="med" len="lg"/>
          </a:ln>
        </p:spPr>
        <p:txBody>
          <a:bodyPr vert="eaVert" wrap="none" anchor="ctr"/>
          <a:lstStyle/>
          <a:p>
            <a:endParaRPr lang="zh-CN" altLang="en-US"/>
          </a:p>
        </p:txBody>
      </p:sp>
      <p:sp>
        <p:nvSpPr>
          <p:cNvPr id="163852" name="Rectangle 43"/>
          <p:cNvSpPr>
            <a:spLocks noChangeArrowheads="1"/>
          </p:cNvSpPr>
          <p:nvPr/>
        </p:nvSpPr>
        <p:spPr bwMode="auto">
          <a:xfrm>
            <a:off x="6311900" y="4113213"/>
            <a:ext cx="236538" cy="254000"/>
          </a:xfrm>
          <a:prstGeom prst="rect">
            <a:avLst/>
          </a:prstGeom>
          <a:solidFill>
            <a:srgbClr val="CC0000"/>
          </a:solidFill>
          <a:ln w="19050">
            <a:solidFill>
              <a:srgbClr val="CC0000"/>
            </a:solidFill>
            <a:miter lim="800000"/>
            <a:headEnd/>
            <a:tailEnd/>
          </a:ln>
        </p:spPr>
        <p:txBody>
          <a:bodyPr wrap="none" anchor="ctr"/>
          <a:lstStyle/>
          <a:p>
            <a:endParaRPr lang="zh-CN" altLang="en-US"/>
          </a:p>
        </p:txBody>
      </p:sp>
      <p:sp>
        <p:nvSpPr>
          <p:cNvPr id="163853" name="AutoShape 44"/>
          <p:cNvSpPr>
            <a:spLocks noChangeArrowheads="1"/>
          </p:cNvSpPr>
          <p:nvPr/>
        </p:nvSpPr>
        <p:spPr bwMode="auto">
          <a:xfrm>
            <a:off x="6351588" y="2662238"/>
            <a:ext cx="158750" cy="1430337"/>
          </a:xfrm>
          <a:prstGeom prst="upDownArrow">
            <a:avLst>
              <a:gd name="adj1" fmla="val 50000"/>
              <a:gd name="adj2" fmla="val 180200"/>
            </a:avLst>
          </a:prstGeom>
          <a:solidFill>
            <a:schemeClr val="bg1"/>
          </a:solidFill>
          <a:ln w="12700">
            <a:solidFill>
              <a:schemeClr val="tx1"/>
            </a:solidFill>
            <a:miter lim="800000"/>
            <a:headEnd type="none" w="med" len="lg"/>
            <a:tailEnd type="none" w="med" len="lg"/>
          </a:ln>
        </p:spPr>
        <p:txBody>
          <a:bodyPr vert="eaVert" wrap="none" anchor="ctr"/>
          <a:lstStyle/>
          <a:p>
            <a:endParaRPr lang="zh-CN" altLang="en-US"/>
          </a:p>
        </p:txBody>
      </p:sp>
      <p:sp>
        <p:nvSpPr>
          <p:cNvPr id="163854" name="Text Box 45"/>
          <p:cNvSpPr txBox="1">
            <a:spLocks noChangeArrowheads="1"/>
          </p:cNvSpPr>
          <p:nvPr/>
        </p:nvSpPr>
        <p:spPr bwMode="auto">
          <a:xfrm>
            <a:off x="4932363" y="2678113"/>
            <a:ext cx="1403350" cy="457200"/>
          </a:xfrm>
          <a:prstGeom prst="rect">
            <a:avLst/>
          </a:prstGeom>
          <a:noFill/>
          <a:ln w="28575">
            <a:noFill/>
            <a:prstDash val="dash"/>
            <a:miter lim="800000"/>
            <a:headEnd type="none" w="med" len="lg"/>
            <a:tailEnd type="none" w="med" len="lg"/>
          </a:ln>
        </p:spPr>
        <p:txBody>
          <a:bodyPr wrap="none">
            <a:spAutoFit/>
          </a:bodyPr>
          <a:lstStyle/>
          <a:p>
            <a:r>
              <a:rPr kumimoji="1" lang="zh-CN" altLang="en-US" sz="2400">
                <a:solidFill>
                  <a:schemeClr val="folHlink"/>
                </a:solidFill>
                <a:latin typeface="Times New Roman" pitchFamily="18" charset="0"/>
                <a:ea typeface="黑体" pitchFamily="49" charset="-122"/>
              </a:rPr>
              <a:t>交换原语</a:t>
            </a:r>
          </a:p>
        </p:txBody>
      </p:sp>
      <p:sp>
        <p:nvSpPr>
          <p:cNvPr id="169006" name="Rectangle 46"/>
          <p:cNvSpPr>
            <a:spLocks noChangeArrowheads="1"/>
          </p:cNvSpPr>
          <p:nvPr/>
        </p:nvSpPr>
        <p:spPr bwMode="auto">
          <a:xfrm>
            <a:off x="1843088" y="2133600"/>
            <a:ext cx="1412875" cy="525463"/>
          </a:xfrm>
          <a:prstGeom prst="rect">
            <a:avLst/>
          </a:prstGeom>
          <a:solidFill>
            <a:srgbClr val="CCECFF"/>
          </a:solidFill>
          <a:ln w="12700">
            <a:solidFill>
              <a:schemeClr val="tx1"/>
            </a:solidFill>
            <a:miter lim="800000"/>
            <a:headEnd/>
            <a:tailEnd/>
          </a:ln>
          <a:effectLst>
            <a:outerShdw dist="45791" dir="2021404" algn="ctr" rotWithShape="0">
              <a:schemeClr val="bg2"/>
            </a:outerShdw>
          </a:effectLst>
        </p:spPr>
        <p:txBody>
          <a:bodyPr wrap="none" anchor="ctr"/>
          <a:lstStyle/>
          <a:p>
            <a:pPr algn="ctr">
              <a:defRPr/>
            </a:pPr>
            <a:endParaRPr kumimoji="1" lang="zh-CN" altLang="zh-CN" sz="2000">
              <a:solidFill>
                <a:schemeClr val="folHlink"/>
              </a:solidFill>
              <a:latin typeface="Times New Roman" pitchFamily="18" charset="0"/>
            </a:endParaRPr>
          </a:p>
        </p:txBody>
      </p:sp>
      <p:sp>
        <p:nvSpPr>
          <p:cNvPr id="163856" name="Text Box 47"/>
          <p:cNvSpPr txBox="1">
            <a:spLocks noChangeArrowheads="1"/>
          </p:cNvSpPr>
          <p:nvPr/>
        </p:nvSpPr>
        <p:spPr bwMode="auto">
          <a:xfrm>
            <a:off x="1881188" y="2206625"/>
            <a:ext cx="1382712" cy="396875"/>
          </a:xfrm>
          <a:prstGeom prst="rect">
            <a:avLst/>
          </a:prstGeom>
          <a:solidFill>
            <a:srgbClr val="CCECFF"/>
          </a:solidFill>
          <a:ln w="28575">
            <a:noFill/>
            <a:prstDash val="dash"/>
            <a:miter lim="800000"/>
            <a:headEnd type="none" w="med" len="lg"/>
            <a:tailEnd type="none" w="med" len="lg"/>
          </a:ln>
        </p:spPr>
        <p:txBody>
          <a:bodyPr wrap="none">
            <a:spAutoFit/>
          </a:bodyPr>
          <a:lstStyle/>
          <a:p>
            <a:r>
              <a:rPr kumimoji="1" lang="zh-CN" altLang="en-US" sz="2000">
                <a:solidFill>
                  <a:schemeClr val="folHlink"/>
                </a:solidFill>
                <a:latin typeface="Times New Roman" pitchFamily="18" charset="0"/>
              </a:rPr>
              <a:t>实体</a:t>
            </a:r>
            <a:r>
              <a:rPr kumimoji="1" lang="en-US" altLang="zh-CN" sz="2000">
                <a:solidFill>
                  <a:schemeClr val="folHlink"/>
                </a:solidFill>
                <a:latin typeface="Times New Roman" pitchFamily="18" charset="0"/>
              </a:rPr>
              <a:t>(n + 1)</a:t>
            </a:r>
          </a:p>
        </p:txBody>
      </p:sp>
      <p:sp>
        <p:nvSpPr>
          <p:cNvPr id="163857" name="Text Box 48"/>
          <p:cNvSpPr txBox="1">
            <a:spLocks noChangeArrowheads="1"/>
          </p:cNvSpPr>
          <p:nvPr/>
        </p:nvSpPr>
        <p:spPr bwMode="auto">
          <a:xfrm>
            <a:off x="34925" y="4421188"/>
            <a:ext cx="1708150" cy="457200"/>
          </a:xfrm>
          <a:prstGeom prst="rect">
            <a:avLst/>
          </a:prstGeom>
          <a:noFill/>
          <a:ln w="28575">
            <a:noFill/>
            <a:prstDash val="dash"/>
            <a:miter lim="800000"/>
            <a:headEnd type="none" w="med" len="lg"/>
            <a:tailEnd type="none" w="med" len="lg"/>
          </a:ln>
        </p:spPr>
        <p:txBody>
          <a:bodyPr wrap="none">
            <a:spAutoFit/>
          </a:bodyPr>
          <a:lstStyle/>
          <a:p>
            <a:r>
              <a:rPr kumimoji="1" lang="zh-CN" altLang="en-US" sz="2400">
                <a:solidFill>
                  <a:schemeClr val="folHlink"/>
                </a:solidFill>
                <a:latin typeface="Times New Roman" pitchFamily="18" charset="0"/>
                <a:ea typeface="黑体" pitchFamily="49" charset="-122"/>
              </a:rPr>
              <a:t>服务提供者</a:t>
            </a:r>
          </a:p>
        </p:txBody>
      </p:sp>
      <p:sp>
        <p:nvSpPr>
          <p:cNvPr id="163858" name="Line 49"/>
          <p:cNvSpPr>
            <a:spLocks noChangeShapeType="1"/>
          </p:cNvSpPr>
          <p:nvPr/>
        </p:nvSpPr>
        <p:spPr bwMode="auto">
          <a:xfrm>
            <a:off x="1009650" y="3354388"/>
            <a:ext cx="7637463" cy="0"/>
          </a:xfrm>
          <a:prstGeom prst="line">
            <a:avLst/>
          </a:prstGeom>
          <a:noFill/>
          <a:ln w="12700">
            <a:solidFill>
              <a:schemeClr val="tx1"/>
            </a:solidFill>
            <a:prstDash val="dash"/>
            <a:round/>
            <a:headEnd type="none" w="med" len="lg"/>
            <a:tailEnd type="none" w="med" len="lg"/>
          </a:ln>
        </p:spPr>
        <p:txBody>
          <a:bodyPr/>
          <a:lstStyle/>
          <a:p>
            <a:endParaRPr lang="zh-CN" altLang="en-US"/>
          </a:p>
        </p:txBody>
      </p:sp>
      <p:sp>
        <p:nvSpPr>
          <p:cNvPr id="163859" name="Text Box 50"/>
          <p:cNvSpPr txBox="1">
            <a:spLocks noChangeArrowheads="1"/>
          </p:cNvSpPr>
          <p:nvPr/>
        </p:nvSpPr>
        <p:spPr bwMode="auto">
          <a:xfrm>
            <a:off x="7812088" y="4051300"/>
            <a:ext cx="1131887" cy="457200"/>
          </a:xfrm>
          <a:prstGeom prst="rect">
            <a:avLst/>
          </a:prstGeom>
          <a:solidFill>
            <a:schemeClr val="bg1"/>
          </a:solidFill>
          <a:ln w="28575">
            <a:noFill/>
            <a:prstDash val="dash"/>
            <a:miter lim="800000"/>
            <a:headEnd type="none" w="med" len="lg"/>
            <a:tailEnd type="none" w="med" len="lg"/>
          </a:ln>
        </p:spPr>
        <p:txBody>
          <a:bodyPr wrap="none">
            <a:spAutoFit/>
          </a:bodyPr>
          <a:lstStyle/>
          <a:p>
            <a:r>
              <a:rPr kumimoji="1" lang="zh-CN" altLang="en-US" sz="2400">
                <a:solidFill>
                  <a:schemeClr val="folHlink"/>
                </a:solidFill>
                <a:ea typeface="黑体" pitchFamily="49" charset="-122"/>
              </a:rPr>
              <a:t>第 </a:t>
            </a:r>
            <a:r>
              <a:rPr kumimoji="1" lang="en-US" altLang="zh-CN" sz="2400">
                <a:solidFill>
                  <a:schemeClr val="folHlink"/>
                </a:solidFill>
                <a:ea typeface="黑体" pitchFamily="49" charset="-122"/>
              </a:rPr>
              <a:t>n </a:t>
            </a:r>
            <a:r>
              <a:rPr kumimoji="1" lang="zh-CN" altLang="en-US" sz="2400">
                <a:solidFill>
                  <a:schemeClr val="folHlink"/>
                </a:solidFill>
                <a:ea typeface="黑体" pitchFamily="49" charset="-122"/>
              </a:rPr>
              <a:t>层</a:t>
            </a:r>
          </a:p>
        </p:txBody>
      </p:sp>
      <p:sp>
        <p:nvSpPr>
          <p:cNvPr id="163860" name="Text Box 51"/>
          <p:cNvSpPr txBox="1">
            <a:spLocks noChangeArrowheads="1"/>
          </p:cNvSpPr>
          <p:nvPr/>
        </p:nvSpPr>
        <p:spPr bwMode="auto">
          <a:xfrm>
            <a:off x="7524750" y="2365375"/>
            <a:ext cx="1647825" cy="457200"/>
          </a:xfrm>
          <a:prstGeom prst="rect">
            <a:avLst/>
          </a:prstGeom>
          <a:solidFill>
            <a:schemeClr val="bg1"/>
          </a:solidFill>
          <a:ln w="28575">
            <a:noFill/>
            <a:prstDash val="dash"/>
            <a:miter lim="800000"/>
            <a:headEnd type="none" w="med" len="lg"/>
            <a:tailEnd type="none" w="med" len="lg"/>
          </a:ln>
        </p:spPr>
        <p:txBody>
          <a:bodyPr wrap="none">
            <a:spAutoFit/>
          </a:bodyPr>
          <a:lstStyle/>
          <a:p>
            <a:r>
              <a:rPr kumimoji="1" lang="zh-CN" altLang="en-US" sz="2400">
                <a:solidFill>
                  <a:schemeClr val="folHlink"/>
                </a:solidFill>
                <a:ea typeface="黑体" pitchFamily="49" charset="-122"/>
              </a:rPr>
              <a:t>第 </a:t>
            </a:r>
            <a:r>
              <a:rPr kumimoji="1" lang="en-US" altLang="zh-CN" sz="2400">
                <a:solidFill>
                  <a:schemeClr val="folHlink"/>
                </a:solidFill>
                <a:ea typeface="黑体" pitchFamily="49" charset="-122"/>
              </a:rPr>
              <a:t>n + 1 </a:t>
            </a:r>
            <a:r>
              <a:rPr kumimoji="1" lang="zh-CN" altLang="en-US" sz="2400">
                <a:solidFill>
                  <a:schemeClr val="folHlink"/>
                </a:solidFill>
                <a:ea typeface="黑体" pitchFamily="49" charset="-122"/>
              </a:rPr>
              <a:t>层</a:t>
            </a:r>
          </a:p>
        </p:txBody>
      </p:sp>
      <p:sp>
        <p:nvSpPr>
          <p:cNvPr id="169012" name="Rectangle 52"/>
          <p:cNvSpPr>
            <a:spLocks noChangeArrowheads="1"/>
          </p:cNvSpPr>
          <p:nvPr/>
        </p:nvSpPr>
        <p:spPr bwMode="auto">
          <a:xfrm>
            <a:off x="5735638" y="2133600"/>
            <a:ext cx="1411287" cy="525463"/>
          </a:xfrm>
          <a:prstGeom prst="rect">
            <a:avLst/>
          </a:prstGeom>
          <a:solidFill>
            <a:srgbClr val="CCECFF"/>
          </a:solidFill>
          <a:ln w="12700">
            <a:solidFill>
              <a:schemeClr val="tx1"/>
            </a:solidFill>
            <a:miter lim="800000"/>
            <a:headEnd/>
            <a:tailEnd/>
          </a:ln>
          <a:effectLst>
            <a:outerShdw dist="45791" dir="2021404" algn="ctr" rotWithShape="0">
              <a:schemeClr val="bg2"/>
            </a:outerShdw>
          </a:effectLst>
        </p:spPr>
        <p:txBody>
          <a:bodyPr wrap="none" anchor="ctr"/>
          <a:lstStyle/>
          <a:p>
            <a:pPr algn="ctr">
              <a:defRPr/>
            </a:pPr>
            <a:endParaRPr kumimoji="1" lang="zh-CN" altLang="zh-CN" sz="2000">
              <a:solidFill>
                <a:schemeClr val="folHlink"/>
              </a:solidFill>
              <a:latin typeface="Times New Roman" pitchFamily="18" charset="0"/>
            </a:endParaRPr>
          </a:p>
        </p:txBody>
      </p:sp>
      <p:sp>
        <p:nvSpPr>
          <p:cNvPr id="163862" name="Text Box 53"/>
          <p:cNvSpPr txBox="1">
            <a:spLocks noChangeArrowheads="1"/>
          </p:cNvSpPr>
          <p:nvPr/>
        </p:nvSpPr>
        <p:spPr bwMode="auto">
          <a:xfrm>
            <a:off x="5775325" y="2205038"/>
            <a:ext cx="1382713" cy="395287"/>
          </a:xfrm>
          <a:prstGeom prst="rect">
            <a:avLst/>
          </a:prstGeom>
          <a:solidFill>
            <a:srgbClr val="CCECFF"/>
          </a:solidFill>
          <a:ln w="28575">
            <a:noFill/>
            <a:prstDash val="dash"/>
            <a:miter lim="800000"/>
            <a:headEnd type="none" w="med" len="lg"/>
            <a:tailEnd type="none" w="med" len="lg"/>
          </a:ln>
        </p:spPr>
        <p:txBody>
          <a:bodyPr wrap="none">
            <a:spAutoFit/>
          </a:bodyPr>
          <a:lstStyle/>
          <a:p>
            <a:r>
              <a:rPr kumimoji="1" lang="zh-CN" altLang="en-US" sz="2000">
                <a:solidFill>
                  <a:schemeClr val="folHlink"/>
                </a:solidFill>
                <a:latin typeface="Times New Roman" pitchFamily="18" charset="0"/>
              </a:rPr>
              <a:t>实体</a:t>
            </a:r>
            <a:r>
              <a:rPr kumimoji="1" lang="en-US" altLang="zh-CN" sz="2000">
                <a:solidFill>
                  <a:schemeClr val="folHlink"/>
                </a:solidFill>
                <a:latin typeface="Times New Roman" pitchFamily="18" charset="0"/>
              </a:rPr>
              <a:t>(n + 1)</a:t>
            </a:r>
          </a:p>
        </p:txBody>
      </p:sp>
      <p:sp>
        <p:nvSpPr>
          <p:cNvPr id="163863" name="Text Box 54"/>
          <p:cNvSpPr txBox="1">
            <a:spLocks noChangeArrowheads="1"/>
          </p:cNvSpPr>
          <p:nvPr/>
        </p:nvSpPr>
        <p:spPr bwMode="auto">
          <a:xfrm>
            <a:off x="6378575" y="1957388"/>
            <a:ext cx="184150" cy="579437"/>
          </a:xfrm>
          <a:prstGeom prst="rect">
            <a:avLst/>
          </a:prstGeom>
          <a:noFill/>
          <a:ln w="28575">
            <a:noFill/>
            <a:prstDash val="dash"/>
            <a:miter lim="800000"/>
            <a:headEnd type="none" w="med" len="lg"/>
            <a:tailEnd type="none" w="med" len="lg"/>
          </a:ln>
        </p:spPr>
        <p:txBody>
          <a:bodyPr wrap="none">
            <a:spAutoFit/>
          </a:bodyPr>
          <a:lstStyle/>
          <a:p>
            <a:endParaRPr kumimoji="1" lang="zh-CN" altLang="zh-CN" sz="3200">
              <a:solidFill>
                <a:schemeClr val="folHlink"/>
              </a:solidFill>
              <a:latin typeface="Times New Roman" pitchFamily="18" charset="0"/>
            </a:endParaRPr>
          </a:p>
        </p:txBody>
      </p:sp>
      <p:sp>
        <p:nvSpPr>
          <p:cNvPr id="163864" name="Text Box 55"/>
          <p:cNvSpPr txBox="1">
            <a:spLocks noChangeArrowheads="1"/>
          </p:cNvSpPr>
          <p:nvPr/>
        </p:nvSpPr>
        <p:spPr bwMode="auto">
          <a:xfrm>
            <a:off x="104775" y="2157413"/>
            <a:ext cx="1403350" cy="457200"/>
          </a:xfrm>
          <a:prstGeom prst="rect">
            <a:avLst/>
          </a:prstGeom>
          <a:noFill/>
          <a:ln w="28575">
            <a:noFill/>
            <a:prstDash val="dash"/>
            <a:miter lim="800000"/>
            <a:headEnd type="none" w="med" len="lg"/>
            <a:tailEnd type="none" w="med" len="lg"/>
          </a:ln>
        </p:spPr>
        <p:txBody>
          <a:bodyPr wrap="none">
            <a:spAutoFit/>
          </a:bodyPr>
          <a:lstStyle/>
          <a:p>
            <a:r>
              <a:rPr kumimoji="1" lang="zh-CN" altLang="en-US" sz="2400">
                <a:solidFill>
                  <a:schemeClr val="folHlink"/>
                </a:solidFill>
                <a:latin typeface="Times New Roman" pitchFamily="18" charset="0"/>
                <a:ea typeface="黑体" pitchFamily="49" charset="-122"/>
              </a:rPr>
              <a:t>服务用户</a:t>
            </a:r>
          </a:p>
        </p:txBody>
      </p:sp>
      <p:sp>
        <p:nvSpPr>
          <p:cNvPr id="169016" name="Rectangle 56"/>
          <p:cNvSpPr>
            <a:spLocks noChangeArrowheads="1"/>
          </p:cNvSpPr>
          <p:nvPr/>
        </p:nvSpPr>
        <p:spPr bwMode="auto">
          <a:xfrm>
            <a:off x="1843088" y="4360863"/>
            <a:ext cx="1412875" cy="523875"/>
          </a:xfrm>
          <a:prstGeom prst="rect">
            <a:avLst/>
          </a:prstGeom>
          <a:solidFill>
            <a:srgbClr val="CCECFF"/>
          </a:solidFill>
          <a:ln w="12700">
            <a:solidFill>
              <a:schemeClr val="tx1"/>
            </a:solidFill>
            <a:miter lim="800000"/>
            <a:headEnd/>
            <a:tailEnd/>
          </a:ln>
          <a:effectLst>
            <a:outerShdw dist="45791" dir="2021404" algn="ctr" rotWithShape="0">
              <a:schemeClr val="bg2"/>
            </a:outerShdw>
          </a:effectLst>
        </p:spPr>
        <p:txBody>
          <a:bodyPr wrap="none" anchor="ctr"/>
          <a:lstStyle/>
          <a:p>
            <a:pPr algn="ctr">
              <a:defRPr/>
            </a:pPr>
            <a:endParaRPr kumimoji="1" lang="zh-CN" altLang="zh-CN" sz="2000">
              <a:solidFill>
                <a:schemeClr val="folHlink"/>
              </a:solidFill>
              <a:latin typeface="Times New Roman" pitchFamily="18" charset="0"/>
            </a:endParaRPr>
          </a:p>
        </p:txBody>
      </p:sp>
      <p:sp>
        <p:nvSpPr>
          <p:cNvPr id="169017" name="Rectangle 57"/>
          <p:cNvSpPr>
            <a:spLocks noChangeArrowheads="1"/>
          </p:cNvSpPr>
          <p:nvPr/>
        </p:nvSpPr>
        <p:spPr bwMode="auto">
          <a:xfrm>
            <a:off x="5708650" y="4360863"/>
            <a:ext cx="1412875" cy="523875"/>
          </a:xfrm>
          <a:prstGeom prst="rect">
            <a:avLst/>
          </a:prstGeom>
          <a:solidFill>
            <a:srgbClr val="CCECFF"/>
          </a:solidFill>
          <a:ln w="12700">
            <a:solidFill>
              <a:schemeClr val="tx1"/>
            </a:solidFill>
            <a:miter lim="800000"/>
            <a:headEnd/>
            <a:tailEnd/>
          </a:ln>
          <a:effectLst>
            <a:outerShdw dist="45791" dir="2021404" algn="ctr" rotWithShape="0">
              <a:schemeClr val="bg2"/>
            </a:outerShdw>
          </a:effectLst>
        </p:spPr>
        <p:txBody>
          <a:bodyPr wrap="none" anchor="ctr"/>
          <a:lstStyle/>
          <a:p>
            <a:pPr algn="ctr">
              <a:defRPr/>
            </a:pPr>
            <a:endParaRPr kumimoji="1" lang="zh-CN" altLang="zh-CN" sz="2000">
              <a:solidFill>
                <a:schemeClr val="folHlink"/>
              </a:solidFill>
              <a:latin typeface="Times New Roman" pitchFamily="18" charset="0"/>
            </a:endParaRPr>
          </a:p>
        </p:txBody>
      </p:sp>
      <p:sp>
        <p:nvSpPr>
          <p:cNvPr id="163867" name="Text Box 58"/>
          <p:cNvSpPr txBox="1">
            <a:spLocks noChangeArrowheads="1"/>
          </p:cNvSpPr>
          <p:nvPr/>
        </p:nvSpPr>
        <p:spPr bwMode="auto">
          <a:xfrm>
            <a:off x="1979613" y="4402138"/>
            <a:ext cx="987425" cy="395287"/>
          </a:xfrm>
          <a:prstGeom prst="rect">
            <a:avLst/>
          </a:prstGeom>
          <a:noFill/>
          <a:ln w="28575">
            <a:noFill/>
            <a:prstDash val="dash"/>
            <a:miter lim="800000"/>
            <a:headEnd type="none" w="med" len="lg"/>
            <a:tailEnd type="none" w="med" len="lg"/>
          </a:ln>
        </p:spPr>
        <p:txBody>
          <a:bodyPr wrap="none">
            <a:spAutoFit/>
          </a:bodyPr>
          <a:lstStyle/>
          <a:p>
            <a:r>
              <a:rPr kumimoji="1" lang="zh-CN" altLang="en-US" sz="2000">
                <a:solidFill>
                  <a:schemeClr val="folHlink"/>
                </a:solidFill>
                <a:latin typeface="Times New Roman" pitchFamily="18" charset="0"/>
              </a:rPr>
              <a:t>实体</a:t>
            </a:r>
            <a:r>
              <a:rPr kumimoji="1" lang="en-US" altLang="zh-CN" sz="2000">
                <a:solidFill>
                  <a:schemeClr val="folHlink"/>
                </a:solidFill>
                <a:latin typeface="Times New Roman" pitchFamily="18" charset="0"/>
              </a:rPr>
              <a:t>(n)</a:t>
            </a:r>
          </a:p>
        </p:txBody>
      </p:sp>
      <p:sp>
        <p:nvSpPr>
          <p:cNvPr id="163868" name="Text Box 59"/>
          <p:cNvSpPr txBox="1">
            <a:spLocks noChangeArrowheads="1"/>
          </p:cNvSpPr>
          <p:nvPr/>
        </p:nvSpPr>
        <p:spPr bwMode="auto">
          <a:xfrm>
            <a:off x="5919788" y="4402138"/>
            <a:ext cx="987425" cy="395287"/>
          </a:xfrm>
          <a:prstGeom prst="rect">
            <a:avLst/>
          </a:prstGeom>
          <a:solidFill>
            <a:srgbClr val="CCECFF"/>
          </a:solidFill>
          <a:ln w="28575">
            <a:noFill/>
            <a:prstDash val="dash"/>
            <a:miter lim="800000"/>
            <a:headEnd type="none" w="med" len="lg"/>
            <a:tailEnd type="none" w="med" len="lg"/>
          </a:ln>
        </p:spPr>
        <p:txBody>
          <a:bodyPr wrap="none">
            <a:spAutoFit/>
          </a:bodyPr>
          <a:lstStyle/>
          <a:p>
            <a:r>
              <a:rPr kumimoji="1" lang="zh-CN" altLang="en-US" sz="2000">
                <a:solidFill>
                  <a:schemeClr val="folHlink"/>
                </a:solidFill>
                <a:latin typeface="Times New Roman" pitchFamily="18" charset="0"/>
              </a:rPr>
              <a:t>实体</a:t>
            </a:r>
            <a:r>
              <a:rPr kumimoji="1" lang="en-US" altLang="zh-CN" sz="2000">
                <a:solidFill>
                  <a:schemeClr val="folHlink"/>
                </a:solidFill>
                <a:latin typeface="Times New Roman" pitchFamily="18" charset="0"/>
              </a:rPr>
              <a:t>(n)</a:t>
            </a:r>
          </a:p>
        </p:txBody>
      </p:sp>
      <p:sp>
        <p:nvSpPr>
          <p:cNvPr id="163869" name="Line 60"/>
          <p:cNvSpPr>
            <a:spLocks noChangeShapeType="1"/>
          </p:cNvSpPr>
          <p:nvPr/>
        </p:nvSpPr>
        <p:spPr bwMode="auto">
          <a:xfrm>
            <a:off x="3259138" y="4608513"/>
            <a:ext cx="2505075" cy="0"/>
          </a:xfrm>
          <a:prstGeom prst="line">
            <a:avLst/>
          </a:prstGeom>
          <a:noFill/>
          <a:ln w="12700">
            <a:solidFill>
              <a:schemeClr val="tx1"/>
            </a:solidFill>
            <a:prstDash val="dash"/>
            <a:round/>
            <a:headEnd type="triangle" w="med" len="lg"/>
            <a:tailEnd type="triangle" w="med" len="lg"/>
          </a:ln>
        </p:spPr>
        <p:txBody>
          <a:bodyPr wrap="none" anchor="ctr"/>
          <a:lstStyle/>
          <a:p>
            <a:endParaRPr lang="zh-CN" altLang="en-US"/>
          </a:p>
        </p:txBody>
      </p:sp>
      <p:sp>
        <p:nvSpPr>
          <p:cNvPr id="163870" name="Text Box 61"/>
          <p:cNvSpPr txBox="1">
            <a:spLocks noChangeArrowheads="1"/>
          </p:cNvSpPr>
          <p:nvPr/>
        </p:nvSpPr>
        <p:spPr bwMode="auto">
          <a:xfrm>
            <a:off x="3995738" y="4410075"/>
            <a:ext cx="1166812" cy="457200"/>
          </a:xfrm>
          <a:prstGeom prst="rect">
            <a:avLst/>
          </a:prstGeom>
          <a:solidFill>
            <a:schemeClr val="bg1"/>
          </a:solidFill>
          <a:ln w="28575">
            <a:noFill/>
            <a:prstDash val="dash"/>
            <a:miter lim="800000"/>
            <a:headEnd type="none" w="med" len="lg"/>
            <a:tailEnd type="none" w="med" len="lg"/>
          </a:ln>
        </p:spPr>
        <p:txBody>
          <a:bodyPr wrap="none">
            <a:spAutoFit/>
          </a:bodyPr>
          <a:lstStyle/>
          <a:p>
            <a:r>
              <a:rPr kumimoji="1" lang="zh-CN" altLang="en-US" sz="2400">
                <a:solidFill>
                  <a:schemeClr val="folHlink"/>
                </a:solidFill>
                <a:ea typeface="黑体" pitchFamily="49" charset="-122"/>
              </a:rPr>
              <a:t>协议</a:t>
            </a:r>
            <a:r>
              <a:rPr kumimoji="1" lang="en-US" altLang="zh-CN" sz="2400">
                <a:solidFill>
                  <a:schemeClr val="folHlink"/>
                </a:solidFill>
                <a:ea typeface="黑体" pitchFamily="49" charset="-122"/>
              </a:rPr>
              <a:t>(n)</a:t>
            </a:r>
          </a:p>
        </p:txBody>
      </p:sp>
    </p:spTree>
  </p:cSld>
  <p:clrMapOvr>
    <a:masterClrMapping/>
  </p:clrMapOvr>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4866" name="Rectangle 2"/>
          <p:cNvSpPr>
            <a:spLocks noGrp="1" noChangeArrowheads="1"/>
          </p:cNvSpPr>
          <p:nvPr>
            <p:ph type="title"/>
          </p:nvPr>
        </p:nvSpPr>
        <p:spPr>
          <a:xfrm>
            <a:off x="1114425" y="214313"/>
            <a:ext cx="7345363" cy="1462087"/>
          </a:xfrm>
        </p:spPr>
        <p:txBody>
          <a:bodyPr/>
          <a:lstStyle/>
          <a:p>
            <a:pPr algn="ctr" eaLnBrk="1" hangingPunct="1"/>
            <a:r>
              <a:rPr lang="zh-CN" altLang="en-US" smtClean="0">
                <a:latin typeface="微软雅黑" pitchFamily="34" charset="-122"/>
                <a:ea typeface="微软雅黑" pitchFamily="34" charset="-122"/>
              </a:rPr>
              <a:t>协议很复杂 </a:t>
            </a:r>
          </a:p>
        </p:txBody>
      </p:sp>
      <p:sp>
        <p:nvSpPr>
          <p:cNvPr id="140291" name="Rectangle 3"/>
          <p:cNvSpPr>
            <a:spLocks noGrp="1" noChangeArrowheads="1"/>
          </p:cNvSpPr>
          <p:nvPr>
            <p:ph idx="1"/>
          </p:nvPr>
        </p:nvSpPr>
        <p:spPr>
          <a:xfrm>
            <a:off x="1042988" y="1906588"/>
            <a:ext cx="7561262" cy="4546600"/>
          </a:xfrm>
        </p:spPr>
        <p:txBody>
          <a:bodyPr/>
          <a:lstStyle/>
          <a:p>
            <a:pPr eaLnBrk="1" hangingPunct="1"/>
            <a:r>
              <a:rPr lang="zh-CN" altLang="en-US" smtClean="0">
                <a:latin typeface="微软雅黑" pitchFamily="34" charset="-122"/>
                <a:ea typeface="微软雅黑" pitchFamily="34" charset="-122"/>
              </a:rPr>
              <a:t>协议必须把所有</a:t>
            </a:r>
            <a:r>
              <a:rPr lang="zh-CN" altLang="en-US" smtClean="0">
                <a:solidFill>
                  <a:srgbClr val="CC0000"/>
                </a:solidFill>
                <a:latin typeface="微软雅黑" pitchFamily="34" charset="-122"/>
                <a:ea typeface="微软雅黑" pitchFamily="34" charset="-122"/>
              </a:rPr>
              <a:t>不利的条件</a:t>
            </a:r>
            <a:r>
              <a:rPr lang="zh-CN" altLang="en-US" smtClean="0">
                <a:latin typeface="微软雅黑" pitchFamily="34" charset="-122"/>
                <a:ea typeface="微软雅黑" pitchFamily="34" charset="-122"/>
              </a:rPr>
              <a:t>事先都估计到，而</a:t>
            </a:r>
            <a:r>
              <a:rPr lang="zh-CN" altLang="en-US" smtClean="0">
                <a:solidFill>
                  <a:srgbClr val="CC0000"/>
                </a:solidFill>
                <a:latin typeface="微软雅黑" pitchFamily="34" charset="-122"/>
                <a:ea typeface="微软雅黑" pitchFamily="34" charset="-122"/>
              </a:rPr>
              <a:t>不能假定</a:t>
            </a:r>
            <a:r>
              <a:rPr lang="zh-CN" altLang="en-US" smtClean="0">
                <a:latin typeface="微软雅黑" pitchFamily="34" charset="-122"/>
                <a:ea typeface="微软雅黑" pitchFamily="34" charset="-122"/>
              </a:rPr>
              <a:t>一切都是正常的和非常理想的。 </a:t>
            </a:r>
          </a:p>
          <a:p>
            <a:pPr eaLnBrk="1" hangingPunct="1"/>
            <a:r>
              <a:rPr lang="zh-CN" altLang="en-US" smtClean="0">
                <a:latin typeface="微软雅黑" pitchFamily="34" charset="-122"/>
                <a:ea typeface="微软雅黑" pitchFamily="34" charset="-122"/>
              </a:rPr>
              <a:t>看一个计算机网络协议是否正确，不能光看在正常情况下是否正确，而且还必须非常仔细地检查这个协议</a:t>
            </a:r>
            <a:r>
              <a:rPr lang="zh-CN" altLang="en-US" smtClean="0">
                <a:solidFill>
                  <a:srgbClr val="CC0000"/>
                </a:solidFill>
                <a:latin typeface="微软雅黑" pitchFamily="34" charset="-122"/>
                <a:ea typeface="微软雅黑" pitchFamily="34" charset="-122"/>
              </a:rPr>
              <a:t>能否应付各种异常情况</a:t>
            </a:r>
            <a:r>
              <a:rPr lang="zh-CN" altLang="en-US" smtClean="0">
                <a:latin typeface="微软雅黑" pitchFamily="34" charset="-122"/>
                <a:ea typeface="微软雅黑" pitchFamily="34" charset="-122"/>
              </a:rPr>
              <a:t>。 </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40291">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40291">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0291" grpId="0" build="p"/>
    </p:bld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5890" name="Rectangle 2"/>
          <p:cNvSpPr>
            <a:spLocks noGrp="1" noChangeArrowheads="1"/>
          </p:cNvSpPr>
          <p:nvPr>
            <p:ph type="title"/>
          </p:nvPr>
        </p:nvSpPr>
        <p:spPr>
          <a:xfrm>
            <a:off x="1114425" y="214313"/>
            <a:ext cx="7345363" cy="1462087"/>
          </a:xfrm>
        </p:spPr>
        <p:txBody>
          <a:bodyPr>
            <a:normAutofit fontScale="90000"/>
          </a:bodyPr>
          <a:lstStyle/>
          <a:p>
            <a:pPr algn="ctr" eaLnBrk="1" hangingPunct="1"/>
            <a:r>
              <a:rPr lang="zh-CN" altLang="en-US" smtClean="0">
                <a:latin typeface="微软雅黑" pitchFamily="34" charset="-122"/>
                <a:ea typeface="微软雅黑" pitchFamily="34" charset="-122"/>
              </a:rPr>
              <a:t>著名的协议举例</a:t>
            </a:r>
            <a:br>
              <a:rPr lang="zh-CN" altLang="en-US" smtClean="0">
                <a:latin typeface="微软雅黑" pitchFamily="34" charset="-122"/>
                <a:ea typeface="微软雅黑" pitchFamily="34" charset="-122"/>
              </a:rPr>
            </a:br>
            <a:r>
              <a:rPr lang="en-US" altLang="zh-CN" smtClean="0">
                <a:latin typeface="微软雅黑" pitchFamily="34" charset="-122"/>
                <a:ea typeface="微软雅黑" pitchFamily="34" charset="-122"/>
              </a:rPr>
              <a:t>【</a:t>
            </a:r>
            <a:r>
              <a:rPr lang="zh-CN" altLang="en-US" smtClean="0">
                <a:latin typeface="微软雅黑" pitchFamily="34" charset="-122"/>
                <a:ea typeface="微软雅黑" pitchFamily="34" charset="-122"/>
              </a:rPr>
              <a:t>例</a:t>
            </a:r>
            <a:r>
              <a:rPr lang="en-US" altLang="zh-CN" b="1" smtClean="0">
                <a:latin typeface="微软雅黑" pitchFamily="34" charset="-122"/>
                <a:ea typeface="微软雅黑" pitchFamily="34" charset="-122"/>
              </a:rPr>
              <a:t>1-1</a:t>
            </a:r>
            <a:r>
              <a:rPr lang="en-US" altLang="zh-CN" smtClean="0">
                <a:latin typeface="微软雅黑" pitchFamily="34" charset="-122"/>
                <a:ea typeface="微软雅黑" pitchFamily="34" charset="-122"/>
              </a:rPr>
              <a:t>】 </a:t>
            </a:r>
          </a:p>
        </p:txBody>
      </p:sp>
      <p:sp>
        <p:nvSpPr>
          <p:cNvPr id="141315" name="Rectangle 3"/>
          <p:cNvSpPr>
            <a:spLocks noGrp="1" noChangeArrowheads="1"/>
          </p:cNvSpPr>
          <p:nvPr>
            <p:ph idx="1"/>
          </p:nvPr>
        </p:nvSpPr>
        <p:spPr>
          <a:xfrm>
            <a:off x="827088" y="1906588"/>
            <a:ext cx="7988300" cy="4451350"/>
          </a:xfrm>
        </p:spPr>
        <p:txBody>
          <a:bodyPr/>
          <a:lstStyle/>
          <a:p>
            <a:pPr eaLnBrk="1" hangingPunct="1">
              <a:lnSpc>
                <a:spcPct val="90000"/>
              </a:lnSpc>
              <a:defRPr/>
            </a:pPr>
            <a:r>
              <a:rPr lang="zh-CN" altLang="en-US" sz="2800" dirty="0" smtClean="0">
                <a:effectLst>
                  <a:outerShdw blurRad="38100" dist="38100" dir="2700000" algn="tl">
                    <a:srgbClr val="C0C0C0"/>
                  </a:outerShdw>
                </a:effectLst>
                <a:latin typeface="微软雅黑" pitchFamily="34" charset="-122"/>
                <a:ea typeface="微软雅黑" pitchFamily="34" charset="-122"/>
              </a:rPr>
              <a:t>占据东、西两个山顶的蓝军</a:t>
            </a:r>
            <a:r>
              <a:rPr lang="en-US" altLang="zh-CN" sz="2800" dirty="0" smtClean="0">
                <a:effectLst>
                  <a:outerShdw blurRad="38100" dist="38100" dir="2700000" algn="tl">
                    <a:srgbClr val="C0C0C0"/>
                  </a:outerShdw>
                </a:effectLst>
                <a:latin typeface="微软雅黑" pitchFamily="34" charset="-122"/>
                <a:ea typeface="微软雅黑" pitchFamily="34" charset="-122"/>
              </a:rPr>
              <a:t>1</a:t>
            </a:r>
            <a:r>
              <a:rPr lang="zh-CN" altLang="en-US" sz="2800" dirty="0" smtClean="0">
                <a:effectLst>
                  <a:outerShdw blurRad="38100" dist="38100" dir="2700000" algn="tl">
                    <a:srgbClr val="C0C0C0"/>
                  </a:outerShdw>
                </a:effectLst>
                <a:latin typeface="微软雅黑" pitchFamily="34" charset="-122"/>
                <a:ea typeface="微软雅黑" pitchFamily="34" charset="-122"/>
              </a:rPr>
              <a:t>和蓝军</a:t>
            </a:r>
            <a:r>
              <a:rPr lang="en-US" altLang="zh-CN" sz="2800" dirty="0" smtClean="0">
                <a:effectLst>
                  <a:outerShdw blurRad="38100" dist="38100" dir="2700000" algn="tl">
                    <a:srgbClr val="C0C0C0"/>
                  </a:outerShdw>
                </a:effectLst>
                <a:latin typeface="微软雅黑" pitchFamily="34" charset="-122"/>
                <a:ea typeface="微软雅黑" pitchFamily="34" charset="-122"/>
              </a:rPr>
              <a:t>2</a:t>
            </a:r>
            <a:r>
              <a:rPr lang="zh-CN" altLang="en-US" sz="2800" dirty="0" smtClean="0">
                <a:effectLst>
                  <a:outerShdw blurRad="38100" dist="38100" dir="2700000" algn="tl">
                    <a:srgbClr val="C0C0C0"/>
                  </a:outerShdw>
                </a:effectLst>
                <a:latin typeface="微软雅黑" pitchFamily="34" charset="-122"/>
                <a:ea typeface="微软雅黑" pitchFamily="34" charset="-122"/>
              </a:rPr>
              <a:t>与驻扎在山谷的白军作战。其力量对比是：单独的蓝军</a:t>
            </a:r>
            <a:r>
              <a:rPr lang="en-US" altLang="zh-CN" sz="2800" dirty="0" smtClean="0">
                <a:effectLst>
                  <a:outerShdw blurRad="38100" dist="38100" dir="2700000" algn="tl">
                    <a:srgbClr val="C0C0C0"/>
                  </a:outerShdw>
                </a:effectLst>
                <a:latin typeface="微软雅黑" pitchFamily="34" charset="-122"/>
                <a:ea typeface="微软雅黑" pitchFamily="34" charset="-122"/>
              </a:rPr>
              <a:t>1</a:t>
            </a:r>
            <a:r>
              <a:rPr lang="zh-CN" altLang="en-US" sz="2800" dirty="0" smtClean="0">
                <a:effectLst>
                  <a:outerShdw blurRad="38100" dist="38100" dir="2700000" algn="tl">
                    <a:srgbClr val="C0C0C0"/>
                  </a:outerShdw>
                </a:effectLst>
                <a:latin typeface="微软雅黑" pitchFamily="34" charset="-122"/>
                <a:ea typeface="微软雅黑" pitchFamily="34" charset="-122"/>
              </a:rPr>
              <a:t>或蓝军</a:t>
            </a:r>
            <a:r>
              <a:rPr lang="en-US" altLang="zh-CN" sz="2800" dirty="0" smtClean="0">
                <a:effectLst>
                  <a:outerShdw blurRad="38100" dist="38100" dir="2700000" algn="tl">
                    <a:srgbClr val="C0C0C0"/>
                  </a:outerShdw>
                </a:effectLst>
                <a:latin typeface="微软雅黑" pitchFamily="34" charset="-122"/>
                <a:ea typeface="微软雅黑" pitchFamily="34" charset="-122"/>
              </a:rPr>
              <a:t>2</a:t>
            </a:r>
            <a:r>
              <a:rPr lang="zh-CN" altLang="en-US" sz="2800" dirty="0" smtClean="0">
                <a:effectLst>
                  <a:outerShdw blurRad="38100" dist="38100" dir="2700000" algn="tl">
                    <a:srgbClr val="C0C0C0"/>
                  </a:outerShdw>
                </a:effectLst>
                <a:latin typeface="微软雅黑" pitchFamily="34" charset="-122"/>
                <a:ea typeface="微软雅黑" pitchFamily="34" charset="-122"/>
              </a:rPr>
              <a:t>打不过白军，但蓝军</a:t>
            </a:r>
            <a:r>
              <a:rPr lang="en-US" altLang="zh-CN" sz="2800" dirty="0" smtClean="0">
                <a:effectLst>
                  <a:outerShdw blurRad="38100" dist="38100" dir="2700000" algn="tl">
                    <a:srgbClr val="C0C0C0"/>
                  </a:outerShdw>
                </a:effectLst>
                <a:latin typeface="微软雅黑" pitchFamily="34" charset="-122"/>
                <a:ea typeface="微软雅黑" pitchFamily="34" charset="-122"/>
              </a:rPr>
              <a:t>1</a:t>
            </a:r>
            <a:r>
              <a:rPr lang="zh-CN" altLang="en-US" sz="2800" dirty="0" smtClean="0">
                <a:effectLst>
                  <a:outerShdw blurRad="38100" dist="38100" dir="2700000" algn="tl">
                    <a:srgbClr val="C0C0C0"/>
                  </a:outerShdw>
                </a:effectLst>
                <a:latin typeface="微软雅黑" pitchFamily="34" charset="-122"/>
                <a:ea typeface="微软雅黑" pitchFamily="34" charset="-122"/>
              </a:rPr>
              <a:t>和蓝军</a:t>
            </a:r>
            <a:r>
              <a:rPr lang="en-US" altLang="zh-CN" sz="2800" dirty="0" smtClean="0">
                <a:effectLst>
                  <a:outerShdw blurRad="38100" dist="38100" dir="2700000" algn="tl">
                    <a:srgbClr val="C0C0C0"/>
                  </a:outerShdw>
                </a:effectLst>
                <a:latin typeface="微软雅黑" pitchFamily="34" charset="-122"/>
                <a:ea typeface="微软雅黑" pitchFamily="34" charset="-122"/>
              </a:rPr>
              <a:t>2</a:t>
            </a:r>
            <a:r>
              <a:rPr lang="zh-CN" altLang="en-US" sz="2800" dirty="0" smtClean="0">
                <a:effectLst>
                  <a:outerShdw blurRad="38100" dist="38100" dir="2700000" algn="tl">
                    <a:srgbClr val="C0C0C0"/>
                  </a:outerShdw>
                </a:effectLst>
                <a:latin typeface="微软雅黑" pitchFamily="34" charset="-122"/>
                <a:ea typeface="微软雅黑" pitchFamily="34" charset="-122"/>
              </a:rPr>
              <a:t>协同作战则可战胜白军。现蓝军</a:t>
            </a:r>
            <a:r>
              <a:rPr lang="en-US" altLang="zh-CN" sz="2800" dirty="0" smtClean="0">
                <a:effectLst>
                  <a:outerShdw blurRad="38100" dist="38100" dir="2700000" algn="tl">
                    <a:srgbClr val="C0C0C0"/>
                  </a:outerShdw>
                </a:effectLst>
                <a:latin typeface="微软雅黑" pitchFamily="34" charset="-122"/>
                <a:ea typeface="微软雅黑" pitchFamily="34" charset="-122"/>
              </a:rPr>
              <a:t>1</a:t>
            </a:r>
            <a:r>
              <a:rPr lang="zh-CN" altLang="en-US" sz="2800" dirty="0" smtClean="0">
                <a:effectLst>
                  <a:outerShdw blurRad="38100" dist="38100" dir="2700000" algn="tl">
                    <a:srgbClr val="C0C0C0"/>
                  </a:outerShdw>
                </a:effectLst>
                <a:latin typeface="微软雅黑" pitchFamily="34" charset="-122"/>
                <a:ea typeface="微软雅黑" pitchFamily="34" charset="-122"/>
              </a:rPr>
              <a:t>拟于次日正午向白军发起攻击。于是用计算机发送电文给蓝军</a:t>
            </a:r>
            <a:r>
              <a:rPr lang="en-US" altLang="zh-CN" sz="2800" dirty="0" smtClean="0">
                <a:effectLst>
                  <a:outerShdw blurRad="38100" dist="38100" dir="2700000" algn="tl">
                    <a:srgbClr val="C0C0C0"/>
                  </a:outerShdw>
                </a:effectLst>
                <a:latin typeface="微软雅黑" pitchFamily="34" charset="-122"/>
                <a:ea typeface="微软雅黑" pitchFamily="34" charset="-122"/>
              </a:rPr>
              <a:t>2</a:t>
            </a:r>
            <a:r>
              <a:rPr lang="zh-CN" altLang="en-US" sz="2800" dirty="0" smtClean="0">
                <a:effectLst>
                  <a:outerShdw blurRad="38100" dist="38100" dir="2700000" algn="tl">
                    <a:srgbClr val="C0C0C0"/>
                  </a:outerShdw>
                </a:effectLst>
                <a:latin typeface="微软雅黑" pitchFamily="34" charset="-122"/>
                <a:ea typeface="微软雅黑" pitchFamily="34" charset="-122"/>
              </a:rPr>
              <a:t>。但通信线路很不好，电文出错或丢失的可能性较大（没有电话可使用）。因此要求收到电文的友军必须送回一个确认电文。但此确认电文也可能出错或丢失。试问能否设计出一种协议使得蓝军</a:t>
            </a:r>
            <a:r>
              <a:rPr lang="en-US" altLang="zh-CN" sz="2800" dirty="0" smtClean="0">
                <a:effectLst>
                  <a:outerShdw blurRad="38100" dist="38100" dir="2700000" algn="tl">
                    <a:srgbClr val="C0C0C0"/>
                  </a:outerShdw>
                </a:effectLst>
                <a:latin typeface="微软雅黑" pitchFamily="34" charset="-122"/>
                <a:ea typeface="微软雅黑" pitchFamily="34" charset="-122"/>
              </a:rPr>
              <a:t>1</a:t>
            </a:r>
            <a:r>
              <a:rPr lang="zh-CN" altLang="en-US" sz="2800" dirty="0" smtClean="0">
                <a:effectLst>
                  <a:outerShdw blurRad="38100" dist="38100" dir="2700000" algn="tl">
                    <a:srgbClr val="C0C0C0"/>
                  </a:outerShdw>
                </a:effectLst>
                <a:latin typeface="微软雅黑" pitchFamily="34" charset="-122"/>
                <a:ea typeface="微软雅黑" pitchFamily="34" charset="-122"/>
              </a:rPr>
              <a:t>和蓝军</a:t>
            </a:r>
            <a:r>
              <a:rPr lang="en-US" altLang="zh-CN" sz="2800" dirty="0" smtClean="0">
                <a:effectLst>
                  <a:outerShdw blurRad="38100" dist="38100" dir="2700000" algn="tl">
                    <a:srgbClr val="C0C0C0"/>
                  </a:outerShdw>
                </a:effectLst>
                <a:latin typeface="微软雅黑" pitchFamily="34" charset="-122"/>
                <a:ea typeface="微软雅黑" pitchFamily="34" charset="-122"/>
              </a:rPr>
              <a:t>2</a:t>
            </a:r>
            <a:r>
              <a:rPr lang="zh-CN" altLang="en-US" sz="2800" dirty="0" smtClean="0">
                <a:effectLst>
                  <a:outerShdw blurRad="38100" dist="38100" dir="2700000" algn="tl">
                    <a:srgbClr val="C0C0C0"/>
                  </a:outerShdw>
                </a:effectLst>
                <a:latin typeface="微软雅黑" pitchFamily="34" charset="-122"/>
                <a:ea typeface="微软雅黑" pitchFamily="34" charset="-122"/>
              </a:rPr>
              <a:t>能够实现协同作战因而一定（即</a:t>
            </a:r>
            <a:r>
              <a:rPr lang="en-US" altLang="zh-CN" sz="2800" dirty="0" smtClean="0">
                <a:effectLst>
                  <a:outerShdw blurRad="38100" dist="38100" dir="2700000" algn="tl">
                    <a:srgbClr val="C0C0C0"/>
                  </a:outerShdw>
                </a:effectLst>
                <a:latin typeface="微软雅黑" pitchFamily="34" charset="-122"/>
                <a:ea typeface="微软雅黑" pitchFamily="34" charset="-122"/>
              </a:rPr>
              <a:t>100 %</a:t>
            </a:r>
            <a:r>
              <a:rPr lang="zh-CN" altLang="en-US" sz="2800" dirty="0" smtClean="0">
                <a:effectLst>
                  <a:outerShdw blurRad="38100" dist="38100" dir="2700000" algn="tl">
                    <a:srgbClr val="C0C0C0"/>
                  </a:outerShdw>
                </a:effectLst>
                <a:latin typeface="微软雅黑" pitchFamily="34" charset="-122"/>
                <a:ea typeface="微软雅黑" pitchFamily="34" charset="-122"/>
              </a:rPr>
              <a:t>而不是</a:t>
            </a:r>
            <a:r>
              <a:rPr lang="en-US" altLang="zh-CN" sz="2800" dirty="0" smtClean="0">
                <a:effectLst>
                  <a:outerShdw blurRad="38100" dist="38100" dir="2700000" algn="tl">
                    <a:srgbClr val="C0C0C0"/>
                  </a:outerShdw>
                </a:effectLst>
                <a:latin typeface="微软雅黑" pitchFamily="34" charset="-122"/>
                <a:ea typeface="微软雅黑" pitchFamily="34" charset="-122"/>
              </a:rPr>
              <a:t>99.999…%</a:t>
            </a:r>
            <a:r>
              <a:rPr lang="zh-CN" altLang="en-US" sz="2800" dirty="0" smtClean="0">
                <a:effectLst>
                  <a:outerShdw blurRad="38100" dist="38100" dir="2700000" algn="tl">
                    <a:srgbClr val="C0C0C0"/>
                  </a:outerShdw>
                </a:effectLst>
                <a:latin typeface="微软雅黑" pitchFamily="34" charset="-122"/>
                <a:ea typeface="微软雅黑" pitchFamily="34" charset="-122"/>
              </a:rPr>
              <a:t>）取得胜利？</a:t>
            </a:r>
            <a:r>
              <a:rPr lang="zh-CN" altLang="en-US" sz="2800" dirty="0" smtClean="0">
                <a:latin typeface="微软雅黑" pitchFamily="34" charset="-122"/>
                <a:ea typeface="微软雅黑" pitchFamily="34" charset="-122"/>
              </a:rPr>
              <a:t> </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41315">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1315" grpId="0" build="p"/>
    </p:bld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6914" name="Freeform 2"/>
          <p:cNvSpPr>
            <a:spLocks/>
          </p:cNvSpPr>
          <p:nvPr/>
        </p:nvSpPr>
        <p:spPr bwMode="auto">
          <a:xfrm>
            <a:off x="50800" y="4962525"/>
            <a:ext cx="8974138" cy="1889125"/>
          </a:xfrm>
          <a:custGeom>
            <a:avLst/>
            <a:gdLst>
              <a:gd name="T0" fmla="*/ 0 w 5653"/>
              <a:gd name="T1" fmla="*/ 2147483647 h 1190"/>
              <a:gd name="T2" fmla="*/ 2147483647 w 5653"/>
              <a:gd name="T3" fmla="*/ 2147483647 h 1190"/>
              <a:gd name="T4" fmla="*/ 2147483647 w 5653"/>
              <a:gd name="T5" fmla="*/ 2147483647 h 1190"/>
              <a:gd name="T6" fmla="*/ 2147483647 w 5653"/>
              <a:gd name="T7" fmla="*/ 2147483647 h 1190"/>
              <a:gd name="T8" fmla="*/ 2147483647 w 5653"/>
              <a:gd name="T9" fmla="*/ 2147483647 h 1190"/>
              <a:gd name="T10" fmla="*/ 2147483647 w 5653"/>
              <a:gd name="T11" fmla="*/ 2147483647 h 1190"/>
              <a:gd name="T12" fmla="*/ 2147483647 w 5653"/>
              <a:gd name="T13" fmla="*/ 2147483647 h 1190"/>
              <a:gd name="T14" fmla="*/ 2147483647 w 5653"/>
              <a:gd name="T15" fmla="*/ 2147483647 h 1190"/>
              <a:gd name="T16" fmla="*/ 2147483647 w 5653"/>
              <a:gd name="T17" fmla="*/ 2147483647 h 1190"/>
              <a:gd name="T18" fmla="*/ 2147483647 w 5653"/>
              <a:gd name="T19" fmla="*/ 2147483647 h 1190"/>
              <a:gd name="T20" fmla="*/ 2147483647 w 5653"/>
              <a:gd name="T21" fmla="*/ 2147483647 h 1190"/>
              <a:gd name="T22" fmla="*/ 2147483647 w 5653"/>
              <a:gd name="T23" fmla="*/ 2147483647 h 1190"/>
              <a:gd name="T24" fmla="*/ 2147483647 w 5653"/>
              <a:gd name="T25" fmla="*/ 2147483647 h 1190"/>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5653"/>
              <a:gd name="T40" fmla="*/ 0 h 1190"/>
              <a:gd name="T41" fmla="*/ 5653 w 5653"/>
              <a:gd name="T42" fmla="*/ 1190 h 1190"/>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5653" h="1190">
                <a:moveTo>
                  <a:pt x="0" y="1159"/>
                </a:moveTo>
                <a:cubicBezTo>
                  <a:pt x="153" y="981"/>
                  <a:pt x="637" y="180"/>
                  <a:pt x="928" y="90"/>
                </a:cubicBezTo>
                <a:cubicBezTo>
                  <a:pt x="1219" y="0"/>
                  <a:pt x="1432" y="450"/>
                  <a:pt x="1744" y="618"/>
                </a:cubicBezTo>
                <a:cubicBezTo>
                  <a:pt x="2056" y="786"/>
                  <a:pt x="2528" y="1013"/>
                  <a:pt x="2800" y="1098"/>
                </a:cubicBezTo>
                <a:cubicBezTo>
                  <a:pt x="3072" y="1183"/>
                  <a:pt x="3211" y="1127"/>
                  <a:pt x="3379" y="1127"/>
                </a:cubicBezTo>
                <a:cubicBezTo>
                  <a:pt x="3547" y="1127"/>
                  <a:pt x="3665" y="1175"/>
                  <a:pt x="3808" y="1098"/>
                </a:cubicBezTo>
                <a:cubicBezTo>
                  <a:pt x="3951" y="1021"/>
                  <a:pt x="4115" y="816"/>
                  <a:pt x="4240" y="666"/>
                </a:cubicBezTo>
                <a:cubicBezTo>
                  <a:pt x="4365" y="516"/>
                  <a:pt x="4438" y="272"/>
                  <a:pt x="4558" y="201"/>
                </a:cubicBezTo>
                <a:cubicBezTo>
                  <a:pt x="4678" y="130"/>
                  <a:pt x="4858" y="155"/>
                  <a:pt x="4958" y="243"/>
                </a:cubicBezTo>
                <a:cubicBezTo>
                  <a:pt x="5058" y="331"/>
                  <a:pt x="5098" y="613"/>
                  <a:pt x="5158" y="727"/>
                </a:cubicBezTo>
                <a:cubicBezTo>
                  <a:pt x="5218" y="841"/>
                  <a:pt x="5274" y="876"/>
                  <a:pt x="5316" y="927"/>
                </a:cubicBezTo>
                <a:cubicBezTo>
                  <a:pt x="5358" y="978"/>
                  <a:pt x="5354" y="989"/>
                  <a:pt x="5410" y="1033"/>
                </a:cubicBezTo>
                <a:cubicBezTo>
                  <a:pt x="5466" y="1077"/>
                  <a:pt x="5603" y="1157"/>
                  <a:pt x="5653" y="1190"/>
                </a:cubicBezTo>
              </a:path>
            </a:pathLst>
          </a:custGeom>
          <a:solidFill>
            <a:srgbClr val="663300"/>
          </a:solidFill>
          <a:ln w="9525">
            <a:solidFill>
              <a:schemeClr val="tx1"/>
            </a:solidFill>
            <a:round/>
            <a:headEnd/>
            <a:tailEnd/>
          </a:ln>
        </p:spPr>
        <p:txBody>
          <a:bodyPr wrap="none" anchor="ctr"/>
          <a:lstStyle/>
          <a:p>
            <a:endParaRPr lang="zh-CN" altLang="en-US"/>
          </a:p>
        </p:txBody>
      </p:sp>
      <p:sp>
        <p:nvSpPr>
          <p:cNvPr id="166915" name="Line 3"/>
          <p:cNvSpPr>
            <a:spLocks noChangeShapeType="1"/>
          </p:cNvSpPr>
          <p:nvPr/>
        </p:nvSpPr>
        <p:spPr bwMode="auto">
          <a:xfrm>
            <a:off x="1676400" y="4419600"/>
            <a:ext cx="0" cy="685800"/>
          </a:xfrm>
          <a:prstGeom prst="line">
            <a:avLst/>
          </a:prstGeom>
          <a:noFill/>
          <a:ln w="28575">
            <a:solidFill>
              <a:srgbClr val="000000"/>
            </a:solidFill>
            <a:round/>
            <a:headEnd/>
            <a:tailEnd/>
          </a:ln>
        </p:spPr>
        <p:txBody>
          <a:bodyPr wrap="none" anchor="ctr"/>
          <a:lstStyle/>
          <a:p>
            <a:endParaRPr lang="zh-CN" altLang="en-US"/>
          </a:p>
        </p:txBody>
      </p:sp>
      <p:sp>
        <p:nvSpPr>
          <p:cNvPr id="166916" name="AutoShape 4"/>
          <p:cNvSpPr>
            <a:spLocks noChangeArrowheads="1"/>
          </p:cNvSpPr>
          <p:nvPr/>
        </p:nvSpPr>
        <p:spPr bwMode="auto">
          <a:xfrm rot="-252939">
            <a:off x="1676400" y="4419600"/>
            <a:ext cx="838200" cy="533400"/>
          </a:xfrm>
          <a:prstGeom prst="wave">
            <a:avLst>
              <a:gd name="adj1" fmla="val 12500"/>
              <a:gd name="adj2" fmla="val -1639"/>
            </a:avLst>
          </a:prstGeom>
          <a:solidFill>
            <a:srgbClr val="333399"/>
          </a:solidFill>
          <a:ln w="9525">
            <a:noFill/>
            <a:round/>
            <a:headEnd/>
            <a:tailEnd/>
          </a:ln>
        </p:spPr>
        <p:txBody>
          <a:bodyPr wrap="none" anchor="ctr"/>
          <a:lstStyle/>
          <a:p>
            <a:endParaRPr lang="zh-CN" altLang="en-US"/>
          </a:p>
        </p:txBody>
      </p:sp>
      <p:sp>
        <p:nvSpPr>
          <p:cNvPr id="166917" name="Line 5"/>
          <p:cNvSpPr>
            <a:spLocks noChangeShapeType="1"/>
          </p:cNvSpPr>
          <p:nvPr/>
        </p:nvSpPr>
        <p:spPr bwMode="auto">
          <a:xfrm>
            <a:off x="7543800" y="4572000"/>
            <a:ext cx="0" cy="685800"/>
          </a:xfrm>
          <a:prstGeom prst="line">
            <a:avLst/>
          </a:prstGeom>
          <a:noFill/>
          <a:ln w="28575">
            <a:solidFill>
              <a:srgbClr val="000000"/>
            </a:solidFill>
            <a:round/>
            <a:headEnd/>
            <a:tailEnd/>
          </a:ln>
        </p:spPr>
        <p:txBody>
          <a:bodyPr wrap="none" anchor="ctr"/>
          <a:lstStyle/>
          <a:p>
            <a:endParaRPr lang="zh-CN" altLang="en-US"/>
          </a:p>
        </p:txBody>
      </p:sp>
      <p:sp>
        <p:nvSpPr>
          <p:cNvPr id="166918" name="AutoShape 6"/>
          <p:cNvSpPr>
            <a:spLocks noChangeArrowheads="1"/>
          </p:cNvSpPr>
          <p:nvPr/>
        </p:nvSpPr>
        <p:spPr bwMode="auto">
          <a:xfrm rot="-252939">
            <a:off x="7543800" y="4572000"/>
            <a:ext cx="838200" cy="533400"/>
          </a:xfrm>
          <a:prstGeom prst="wave">
            <a:avLst>
              <a:gd name="adj1" fmla="val 12500"/>
              <a:gd name="adj2" fmla="val -1639"/>
            </a:avLst>
          </a:prstGeom>
          <a:solidFill>
            <a:srgbClr val="333399"/>
          </a:solidFill>
          <a:ln w="9525">
            <a:noFill/>
            <a:round/>
            <a:headEnd/>
            <a:tailEnd/>
          </a:ln>
        </p:spPr>
        <p:txBody>
          <a:bodyPr wrap="none" anchor="ctr"/>
          <a:lstStyle/>
          <a:p>
            <a:endParaRPr lang="zh-CN" altLang="en-US"/>
          </a:p>
        </p:txBody>
      </p:sp>
      <p:sp>
        <p:nvSpPr>
          <p:cNvPr id="166919" name="AutoShape 7"/>
          <p:cNvSpPr>
            <a:spLocks noChangeArrowheads="1"/>
          </p:cNvSpPr>
          <p:nvPr/>
        </p:nvSpPr>
        <p:spPr bwMode="auto">
          <a:xfrm rot="-252939">
            <a:off x="4668838" y="5859463"/>
            <a:ext cx="1276350" cy="762000"/>
          </a:xfrm>
          <a:prstGeom prst="wave">
            <a:avLst>
              <a:gd name="adj1" fmla="val 12500"/>
              <a:gd name="adj2" fmla="val -1639"/>
            </a:avLst>
          </a:prstGeom>
          <a:solidFill>
            <a:schemeClr val="bg1"/>
          </a:solidFill>
          <a:ln w="9525">
            <a:solidFill>
              <a:srgbClr val="333399"/>
            </a:solidFill>
            <a:round/>
            <a:headEnd/>
            <a:tailEnd/>
          </a:ln>
        </p:spPr>
        <p:txBody>
          <a:bodyPr wrap="none" anchor="ctr"/>
          <a:lstStyle/>
          <a:p>
            <a:endParaRPr lang="zh-CN" altLang="en-US"/>
          </a:p>
        </p:txBody>
      </p:sp>
      <p:sp>
        <p:nvSpPr>
          <p:cNvPr id="166920" name="Line 8"/>
          <p:cNvSpPr>
            <a:spLocks noChangeShapeType="1"/>
          </p:cNvSpPr>
          <p:nvPr/>
        </p:nvSpPr>
        <p:spPr bwMode="auto">
          <a:xfrm>
            <a:off x="4703763" y="5867400"/>
            <a:ext cx="0" cy="862013"/>
          </a:xfrm>
          <a:prstGeom prst="line">
            <a:avLst/>
          </a:prstGeom>
          <a:noFill/>
          <a:ln w="28575">
            <a:solidFill>
              <a:srgbClr val="000000"/>
            </a:solidFill>
            <a:round/>
            <a:headEnd/>
            <a:tailEnd/>
          </a:ln>
        </p:spPr>
        <p:txBody>
          <a:bodyPr wrap="none" anchor="ctr"/>
          <a:lstStyle/>
          <a:p>
            <a:endParaRPr lang="zh-CN" altLang="en-US"/>
          </a:p>
        </p:txBody>
      </p:sp>
      <p:grpSp>
        <p:nvGrpSpPr>
          <p:cNvPr id="2" name="Group 9"/>
          <p:cNvGrpSpPr>
            <a:grpSpLocks/>
          </p:cNvGrpSpPr>
          <p:nvPr/>
        </p:nvGrpSpPr>
        <p:grpSpPr bwMode="auto">
          <a:xfrm>
            <a:off x="250825" y="304800"/>
            <a:ext cx="3505200" cy="914400"/>
            <a:chOff x="912" y="192"/>
            <a:chExt cx="2208" cy="576"/>
          </a:xfrm>
        </p:grpSpPr>
        <p:sp>
          <p:nvSpPr>
            <p:cNvPr id="166938" name="AutoShape 10"/>
            <p:cNvSpPr>
              <a:spLocks noChangeArrowheads="1"/>
            </p:cNvSpPr>
            <p:nvPr/>
          </p:nvSpPr>
          <p:spPr bwMode="auto">
            <a:xfrm>
              <a:off x="912" y="192"/>
              <a:ext cx="2208" cy="576"/>
            </a:xfrm>
            <a:prstGeom prst="rightArrow">
              <a:avLst>
                <a:gd name="adj1" fmla="val 50000"/>
                <a:gd name="adj2" fmla="val 95833"/>
              </a:avLst>
            </a:prstGeom>
            <a:solidFill>
              <a:srgbClr val="009900"/>
            </a:solidFill>
            <a:ln w="9525">
              <a:noFill/>
              <a:miter lim="800000"/>
              <a:headEnd/>
              <a:tailEnd/>
            </a:ln>
          </p:spPr>
          <p:txBody>
            <a:bodyPr wrap="none" anchor="ctr"/>
            <a:lstStyle/>
            <a:p>
              <a:endParaRPr lang="zh-CN" altLang="en-US"/>
            </a:p>
          </p:txBody>
        </p:sp>
        <p:sp>
          <p:nvSpPr>
            <p:cNvPr id="142347" name="Text Box 11"/>
            <p:cNvSpPr txBox="1">
              <a:spLocks noChangeArrowheads="1"/>
            </p:cNvSpPr>
            <p:nvPr/>
          </p:nvSpPr>
          <p:spPr bwMode="auto">
            <a:xfrm>
              <a:off x="912" y="336"/>
              <a:ext cx="2036" cy="288"/>
            </a:xfrm>
            <a:prstGeom prst="rect">
              <a:avLst/>
            </a:prstGeom>
            <a:noFill/>
            <a:ln w="9525">
              <a:noFill/>
              <a:miter lim="800000"/>
              <a:headEnd/>
              <a:tailEnd/>
            </a:ln>
            <a:effectLst/>
          </p:spPr>
          <p:txBody>
            <a:bodyPr wrap="none">
              <a:spAutoFit/>
            </a:bodyPr>
            <a:lstStyle/>
            <a:p>
              <a:pPr>
                <a:defRPr/>
              </a:pPr>
              <a:r>
                <a:rPr kumimoji="1" lang="zh-CN" altLang="en-US" sz="2400">
                  <a:solidFill>
                    <a:srgbClr val="FFFF00"/>
                  </a:solidFill>
                  <a:effectLst>
                    <a:outerShdw blurRad="38100" dist="38100" dir="2700000" algn="tl">
                      <a:srgbClr val="C0C0C0"/>
                    </a:outerShdw>
                  </a:effectLst>
                  <a:latin typeface="Times New Roman" pitchFamily="18" charset="0"/>
                  <a:ea typeface="黑体" pitchFamily="2" charset="-122"/>
                </a:rPr>
                <a:t>明日正午进攻，如何？</a:t>
              </a:r>
            </a:p>
          </p:txBody>
        </p:sp>
      </p:grpSp>
      <p:grpSp>
        <p:nvGrpSpPr>
          <p:cNvPr id="3" name="Group 12"/>
          <p:cNvGrpSpPr>
            <a:grpSpLocks/>
          </p:cNvGrpSpPr>
          <p:nvPr/>
        </p:nvGrpSpPr>
        <p:grpSpPr bwMode="auto">
          <a:xfrm>
            <a:off x="5243513" y="1066800"/>
            <a:ext cx="3505200" cy="914400"/>
            <a:chOff x="3303" y="672"/>
            <a:chExt cx="2208" cy="576"/>
          </a:xfrm>
        </p:grpSpPr>
        <p:sp>
          <p:nvSpPr>
            <p:cNvPr id="166936" name="AutoShape 13"/>
            <p:cNvSpPr>
              <a:spLocks noChangeArrowheads="1"/>
            </p:cNvSpPr>
            <p:nvPr/>
          </p:nvSpPr>
          <p:spPr bwMode="auto">
            <a:xfrm rot="10800000">
              <a:off x="3303" y="672"/>
              <a:ext cx="2208" cy="576"/>
            </a:xfrm>
            <a:prstGeom prst="rightArrow">
              <a:avLst>
                <a:gd name="adj1" fmla="val 50000"/>
                <a:gd name="adj2" fmla="val 95833"/>
              </a:avLst>
            </a:prstGeom>
            <a:solidFill>
              <a:srgbClr val="FFFF99"/>
            </a:solidFill>
            <a:ln w="9525">
              <a:solidFill>
                <a:srgbClr val="333399"/>
              </a:solidFill>
              <a:miter lim="800000"/>
              <a:headEnd/>
              <a:tailEnd/>
            </a:ln>
          </p:spPr>
          <p:txBody>
            <a:bodyPr wrap="none" anchor="ctr"/>
            <a:lstStyle/>
            <a:p>
              <a:endParaRPr lang="zh-CN" altLang="en-US"/>
            </a:p>
          </p:txBody>
        </p:sp>
        <p:sp>
          <p:nvSpPr>
            <p:cNvPr id="166937" name="Text Box 14"/>
            <p:cNvSpPr txBox="1">
              <a:spLocks noChangeArrowheads="1"/>
            </p:cNvSpPr>
            <p:nvPr/>
          </p:nvSpPr>
          <p:spPr bwMode="auto">
            <a:xfrm>
              <a:off x="3907" y="816"/>
              <a:ext cx="500" cy="288"/>
            </a:xfrm>
            <a:prstGeom prst="rect">
              <a:avLst/>
            </a:prstGeom>
            <a:noFill/>
            <a:ln w="9525">
              <a:noFill/>
              <a:miter lim="800000"/>
              <a:headEnd/>
              <a:tailEnd/>
            </a:ln>
          </p:spPr>
          <p:txBody>
            <a:bodyPr wrap="none">
              <a:spAutoFit/>
            </a:bodyPr>
            <a:lstStyle/>
            <a:p>
              <a:r>
                <a:rPr kumimoji="1" lang="zh-CN" altLang="en-US" sz="2400">
                  <a:solidFill>
                    <a:schemeClr val="tx2"/>
                  </a:solidFill>
                  <a:latin typeface="Times New Roman" pitchFamily="18" charset="0"/>
                  <a:ea typeface="黑体" pitchFamily="49" charset="-122"/>
                </a:rPr>
                <a:t>同意</a:t>
              </a:r>
            </a:p>
          </p:txBody>
        </p:sp>
      </p:grpSp>
      <p:grpSp>
        <p:nvGrpSpPr>
          <p:cNvPr id="4" name="Group 15"/>
          <p:cNvGrpSpPr>
            <a:grpSpLocks/>
          </p:cNvGrpSpPr>
          <p:nvPr/>
        </p:nvGrpSpPr>
        <p:grpSpPr bwMode="auto">
          <a:xfrm>
            <a:off x="250825" y="1752600"/>
            <a:ext cx="3505200" cy="914400"/>
            <a:chOff x="912" y="192"/>
            <a:chExt cx="2208" cy="576"/>
          </a:xfrm>
        </p:grpSpPr>
        <p:sp>
          <p:nvSpPr>
            <p:cNvPr id="166934" name="AutoShape 16"/>
            <p:cNvSpPr>
              <a:spLocks noChangeArrowheads="1"/>
            </p:cNvSpPr>
            <p:nvPr/>
          </p:nvSpPr>
          <p:spPr bwMode="auto">
            <a:xfrm>
              <a:off x="912" y="192"/>
              <a:ext cx="2208" cy="576"/>
            </a:xfrm>
            <a:prstGeom prst="rightArrow">
              <a:avLst>
                <a:gd name="adj1" fmla="val 50000"/>
                <a:gd name="adj2" fmla="val 95833"/>
              </a:avLst>
            </a:prstGeom>
            <a:solidFill>
              <a:srgbClr val="009900"/>
            </a:solidFill>
            <a:ln w="9525">
              <a:noFill/>
              <a:miter lim="800000"/>
              <a:headEnd/>
              <a:tailEnd/>
            </a:ln>
          </p:spPr>
          <p:txBody>
            <a:bodyPr wrap="none" anchor="ctr"/>
            <a:lstStyle/>
            <a:p>
              <a:endParaRPr lang="zh-CN" altLang="en-US"/>
            </a:p>
          </p:txBody>
        </p:sp>
        <p:sp>
          <p:nvSpPr>
            <p:cNvPr id="142353" name="Text Box 17"/>
            <p:cNvSpPr txBox="1">
              <a:spLocks noChangeArrowheads="1"/>
            </p:cNvSpPr>
            <p:nvPr/>
          </p:nvSpPr>
          <p:spPr bwMode="auto">
            <a:xfrm>
              <a:off x="912" y="336"/>
              <a:ext cx="1054" cy="288"/>
            </a:xfrm>
            <a:prstGeom prst="rect">
              <a:avLst/>
            </a:prstGeom>
            <a:noFill/>
            <a:ln w="9525">
              <a:noFill/>
              <a:miter lim="800000"/>
              <a:headEnd/>
              <a:tailEnd/>
            </a:ln>
            <a:effectLst/>
          </p:spPr>
          <p:txBody>
            <a:bodyPr wrap="none">
              <a:spAutoFit/>
            </a:bodyPr>
            <a:lstStyle/>
            <a:p>
              <a:pPr>
                <a:defRPr/>
              </a:pPr>
              <a:r>
                <a:rPr kumimoji="1" lang="zh-CN" altLang="en-US" sz="2400">
                  <a:solidFill>
                    <a:srgbClr val="FFFF00"/>
                  </a:solidFill>
                  <a:effectLst>
                    <a:outerShdw blurRad="38100" dist="38100" dir="2700000" algn="tl">
                      <a:srgbClr val="C0C0C0"/>
                    </a:outerShdw>
                  </a:effectLst>
                  <a:latin typeface="Times New Roman" pitchFamily="18" charset="0"/>
                  <a:ea typeface="黑体" pitchFamily="2" charset="-122"/>
                </a:rPr>
                <a:t>收到“同意”</a:t>
              </a:r>
            </a:p>
          </p:txBody>
        </p:sp>
      </p:grpSp>
      <p:grpSp>
        <p:nvGrpSpPr>
          <p:cNvPr id="5" name="Group 18"/>
          <p:cNvGrpSpPr>
            <a:grpSpLocks/>
          </p:cNvGrpSpPr>
          <p:nvPr/>
        </p:nvGrpSpPr>
        <p:grpSpPr bwMode="auto">
          <a:xfrm>
            <a:off x="5243513" y="2438400"/>
            <a:ext cx="3505200" cy="914400"/>
            <a:chOff x="3303" y="1536"/>
            <a:chExt cx="2208" cy="576"/>
          </a:xfrm>
        </p:grpSpPr>
        <p:sp>
          <p:nvSpPr>
            <p:cNvPr id="166932" name="AutoShape 19"/>
            <p:cNvSpPr>
              <a:spLocks noChangeArrowheads="1"/>
            </p:cNvSpPr>
            <p:nvPr/>
          </p:nvSpPr>
          <p:spPr bwMode="auto">
            <a:xfrm rot="10800000">
              <a:off x="3303" y="1536"/>
              <a:ext cx="2208" cy="576"/>
            </a:xfrm>
            <a:prstGeom prst="rightArrow">
              <a:avLst>
                <a:gd name="adj1" fmla="val 50000"/>
                <a:gd name="adj2" fmla="val 95833"/>
              </a:avLst>
            </a:prstGeom>
            <a:solidFill>
              <a:srgbClr val="FFFF99"/>
            </a:solidFill>
            <a:ln w="9525">
              <a:solidFill>
                <a:srgbClr val="333399"/>
              </a:solidFill>
              <a:miter lim="800000"/>
              <a:headEnd/>
              <a:tailEnd/>
            </a:ln>
          </p:spPr>
          <p:txBody>
            <a:bodyPr wrap="none" anchor="ctr"/>
            <a:lstStyle/>
            <a:p>
              <a:endParaRPr lang="zh-CN" altLang="en-US"/>
            </a:p>
          </p:txBody>
        </p:sp>
        <p:sp>
          <p:nvSpPr>
            <p:cNvPr id="166933" name="Text Box 20"/>
            <p:cNvSpPr txBox="1">
              <a:spLocks noChangeArrowheads="1"/>
            </p:cNvSpPr>
            <p:nvPr/>
          </p:nvSpPr>
          <p:spPr bwMode="auto">
            <a:xfrm>
              <a:off x="3495" y="1680"/>
              <a:ext cx="1630" cy="288"/>
            </a:xfrm>
            <a:prstGeom prst="rect">
              <a:avLst/>
            </a:prstGeom>
            <a:noFill/>
            <a:ln w="9525">
              <a:noFill/>
              <a:miter lim="800000"/>
              <a:headEnd/>
              <a:tailEnd/>
            </a:ln>
          </p:spPr>
          <p:txBody>
            <a:bodyPr wrap="none">
              <a:spAutoFit/>
            </a:bodyPr>
            <a:lstStyle/>
            <a:p>
              <a:r>
                <a:rPr kumimoji="1" lang="zh-CN" altLang="en-US" sz="2400">
                  <a:solidFill>
                    <a:schemeClr val="tx2"/>
                  </a:solidFill>
                  <a:latin typeface="Times New Roman" pitchFamily="18" charset="0"/>
                  <a:ea typeface="黑体" pitchFamily="49" charset="-122"/>
                </a:rPr>
                <a:t>收到</a:t>
              </a:r>
              <a:r>
                <a:rPr kumimoji="1" lang="zh-CN" altLang="en-US" sz="2400">
                  <a:latin typeface="Times New Roman" pitchFamily="18" charset="0"/>
                  <a:ea typeface="黑体" pitchFamily="49" charset="-122"/>
                </a:rPr>
                <a:t>：</a:t>
              </a:r>
              <a:r>
                <a:rPr kumimoji="1" lang="zh-CN" altLang="en-US" sz="2400">
                  <a:solidFill>
                    <a:schemeClr val="tx2"/>
                  </a:solidFill>
                  <a:latin typeface="Times New Roman" pitchFamily="18" charset="0"/>
                  <a:ea typeface="黑体" pitchFamily="49" charset="-122"/>
                </a:rPr>
                <a:t>收到“同意”</a:t>
              </a:r>
              <a:endParaRPr kumimoji="1" lang="zh-CN" altLang="en-US" sz="2400">
                <a:latin typeface="Times New Roman" pitchFamily="18" charset="0"/>
                <a:ea typeface="黑体" pitchFamily="49" charset="-122"/>
              </a:endParaRPr>
            </a:p>
          </p:txBody>
        </p:sp>
      </p:grpSp>
      <p:sp>
        <p:nvSpPr>
          <p:cNvPr id="142357" name="Text Box 21"/>
          <p:cNvSpPr txBox="1">
            <a:spLocks noChangeArrowheads="1"/>
          </p:cNvSpPr>
          <p:nvPr/>
        </p:nvSpPr>
        <p:spPr bwMode="auto">
          <a:xfrm>
            <a:off x="971550" y="2878138"/>
            <a:ext cx="1022350" cy="1098550"/>
          </a:xfrm>
          <a:prstGeom prst="rect">
            <a:avLst/>
          </a:prstGeom>
          <a:noFill/>
          <a:ln w="12700" cap="sq">
            <a:noFill/>
            <a:miter lim="800000"/>
            <a:headEnd type="none" w="sm" len="sm"/>
            <a:tailEnd type="none" w="sm" len="sm"/>
          </a:ln>
        </p:spPr>
        <p:txBody>
          <a:bodyPr wrap="none">
            <a:spAutoFit/>
          </a:bodyPr>
          <a:lstStyle/>
          <a:p>
            <a:r>
              <a:rPr kumimoji="1" lang="en-US" altLang="zh-CN" sz="6600" b="1">
                <a:solidFill>
                  <a:schemeClr val="bg2"/>
                </a:solidFill>
                <a:latin typeface="Times New Roman" pitchFamily="18" charset="0"/>
                <a:ea typeface="黑体" pitchFamily="49" charset="-122"/>
              </a:rPr>
              <a:t>…</a:t>
            </a:r>
          </a:p>
        </p:txBody>
      </p:sp>
      <p:sp>
        <p:nvSpPr>
          <p:cNvPr id="142358" name="Text Box 22"/>
          <p:cNvSpPr txBox="1">
            <a:spLocks noChangeArrowheads="1"/>
          </p:cNvSpPr>
          <p:nvPr/>
        </p:nvSpPr>
        <p:spPr bwMode="auto">
          <a:xfrm>
            <a:off x="7005638" y="3321050"/>
            <a:ext cx="1022350" cy="1098550"/>
          </a:xfrm>
          <a:prstGeom prst="rect">
            <a:avLst/>
          </a:prstGeom>
          <a:noFill/>
          <a:ln w="12700" cap="sq">
            <a:noFill/>
            <a:miter lim="800000"/>
            <a:headEnd type="none" w="sm" len="sm"/>
            <a:tailEnd type="none" w="sm" len="sm"/>
          </a:ln>
        </p:spPr>
        <p:txBody>
          <a:bodyPr wrap="none">
            <a:spAutoFit/>
          </a:bodyPr>
          <a:lstStyle/>
          <a:p>
            <a:r>
              <a:rPr kumimoji="1" lang="en-US" altLang="zh-CN" sz="6600" b="1">
                <a:solidFill>
                  <a:schemeClr val="bg2"/>
                </a:solidFill>
                <a:latin typeface="Times New Roman" pitchFamily="18" charset="0"/>
                <a:ea typeface="黑体" pitchFamily="49" charset="-122"/>
              </a:rPr>
              <a:t>…</a:t>
            </a:r>
          </a:p>
        </p:txBody>
      </p:sp>
      <p:sp>
        <p:nvSpPr>
          <p:cNvPr id="142359" name="Text Box 23"/>
          <p:cNvSpPr txBox="1">
            <a:spLocks noChangeArrowheads="1"/>
          </p:cNvSpPr>
          <p:nvPr/>
        </p:nvSpPr>
        <p:spPr bwMode="auto">
          <a:xfrm>
            <a:off x="971550" y="2895600"/>
            <a:ext cx="1022350" cy="1098550"/>
          </a:xfrm>
          <a:prstGeom prst="rect">
            <a:avLst/>
          </a:prstGeom>
          <a:noFill/>
          <a:ln w="12700" cap="sq">
            <a:noFill/>
            <a:miter lim="800000"/>
            <a:headEnd type="none" w="sm" len="sm"/>
            <a:tailEnd type="none" w="sm" len="sm"/>
          </a:ln>
        </p:spPr>
        <p:txBody>
          <a:bodyPr wrap="none">
            <a:spAutoFit/>
          </a:bodyPr>
          <a:lstStyle/>
          <a:p>
            <a:r>
              <a:rPr kumimoji="1" lang="en-US" altLang="zh-CN" sz="6600" b="1">
                <a:solidFill>
                  <a:schemeClr val="bg2"/>
                </a:solidFill>
                <a:latin typeface="Times New Roman" pitchFamily="18" charset="0"/>
                <a:ea typeface="黑体" pitchFamily="49" charset="-122"/>
              </a:rPr>
              <a:t>…</a:t>
            </a:r>
          </a:p>
        </p:txBody>
      </p:sp>
      <p:sp>
        <p:nvSpPr>
          <p:cNvPr id="142360" name="Text Box 24"/>
          <p:cNvSpPr txBox="1">
            <a:spLocks noChangeArrowheads="1"/>
          </p:cNvSpPr>
          <p:nvPr/>
        </p:nvSpPr>
        <p:spPr bwMode="auto">
          <a:xfrm>
            <a:off x="7005638" y="3338513"/>
            <a:ext cx="1022350" cy="1098550"/>
          </a:xfrm>
          <a:prstGeom prst="rect">
            <a:avLst/>
          </a:prstGeom>
          <a:noFill/>
          <a:ln w="12700" cap="sq">
            <a:noFill/>
            <a:miter lim="800000"/>
            <a:headEnd type="none" w="sm" len="sm"/>
            <a:tailEnd type="none" w="sm" len="sm"/>
          </a:ln>
        </p:spPr>
        <p:txBody>
          <a:bodyPr wrap="none">
            <a:spAutoFit/>
          </a:bodyPr>
          <a:lstStyle/>
          <a:p>
            <a:r>
              <a:rPr kumimoji="1" lang="en-US" altLang="zh-CN" sz="6600" b="1">
                <a:solidFill>
                  <a:schemeClr val="bg2"/>
                </a:solidFill>
                <a:latin typeface="Times New Roman" pitchFamily="18" charset="0"/>
                <a:ea typeface="黑体" pitchFamily="49" charset="-122"/>
              </a:rPr>
              <a:t>…</a:t>
            </a:r>
          </a:p>
        </p:txBody>
      </p:sp>
      <p:sp>
        <p:nvSpPr>
          <p:cNvPr id="142361" name="Text Box 25"/>
          <p:cNvSpPr txBox="1">
            <a:spLocks noChangeArrowheads="1"/>
          </p:cNvSpPr>
          <p:nvPr/>
        </p:nvSpPr>
        <p:spPr bwMode="auto">
          <a:xfrm>
            <a:off x="971550" y="2913063"/>
            <a:ext cx="1022350" cy="1098550"/>
          </a:xfrm>
          <a:prstGeom prst="rect">
            <a:avLst/>
          </a:prstGeom>
          <a:noFill/>
          <a:ln w="12700" cap="sq">
            <a:noFill/>
            <a:miter lim="800000"/>
            <a:headEnd type="none" w="sm" len="sm"/>
            <a:tailEnd type="none" w="sm" len="sm"/>
          </a:ln>
        </p:spPr>
        <p:txBody>
          <a:bodyPr wrap="none">
            <a:spAutoFit/>
          </a:bodyPr>
          <a:lstStyle/>
          <a:p>
            <a:r>
              <a:rPr kumimoji="1" lang="en-US" altLang="zh-CN" sz="6600" b="1">
                <a:solidFill>
                  <a:schemeClr val="bg2"/>
                </a:solidFill>
                <a:latin typeface="Times New Roman" pitchFamily="18" charset="0"/>
                <a:ea typeface="黑体" pitchFamily="49" charset="-122"/>
              </a:rPr>
              <a:t>…</a:t>
            </a:r>
          </a:p>
        </p:txBody>
      </p:sp>
      <p:sp>
        <p:nvSpPr>
          <p:cNvPr id="142362" name="Text Box 26"/>
          <p:cNvSpPr txBox="1">
            <a:spLocks noChangeArrowheads="1"/>
          </p:cNvSpPr>
          <p:nvPr/>
        </p:nvSpPr>
        <p:spPr bwMode="auto">
          <a:xfrm>
            <a:off x="7005638" y="3355975"/>
            <a:ext cx="1022350" cy="1098550"/>
          </a:xfrm>
          <a:prstGeom prst="rect">
            <a:avLst/>
          </a:prstGeom>
          <a:noFill/>
          <a:ln w="12700" cap="sq">
            <a:noFill/>
            <a:miter lim="800000"/>
            <a:headEnd type="none" w="sm" len="sm"/>
            <a:tailEnd type="none" w="sm" len="sm"/>
          </a:ln>
        </p:spPr>
        <p:txBody>
          <a:bodyPr wrap="none">
            <a:spAutoFit/>
          </a:bodyPr>
          <a:lstStyle/>
          <a:p>
            <a:r>
              <a:rPr kumimoji="1" lang="en-US" altLang="zh-CN" sz="6600" b="1">
                <a:solidFill>
                  <a:schemeClr val="bg2"/>
                </a:solidFill>
                <a:latin typeface="Times New Roman" pitchFamily="18" charset="0"/>
                <a:ea typeface="黑体" pitchFamily="49" charset="-122"/>
              </a:rPr>
              <a:t>…</a:t>
            </a:r>
          </a:p>
        </p:txBody>
      </p:sp>
      <p:sp>
        <p:nvSpPr>
          <p:cNvPr id="142363" name="Text Box 27"/>
          <p:cNvSpPr txBox="1">
            <a:spLocks noChangeArrowheads="1"/>
          </p:cNvSpPr>
          <p:nvPr/>
        </p:nvSpPr>
        <p:spPr bwMode="auto">
          <a:xfrm>
            <a:off x="1547813" y="1773238"/>
            <a:ext cx="6280150" cy="823912"/>
          </a:xfrm>
          <a:prstGeom prst="rect">
            <a:avLst/>
          </a:prstGeom>
          <a:solidFill>
            <a:srgbClr val="FF3300"/>
          </a:solidFill>
          <a:ln w="9525">
            <a:noFill/>
            <a:miter lim="800000"/>
            <a:headEnd/>
            <a:tailEnd/>
          </a:ln>
          <a:effectLst/>
        </p:spPr>
        <p:txBody>
          <a:bodyPr wrap="none">
            <a:spAutoFit/>
          </a:bodyPr>
          <a:lstStyle/>
          <a:p>
            <a:pPr>
              <a:defRPr/>
            </a:pPr>
            <a:r>
              <a:rPr lang="zh-CN" altLang="en-US" sz="4800">
                <a:effectLst>
                  <a:outerShdw blurRad="38100" dist="38100" dir="2700000" algn="tl">
                    <a:srgbClr val="FFFFFF"/>
                  </a:outerShdw>
                </a:effectLst>
                <a:latin typeface="Bookman Old Style" pitchFamily="18" charset="0"/>
                <a:ea typeface="黑体" pitchFamily="2" charset="-122"/>
              </a:rPr>
              <a:t>这样的协议无法实现！</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after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par>
                          <p:cTn id="7" fill="hold">
                            <p:stCondLst>
                              <p:cond delay="0"/>
                            </p:stCondLst>
                            <p:childTnLst>
                              <p:par>
                                <p:cTn id="8" presetID="63" presetClass="path" presetSubtype="0" accel="50000" decel="50000" fill="hold" nodeType="afterEffect">
                                  <p:stCondLst>
                                    <p:cond delay="0"/>
                                  </p:stCondLst>
                                  <p:childTnLst>
                                    <p:animMotion origin="layout" path="M 2.77778E-6 -1.11111E-6 L 0.58021 0.00046 " pathEditMode="relative" rAng="0" ptsTypes="AA">
                                      <p:cBhvr>
                                        <p:cTn id="9" dur="5000" fill="hold"/>
                                        <p:tgtEl>
                                          <p:spTgt spid="2"/>
                                        </p:tgtEl>
                                        <p:attrNameLst>
                                          <p:attrName>ppt_x</p:attrName>
                                          <p:attrName>ppt_y</p:attrName>
                                        </p:attrNameLst>
                                      </p:cBhvr>
                                      <p:rCtr x="290" y="0"/>
                                    </p:animMotion>
                                  </p:childTnLst>
                                </p:cTn>
                              </p:par>
                            </p:childTnLst>
                          </p:cTn>
                        </p:par>
                        <p:par>
                          <p:cTn id="10" fill="hold">
                            <p:stCondLst>
                              <p:cond delay="5000"/>
                            </p:stCondLst>
                            <p:childTnLst>
                              <p:par>
                                <p:cTn id="11" presetID="1" presetClass="entr" presetSubtype="0" fill="hold" nodeType="afterEffect">
                                  <p:stCondLst>
                                    <p:cond delay="500"/>
                                  </p:stCondLst>
                                  <p:childTnLst>
                                    <p:set>
                                      <p:cBhvr>
                                        <p:cTn id="12" dur="1" fill="hold">
                                          <p:stCondLst>
                                            <p:cond delay="0"/>
                                          </p:stCondLst>
                                        </p:cTn>
                                        <p:tgtEl>
                                          <p:spTgt spid="3"/>
                                        </p:tgtEl>
                                        <p:attrNameLst>
                                          <p:attrName>style.visibility</p:attrName>
                                        </p:attrNameLst>
                                      </p:cBhvr>
                                      <p:to>
                                        <p:strVal val="visible"/>
                                      </p:to>
                                    </p:set>
                                  </p:childTnLst>
                                </p:cTn>
                              </p:par>
                            </p:childTnLst>
                          </p:cTn>
                        </p:par>
                        <p:par>
                          <p:cTn id="13" fill="hold">
                            <p:stCondLst>
                              <p:cond delay="5500"/>
                            </p:stCondLst>
                            <p:childTnLst>
                              <p:par>
                                <p:cTn id="14" presetID="35" presetClass="path" presetSubtype="0" accel="50000" decel="50000" fill="hold" nodeType="afterEffect">
                                  <p:stCondLst>
                                    <p:cond delay="0"/>
                                  </p:stCondLst>
                                  <p:childTnLst>
                                    <p:animMotion origin="layout" path="M -4.16667E-6 -2.22222E-6 L -0.55642 -0.00578 " pathEditMode="relative" rAng="0" ptsTypes="AA">
                                      <p:cBhvr>
                                        <p:cTn id="15" dur="2000" fill="hold"/>
                                        <p:tgtEl>
                                          <p:spTgt spid="3"/>
                                        </p:tgtEl>
                                        <p:attrNameLst>
                                          <p:attrName>ppt_x</p:attrName>
                                          <p:attrName>ppt_y</p:attrName>
                                        </p:attrNameLst>
                                      </p:cBhvr>
                                      <p:rCtr x="-278" y="-3"/>
                                    </p:animMotion>
                                  </p:childTnLst>
                                </p:cTn>
                              </p:par>
                            </p:childTnLst>
                          </p:cTn>
                        </p:par>
                        <p:par>
                          <p:cTn id="16" fill="hold">
                            <p:stCondLst>
                              <p:cond delay="7500"/>
                            </p:stCondLst>
                            <p:childTnLst>
                              <p:par>
                                <p:cTn id="17" presetID="1" presetClass="entr" presetSubtype="0" fill="hold" nodeType="afterEffect">
                                  <p:stCondLst>
                                    <p:cond delay="500"/>
                                  </p:stCondLst>
                                  <p:childTnLst>
                                    <p:set>
                                      <p:cBhvr>
                                        <p:cTn id="18" dur="1" fill="hold">
                                          <p:stCondLst>
                                            <p:cond delay="0"/>
                                          </p:stCondLst>
                                        </p:cTn>
                                        <p:tgtEl>
                                          <p:spTgt spid="4"/>
                                        </p:tgtEl>
                                        <p:attrNameLst>
                                          <p:attrName>style.visibility</p:attrName>
                                        </p:attrNameLst>
                                      </p:cBhvr>
                                      <p:to>
                                        <p:strVal val="visible"/>
                                      </p:to>
                                    </p:set>
                                  </p:childTnLst>
                                </p:cTn>
                              </p:par>
                            </p:childTnLst>
                          </p:cTn>
                        </p:par>
                        <p:par>
                          <p:cTn id="19" fill="hold">
                            <p:stCondLst>
                              <p:cond delay="8000"/>
                            </p:stCondLst>
                            <p:childTnLst>
                              <p:par>
                                <p:cTn id="20" presetID="63" presetClass="path" presetSubtype="0" accel="50000" decel="50000" fill="hold" nodeType="afterEffect">
                                  <p:stCondLst>
                                    <p:cond delay="500"/>
                                  </p:stCondLst>
                                  <p:childTnLst>
                                    <p:animMotion origin="layout" path="M 2.77778E-6 -2.22222E-6 L 0.58021 -0.00069 " pathEditMode="relative" rAng="0" ptsTypes="AA">
                                      <p:cBhvr>
                                        <p:cTn id="21" dur="5000" fill="hold"/>
                                        <p:tgtEl>
                                          <p:spTgt spid="4"/>
                                        </p:tgtEl>
                                        <p:attrNameLst>
                                          <p:attrName>ppt_x</p:attrName>
                                          <p:attrName>ppt_y</p:attrName>
                                        </p:attrNameLst>
                                      </p:cBhvr>
                                      <p:rCtr x="290" y="0"/>
                                    </p:animMotion>
                                  </p:childTnLst>
                                </p:cTn>
                              </p:par>
                            </p:childTnLst>
                          </p:cTn>
                        </p:par>
                        <p:par>
                          <p:cTn id="22" fill="hold">
                            <p:stCondLst>
                              <p:cond delay="13500"/>
                            </p:stCondLst>
                            <p:childTnLst>
                              <p:par>
                                <p:cTn id="23" presetID="1" presetClass="entr" presetSubtype="0" fill="hold" nodeType="afterEffect">
                                  <p:stCondLst>
                                    <p:cond delay="0"/>
                                  </p:stCondLst>
                                  <p:childTnLst>
                                    <p:set>
                                      <p:cBhvr>
                                        <p:cTn id="24" dur="1" fill="hold">
                                          <p:stCondLst>
                                            <p:cond delay="0"/>
                                          </p:stCondLst>
                                        </p:cTn>
                                        <p:tgtEl>
                                          <p:spTgt spid="5"/>
                                        </p:tgtEl>
                                        <p:attrNameLst>
                                          <p:attrName>style.visibility</p:attrName>
                                        </p:attrNameLst>
                                      </p:cBhvr>
                                      <p:to>
                                        <p:strVal val="visible"/>
                                      </p:to>
                                    </p:set>
                                  </p:childTnLst>
                                </p:cTn>
                              </p:par>
                            </p:childTnLst>
                          </p:cTn>
                        </p:par>
                        <p:par>
                          <p:cTn id="25" fill="hold">
                            <p:stCondLst>
                              <p:cond delay="13500"/>
                            </p:stCondLst>
                            <p:childTnLst>
                              <p:par>
                                <p:cTn id="26" presetID="35" presetClass="path" presetSubtype="0" accel="50000" decel="50000" fill="hold" nodeType="afterEffect">
                                  <p:stCondLst>
                                    <p:cond delay="500"/>
                                  </p:stCondLst>
                                  <p:childTnLst>
                                    <p:animMotion origin="layout" path="M -4.16667E-6 -2.22222E-6 L -0.54861 0.00417 " pathEditMode="relative" rAng="0" ptsTypes="AA">
                                      <p:cBhvr>
                                        <p:cTn id="27" dur="2000" fill="hold"/>
                                        <p:tgtEl>
                                          <p:spTgt spid="5"/>
                                        </p:tgtEl>
                                        <p:attrNameLst>
                                          <p:attrName>ppt_x</p:attrName>
                                          <p:attrName>ppt_y</p:attrName>
                                        </p:attrNameLst>
                                      </p:cBhvr>
                                      <p:rCtr x="-274" y="2"/>
                                    </p:animMotion>
                                  </p:childTnLst>
                                </p:cTn>
                              </p:par>
                            </p:childTnLst>
                          </p:cTn>
                        </p:par>
                        <p:par>
                          <p:cTn id="28" fill="hold">
                            <p:stCondLst>
                              <p:cond delay="16000"/>
                            </p:stCondLst>
                            <p:childTnLst>
                              <p:par>
                                <p:cTn id="29" presetID="1" presetClass="entr" presetSubtype="0" fill="hold" grpId="0" nodeType="afterEffect">
                                  <p:stCondLst>
                                    <p:cond delay="0"/>
                                  </p:stCondLst>
                                  <p:childTnLst>
                                    <p:set>
                                      <p:cBhvr>
                                        <p:cTn id="30" dur="1" fill="hold">
                                          <p:stCondLst>
                                            <p:cond delay="0"/>
                                          </p:stCondLst>
                                        </p:cTn>
                                        <p:tgtEl>
                                          <p:spTgt spid="142357"/>
                                        </p:tgtEl>
                                        <p:attrNameLst>
                                          <p:attrName>style.visibility</p:attrName>
                                        </p:attrNameLst>
                                      </p:cBhvr>
                                      <p:to>
                                        <p:strVal val="visible"/>
                                      </p:to>
                                    </p:set>
                                  </p:childTnLst>
                                </p:cTn>
                              </p:par>
                            </p:childTnLst>
                          </p:cTn>
                        </p:par>
                        <p:par>
                          <p:cTn id="31" fill="hold">
                            <p:stCondLst>
                              <p:cond delay="16000"/>
                            </p:stCondLst>
                            <p:childTnLst>
                              <p:par>
                                <p:cTn id="32" presetID="63" presetClass="path" presetSubtype="0" accel="50000" decel="50000" fill="hold" grpId="1" nodeType="afterEffect">
                                  <p:stCondLst>
                                    <p:cond delay="0"/>
                                  </p:stCondLst>
                                  <p:childTnLst>
                                    <p:animMotion origin="layout" path="M -2.77778E-6 1.48148E-6 L 0.7474 0.00023 " pathEditMode="relative" rAng="0" ptsTypes="AA">
                                      <p:cBhvr>
                                        <p:cTn id="33" dur="2000" fill="hold"/>
                                        <p:tgtEl>
                                          <p:spTgt spid="142357"/>
                                        </p:tgtEl>
                                        <p:attrNameLst>
                                          <p:attrName>ppt_x</p:attrName>
                                          <p:attrName>ppt_y</p:attrName>
                                        </p:attrNameLst>
                                      </p:cBhvr>
                                      <p:rCtr x="374" y="0"/>
                                    </p:animMotion>
                                  </p:childTnLst>
                                </p:cTn>
                              </p:par>
                            </p:childTnLst>
                          </p:cTn>
                        </p:par>
                        <p:par>
                          <p:cTn id="34" fill="hold">
                            <p:stCondLst>
                              <p:cond delay="18000"/>
                            </p:stCondLst>
                            <p:childTnLst>
                              <p:par>
                                <p:cTn id="35" presetID="1" presetClass="exit" presetSubtype="0" fill="hold" grpId="2" nodeType="afterEffect">
                                  <p:stCondLst>
                                    <p:cond delay="0"/>
                                  </p:stCondLst>
                                  <p:childTnLst>
                                    <p:set>
                                      <p:cBhvr>
                                        <p:cTn id="36" dur="1" fill="hold">
                                          <p:stCondLst>
                                            <p:cond delay="0"/>
                                          </p:stCondLst>
                                        </p:cTn>
                                        <p:tgtEl>
                                          <p:spTgt spid="142357"/>
                                        </p:tgtEl>
                                        <p:attrNameLst>
                                          <p:attrName>style.visibility</p:attrName>
                                        </p:attrNameLst>
                                      </p:cBhvr>
                                      <p:to>
                                        <p:strVal val="hidden"/>
                                      </p:to>
                                    </p:set>
                                  </p:childTnLst>
                                </p:cTn>
                              </p:par>
                            </p:childTnLst>
                          </p:cTn>
                        </p:par>
                        <p:par>
                          <p:cTn id="37" fill="hold">
                            <p:stCondLst>
                              <p:cond delay="18000"/>
                            </p:stCondLst>
                            <p:childTnLst>
                              <p:par>
                                <p:cTn id="38" presetID="1" presetClass="entr" presetSubtype="0" fill="hold" grpId="0" nodeType="afterEffect">
                                  <p:stCondLst>
                                    <p:cond delay="0"/>
                                  </p:stCondLst>
                                  <p:childTnLst>
                                    <p:set>
                                      <p:cBhvr>
                                        <p:cTn id="39" dur="1" fill="hold">
                                          <p:stCondLst>
                                            <p:cond delay="0"/>
                                          </p:stCondLst>
                                        </p:cTn>
                                        <p:tgtEl>
                                          <p:spTgt spid="142358"/>
                                        </p:tgtEl>
                                        <p:attrNameLst>
                                          <p:attrName>style.visibility</p:attrName>
                                        </p:attrNameLst>
                                      </p:cBhvr>
                                      <p:to>
                                        <p:strVal val="visible"/>
                                      </p:to>
                                    </p:set>
                                  </p:childTnLst>
                                </p:cTn>
                              </p:par>
                            </p:childTnLst>
                          </p:cTn>
                        </p:par>
                        <p:par>
                          <p:cTn id="40" fill="hold">
                            <p:stCondLst>
                              <p:cond delay="18000"/>
                            </p:stCondLst>
                            <p:childTnLst>
                              <p:par>
                                <p:cTn id="41" presetID="35" presetClass="path" presetSubtype="0" accel="50000" decel="50000" fill="hold" grpId="1" nodeType="afterEffect">
                                  <p:stCondLst>
                                    <p:cond delay="0"/>
                                  </p:stCondLst>
                                  <p:childTnLst>
                                    <p:animMotion origin="layout" path="M 1.38889E-6 -1.85185E-6 L -0.74722 0.00926 " pathEditMode="relative" rAng="0" ptsTypes="AA">
                                      <p:cBhvr>
                                        <p:cTn id="42" dur="2000" fill="hold"/>
                                        <p:tgtEl>
                                          <p:spTgt spid="142358"/>
                                        </p:tgtEl>
                                        <p:attrNameLst>
                                          <p:attrName>ppt_x</p:attrName>
                                          <p:attrName>ppt_y</p:attrName>
                                        </p:attrNameLst>
                                      </p:cBhvr>
                                      <p:rCtr x="-374" y="5"/>
                                    </p:animMotion>
                                  </p:childTnLst>
                                </p:cTn>
                              </p:par>
                            </p:childTnLst>
                          </p:cTn>
                        </p:par>
                        <p:par>
                          <p:cTn id="43" fill="hold">
                            <p:stCondLst>
                              <p:cond delay="20000"/>
                            </p:stCondLst>
                            <p:childTnLst>
                              <p:par>
                                <p:cTn id="44" presetID="1" presetClass="exit" presetSubtype="0" fill="hold" grpId="2" nodeType="afterEffect">
                                  <p:stCondLst>
                                    <p:cond delay="0"/>
                                  </p:stCondLst>
                                  <p:childTnLst>
                                    <p:set>
                                      <p:cBhvr>
                                        <p:cTn id="45" dur="1" fill="hold">
                                          <p:stCondLst>
                                            <p:cond delay="0"/>
                                          </p:stCondLst>
                                        </p:cTn>
                                        <p:tgtEl>
                                          <p:spTgt spid="142358"/>
                                        </p:tgtEl>
                                        <p:attrNameLst>
                                          <p:attrName>style.visibility</p:attrName>
                                        </p:attrNameLst>
                                      </p:cBhvr>
                                      <p:to>
                                        <p:strVal val="hidden"/>
                                      </p:to>
                                    </p:set>
                                  </p:childTnLst>
                                </p:cTn>
                              </p:par>
                            </p:childTnLst>
                          </p:cTn>
                        </p:par>
                        <p:par>
                          <p:cTn id="46" fill="hold">
                            <p:stCondLst>
                              <p:cond delay="20000"/>
                            </p:stCondLst>
                            <p:childTnLst>
                              <p:par>
                                <p:cTn id="47" presetID="1" presetClass="entr" presetSubtype="0" fill="hold" grpId="0" nodeType="afterEffect">
                                  <p:stCondLst>
                                    <p:cond delay="0"/>
                                  </p:stCondLst>
                                  <p:childTnLst>
                                    <p:set>
                                      <p:cBhvr>
                                        <p:cTn id="48" dur="1" fill="hold">
                                          <p:stCondLst>
                                            <p:cond delay="0"/>
                                          </p:stCondLst>
                                        </p:cTn>
                                        <p:tgtEl>
                                          <p:spTgt spid="142359"/>
                                        </p:tgtEl>
                                        <p:attrNameLst>
                                          <p:attrName>style.visibility</p:attrName>
                                        </p:attrNameLst>
                                      </p:cBhvr>
                                      <p:to>
                                        <p:strVal val="visible"/>
                                      </p:to>
                                    </p:set>
                                  </p:childTnLst>
                                </p:cTn>
                              </p:par>
                            </p:childTnLst>
                          </p:cTn>
                        </p:par>
                        <p:par>
                          <p:cTn id="49" fill="hold">
                            <p:stCondLst>
                              <p:cond delay="20000"/>
                            </p:stCondLst>
                            <p:childTnLst>
                              <p:par>
                                <p:cTn id="50" presetID="63" presetClass="path" presetSubtype="0" accel="50000" decel="50000" fill="hold" grpId="1" nodeType="afterEffect">
                                  <p:stCondLst>
                                    <p:cond delay="0"/>
                                  </p:stCondLst>
                                  <p:childTnLst>
                                    <p:animMotion origin="layout" path="M -2.77778E-6 -4.81481E-6 L 0.73941 -0.00231 " pathEditMode="relative" rAng="0" ptsTypes="AA">
                                      <p:cBhvr>
                                        <p:cTn id="51" dur="2000" fill="hold"/>
                                        <p:tgtEl>
                                          <p:spTgt spid="142359"/>
                                        </p:tgtEl>
                                        <p:attrNameLst>
                                          <p:attrName>ppt_x</p:attrName>
                                          <p:attrName>ppt_y</p:attrName>
                                        </p:attrNameLst>
                                      </p:cBhvr>
                                      <p:rCtr x="370" y="-1"/>
                                    </p:animMotion>
                                  </p:childTnLst>
                                </p:cTn>
                              </p:par>
                            </p:childTnLst>
                          </p:cTn>
                        </p:par>
                        <p:par>
                          <p:cTn id="52" fill="hold">
                            <p:stCondLst>
                              <p:cond delay="22000"/>
                            </p:stCondLst>
                            <p:childTnLst>
                              <p:par>
                                <p:cTn id="53" presetID="1" presetClass="exit" presetSubtype="0" fill="hold" grpId="2" nodeType="afterEffect">
                                  <p:stCondLst>
                                    <p:cond delay="0"/>
                                  </p:stCondLst>
                                  <p:childTnLst>
                                    <p:set>
                                      <p:cBhvr>
                                        <p:cTn id="54" dur="1" fill="hold">
                                          <p:stCondLst>
                                            <p:cond delay="0"/>
                                          </p:stCondLst>
                                        </p:cTn>
                                        <p:tgtEl>
                                          <p:spTgt spid="142359"/>
                                        </p:tgtEl>
                                        <p:attrNameLst>
                                          <p:attrName>style.visibility</p:attrName>
                                        </p:attrNameLst>
                                      </p:cBhvr>
                                      <p:to>
                                        <p:strVal val="hidden"/>
                                      </p:to>
                                    </p:set>
                                  </p:childTnLst>
                                </p:cTn>
                              </p:par>
                            </p:childTnLst>
                          </p:cTn>
                        </p:par>
                        <p:par>
                          <p:cTn id="55" fill="hold">
                            <p:stCondLst>
                              <p:cond delay="22000"/>
                            </p:stCondLst>
                            <p:childTnLst>
                              <p:par>
                                <p:cTn id="56" presetID="1" presetClass="entr" presetSubtype="0" fill="hold" grpId="0" nodeType="afterEffect">
                                  <p:stCondLst>
                                    <p:cond delay="0"/>
                                  </p:stCondLst>
                                  <p:childTnLst>
                                    <p:set>
                                      <p:cBhvr>
                                        <p:cTn id="57" dur="1" fill="hold">
                                          <p:stCondLst>
                                            <p:cond delay="0"/>
                                          </p:stCondLst>
                                        </p:cTn>
                                        <p:tgtEl>
                                          <p:spTgt spid="142360"/>
                                        </p:tgtEl>
                                        <p:attrNameLst>
                                          <p:attrName>style.visibility</p:attrName>
                                        </p:attrNameLst>
                                      </p:cBhvr>
                                      <p:to>
                                        <p:strVal val="visible"/>
                                      </p:to>
                                    </p:set>
                                  </p:childTnLst>
                                </p:cTn>
                              </p:par>
                            </p:childTnLst>
                          </p:cTn>
                        </p:par>
                        <p:par>
                          <p:cTn id="58" fill="hold">
                            <p:stCondLst>
                              <p:cond delay="22000"/>
                            </p:stCondLst>
                            <p:childTnLst>
                              <p:par>
                                <p:cTn id="59" presetID="35" presetClass="path" presetSubtype="0" accel="50000" decel="50000" fill="hold" grpId="1" nodeType="afterEffect">
                                  <p:stCondLst>
                                    <p:cond delay="0"/>
                                  </p:stCondLst>
                                  <p:childTnLst>
                                    <p:animMotion origin="layout" path="M 1.38889E-6 1.85185E-6 L -0.74722 0.00671 " pathEditMode="relative" rAng="0" ptsTypes="AA">
                                      <p:cBhvr>
                                        <p:cTn id="60" dur="2000" fill="hold"/>
                                        <p:tgtEl>
                                          <p:spTgt spid="142360"/>
                                        </p:tgtEl>
                                        <p:attrNameLst>
                                          <p:attrName>ppt_x</p:attrName>
                                          <p:attrName>ppt_y</p:attrName>
                                        </p:attrNameLst>
                                      </p:cBhvr>
                                      <p:rCtr x="-374" y="3"/>
                                    </p:animMotion>
                                  </p:childTnLst>
                                </p:cTn>
                              </p:par>
                            </p:childTnLst>
                          </p:cTn>
                        </p:par>
                        <p:par>
                          <p:cTn id="61" fill="hold">
                            <p:stCondLst>
                              <p:cond delay="24000"/>
                            </p:stCondLst>
                            <p:childTnLst>
                              <p:par>
                                <p:cTn id="62" presetID="1" presetClass="exit" presetSubtype="0" fill="hold" grpId="2" nodeType="afterEffect">
                                  <p:stCondLst>
                                    <p:cond delay="0"/>
                                  </p:stCondLst>
                                  <p:childTnLst>
                                    <p:set>
                                      <p:cBhvr>
                                        <p:cTn id="63" dur="1" fill="hold">
                                          <p:stCondLst>
                                            <p:cond delay="0"/>
                                          </p:stCondLst>
                                        </p:cTn>
                                        <p:tgtEl>
                                          <p:spTgt spid="142360"/>
                                        </p:tgtEl>
                                        <p:attrNameLst>
                                          <p:attrName>style.visibility</p:attrName>
                                        </p:attrNameLst>
                                      </p:cBhvr>
                                      <p:to>
                                        <p:strVal val="hidden"/>
                                      </p:to>
                                    </p:set>
                                  </p:childTnLst>
                                </p:cTn>
                              </p:par>
                            </p:childTnLst>
                          </p:cTn>
                        </p:par>
                        <p:par>
                          <p:cTn id="64" fill="hold">
                            <p:stCondLst>
                              <p:cond delay="24000"/>
                            </p:stCondLst>
                            <p:childTnLst>
                              <p:par>
                                <p:cTn id="65" presetID="1" presetClass="entr" presetSubtype="0" fill="hold" grpId="0" nodeType="afterEffect">
                                  <p:stCondLst>
                                    <p:cond delay="0"/>
                                  </p:stCondLst>
                                  <p:childTnLst>
                                    <p:set>
                                      <p:cBhvr>
                                        <p:cTn id="66" dur="1" fill="hold">
                                          <p:stCondLst>
                                            <p:cond delay="0"/>
                                          </p:stCondLst>
                                        </p:cTn>
                                        <p:tgtEl>
                                          <p:spTgt spid="142361"/>
                                        </p:tgtEl>
                                        <p:attrNameLst>
                                          <p:attrName>style.visibility</p:attrName>
                                        </p:attrNameLst>
                                      </p:cBhvr>
                                      <p:to>
                                        <p:strVal val="visible"/>
                                      </p:to>
                                    </p:set>
                                  </p:childTnLst>
                                </p:cTn>
                              </p:par>
                            </p:childTnLst>
                          </p:cTn>
                        </p:par>
                        <p:par>
                          <p:cTn id="67" fill="hold">
                            <p:stCondLst>
                              <p:cond delay="24000"/>
                            </p:stCondLst>
                            <p:childTnLst>
                              <p:par>
                                <p:cTn id="68" presetID="63" presetClass="path" presetSubtype="0" accel="50000" decel="50000" fill="hold" grpId="1" nodeType="afterEffect">
                                  <p:stCondLst>
                                    <p:cond delay="0"/>
                                  </p:stCondLst>
                                  <p:childTnLst>
                                    <p:animMotion origin="layout" path="M -2.77778E-6 -1.11111E-6 L 0.7474 -0.00486 " pathEditMode="relative" rAng="0" ptsTypes="AA">
                                      <p:cBhvr>
                                        <p:cTn id="69" dur="2000" fill="hold"/>
                                        <p:tgtEl>
                                          <p:spTgt spid="142361"/>
                                        </p:tgtEl>
                                        <p:attrNameLst>
                                          <p:attrName>ppt_x</p:attrName>
                                          <p:attrName>ppt_y</p:attrName>
                                        </p:attrNameLst>
                                      </p:cBhvr>
                                      <p:rCtr x="374" y="-3"/>
                                    </p:animMotion>
                                  </p:childTnLst>
                                </p:cTn>
                              </p:par>
                            </p:childTnLst>
                          </p:cTn>
                        </p:par>
                        <p:par>
                          <p:cTn id="70" fill="hold">
                            <p:stCondLst>
                              <p:cond delay="26000"/>
                            </p:stCondLst>
                            <p:childTnLst>
                              <p:par>
                                <p:cTn id="71" presetID="1" presetClass="exit" presetSubtype="0" fill="hold" grpId="2" nodeType="afterEffect">
                                  <p:stCondLst>
                                    <p:cond delay="0"/>
                                  </p:stCondLst>
                                  <p:childTnLst>
                                    <p:set>
                                      <p:cBhvr>
                                        <p:cTn id="72" dur="1" fill="hold">
                                          <p:stCondLst>
                                            <p:cond delay="0"/>
                                          </p:stCondLst>
                                        </p:cTn>
                                        <p:tgtEl>
                                          <p:spTgt spid="142361"/>
                                        </p:tgtEl>
                                        <p:attrNameLst>
                                          <p:attrName>style.visibility</p:attrName>
                                        </p:attrNameLst>
                                      </p:cBhvr>
                                      <p:to>
                                        <p:strVal val="hidden"/>
                                      </p:to>
                                    </p:set>
                                  </p:childTnLst>
                                </p:cTn>
                              </p:par>
                            </p:childTnLst>
                          </p:cTn>
                        </p:par>
                        <p:par>
                          <p:cTn id="73" fill="hold">
                            <p:stCondLst>
                              <p:cond delay="26000"/>
                            </p:stCondLst>
                            <p:childTnLst>
                              <p:par>
                                <p:cTn id="74" presetID="1" presetClass="entr" presetSubtype="0" fill="hold" grpId="0" nodeType="afterEffect">
                                  <p:stCondLst>
                                    <p:cond delay="0"/>
                                  </p:stCondLst>
                                  <p:childTnLst>
                                    <p:set>
                                      <p:cBhvr>
                                        <p:cTn id="75" dur="1" fill="hold">
                                          <p:stCondLst>
                                            <p:cond delay="0"/>
                                          </p:stCondLst>
                                        </p:cTn>
                                        <p:tgtEl>
                                          <p:spTgt spid="142362"/>
                                        </p:tgtEl>
                                        <p:attrNameLst>
                                          <p:attrName>style.visibility</p:attrName>
                                        </p:attrNameLst>
                                      </p:cBhvr>
                                      <p:to>
                                        <p:strVal val="visible"/>
                                      </p:to>
                                    </p:set>
                                  </p:childTnLst>
                                </p:cTn>
                              </p:par>
                            </p:childTnLst>
                          </p:cTn>
                        </p:par>
                        <p:par>
                          <p:cTn id="76" fill="hold">
                            <p:stCondLst>
                              <p:cond delay="26000"/>
                            </p:stCondLst>
                            <p:childTnLst>
                              <p:par>
                                <p:cTn id="77" presetID="35" presetClass="path" presetSubtype="0" accel="50000" decel="50000" fill="hold" grpId="1" nodeType="afterEffect">
                                  <p:stCondLst>
                                    <p:cond delay="0"/>
                                  </p:stCondLst>
                                  <p:childTnLst>
                                    <p:animMotion origin="layout" path="M 1.38889E-6 -4.44444E-6 L -0.74722 0.00417 " pathEditMode="relative" rAng="0" ptsTypes="AA">
                                      <p:cBhvr>
                                        <p:cTn id="78" dur="2000" fill="hold"/>
                                        <p:tgtEl>
                                          <p:spTgt spid="142362"/>
                                        </p:tgtEl>
                                        <p:attrNameLst>
                                          <p:attrName>ppt_x</p:attrName>
                                          <p:attrName>ppt_y</p:attrName>
                                        </p:attrNameLst>
                                      </p:cBhvr>
                                      <p:rCtr x="-374" y="2"/>
                                    </p:animMotion>
                                  </p:childTnLst>
                                </p:cTn>
                              </p:par>
                            </p:childTnLst>
                          </p:cTn>
                        </p:par>
                        <p:par>
                          <p:cTn id="79" fill="hold">
                            <p:stCondLst>
                              <p:cond delay="28000"/>
                            </p:stCondLst>
                            <p:childTnLst>
                              <p:par>
                                <p:cTn id="80" presetID="1" presetClass="exit" presetSubtype="0" fill="hold" grpId="2" nodeType="afterEffect">
                                  <p:stCondLst>
                                    <p:cond delay="0"/>
                                  </p:stCondLst>
                                  <p:childTnLst>
                                    <p:set>
                                      <p:cBhvr>
                                        <p:cTn id="81" dur="1" fill="hold">
                                          <p:stCondLst>
                                            <p:cond delay="0"/>
                                          </p:stCondLst>
                                        </p:cTn>
                                        <p:tgtEl>
                                          <p:spTgt spid="142362"/>
                                        </p:tgtEl>
                                        <p:attrNameLst>
                                          <p:attrName>style.visibility</p:attrName>
                                        </p:attrNameLst>
                                      </p:cBhvr>
                                      <p:to>
                                        <p:strVal val="hidden"/>
                                      </p:to>
                                    </p:set>
                                  </p:childTnLst>
                                </p:cTn>
                              </p:par>
                            </p:childTnLst>
                          </p:cTn>
                        </p:par>
                        <p:par>
                          <p:cTn id="82" fill="hold">
                            <p:stCondLst>
                              <p:cond delay="28000"/>
                            </p:stCondLst>
                            <p:childTnLst>
                              <p:par>
                                <p:cTn id="83" presetID="4" presetClass="entr" presetSubtype="32" fill="hold" grpId="0" nodeType="afterEffect">
                                  <p:stCondLst>
                                    <p:cond delay="0"/>
                                  </p:stCondLst>
                                  <p:childTnLst>
                                    <p:set>
                                      <p:cBhvr>
                                        <p:cTn id="84" dur="1" fill="hold">
                                          <p:stCondLst>
                                            <p:cond delay="0"/>
                                          </p:stCondLst>
                                        </p:cTn>
                                        <p:tgtEl>
                                          <p:spTgt spid="142363"/>
                                        </p:tgtEl>
                                        <p:attrNameLst>
                                          <p:attrName>style.visibility</p:attrName>
                                        </p:attrNameLst>
                                      </p:cBhvr>
                                      <p:to>
                                        <p:strVal val="visible"/>
                                      </p:to>
                                    </p:set>
                                    <p:animEffect transition="in" filter="box(out)">
                                      <p:cBhvr>
                                        <p:cTn id="85" dur="1000"/>
                                        <p:tgtEl>
                                          <p:spTgt spid="142363"/>
                                        </p:tgtEl>
                                      </p:cBhvr>
                                    </p:animEffect>
                                  </p:childTnLst>
                                </p:cTn>
                              </p:par>
                            </p:childTnLst>
                          </p:cTn>
                        </p:par>
                        <p:par>
                          <p:cTn id="86" fill="hold">
                            <p:stCondLst>
                              <p:cond delay="29000"/>
                            </p:stCondLst>
                            <p:childTnLst>
                              <p:par>
                                <p:cTn id="87" presetID="6" presetClass="emph" presetSubtype="0" fill="hold" grpId="1" nodeType="afterEffect">
                                  <p:stCondLst>
                                    <p:cond delay="0"/>
                                  </p:stCondLst>
                                  <p:childTnLst>
                                    <p:animScale>
                                      <p:cBhvr>
                                        <p:cTn id="88" dur="2000" fill="hold"/>
                                        <p:tgtEl>
                                          <p:spTgt spid="142363"/>
                                        </p:tgtEl>
                                      </p:cBhvr>
                                      <p:by x="150000" y="150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2357" grpId="0"/>
      <p:bldP spid="142357" grpId="1"/>
      <p:bldP spid="142357" grpId="2"/>
      <p:bldP spid="142358" grpId="0"/>
      <p:bldP spid="142358" grpId="1"/>
      <p:bldP spid="142358" grpId="2"/>
      <p:bldP spid="142359" grpId="0"/>
      <p:bldP spid="142359" grpId="1"/>
      <p:bldP spid="142359" grpId="2"/>
      <p:bldP spid="142360" grpId="0"/>
      <p:bldP spid="142360" grpId="1"/>
      <p:bldP spid="142360" grpId="2"/>
      <p:bldP spid="142361" grpId="0"/>
      <p:bldP spid="142361" grpId="1"/>
      <p:bldP spid="142361" grpId="2"/>
      <p:bldP spid="142362" grpId="0"/>
      <p:bldP spid="142362" grpId="1"/>
      <p:bldP spid="142362" grpId="2"/>
      <p:bldP spid="142363" grpId="0" animBg="1"/>
      <p:bldP spid="142363" grpId="1" animBg="1"/>
    </p:bld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7938" name="Rectangle 2"/>
          <p:cNvSpPr>
            <a:spLocks noGrp="1" noChangeArrowheads="1"/>
          </p:cNvSpPr>
          <p:nvPr>
            <p:ph type="title"/>
          </p:nvPr>
        </p:nvSpPr>
        <p:spPr>
          <a:xfrm>
            <a:off x="1114425" y="214313"/>
            <a:ext cx="7345363" cy="1462087"/>
          </a:xfrm>
        </p:spPr>
        <p:txBody>
          <a:bodyPr/>
          <a:lstStyle/>
          <a:p>
            <a:pPr algn="ctr" eaLnBrk="1" hangingPunct="1"/>
            <a:r>
              <a:rPr lang="zh-CN" altLang="en-US" smtClean="0">
                <a:latin typeface="微软雅黑" pitchFamily="34" charset="-122"/>
                <a:ea typeface="微软雅黑" pitchFamily="34" charset="-122"/>
              </a:rPr>
              <a:t>结论</a:t>
            </a:r>
          </a:p>
        </p:txBody>
      </p:sp>
      <p:sp>
        <p:nvSpPr>
          <p:cNvPr id="143363" name="Rectangle 3"/>
          <p:cNvSpPr>
            <a:spLocks noGrp="1" noChangeArrowheads="1"/>
          </p:cNvSpPr>
          <p:nvPr>
            <p:ph idx="1"/>
          </p:nvPr>
        </p:nvSpPr>
        <p:spPr>
          <a:xfrm>
            <a:off x="1042988" y="1906588"/>
            <a:ext cx="7772400" cy="4546600"/>
          </a:xfrm>
        </p:spPr>
        <p:txBody>
          <a:bodyPr/>
          <a:lstStyle/>
          <a:p>
            <a:pPr eaLnBrk="1" hangingPunct="1">
              <a:defRPr/>
            </a:pPr>
            <a:r>
              <a:rPr lang="zh-CN" altLang="en-US" dirty="0" smtClean="0">
                <a:effectLst>
                  <a:outerShdw blurRad="38100" dist="38100" dir="2700000" algn="tl">
                    <a:srgbClr val="C0C0C0"/>
                  </a:outerShdw>
                </a:effectLst>
                <a:latin typeface="微软雅黑" pitchFamily="34" charset="-122"/>
                <a:ea typeface="微软雅黑" pitchFamily="34" charset="-122"/>
              </a:rPr>
              <a:t>这样无限循环下去，两边的蓝军都始终无法确定自己最后发出的电文对方是否已经收到。</a:t>
            </a:r>
          </a:p>
          <a:p>
            <a:pPr eaLnBrk="1" hangingPunct="1">
              <a:defRPr/>
            </a:pPr>
            <a:r>
              <a:rPr lang="zh-CN" altLang="en-US" dirty="0" smtClean="0">
                <a:effectLst>
                  <a:outerShdw blurRad="38100" dist="38100" dir="2700000" algn="tl">
                    <a:srgbClr val="C0C0C0"/>
                  </a:outerShdw>
                </a:effectLst>
                <a:latin typeface="微软雅黑" pitchFamily="34" charset="-122"/>
                <a:ea typeface="微软雅黑" pitchFamily="34" charset="-122"/>
              </a:rPr>
              <a:t>没有一种协议能够蓝军能 </a:t>
            </a:r>
            <a:r>
              <a:rPr lang="en-US" altLang="zh-CN" dirty="0" smtClean="0">
                <a:effectLst>
                  <a:outerShdw blurRad="38100" dist="38100" dir="2700000" algn="tl">
                    <a:srgbClr val="C0C0C0"/>
                  </a:outerShdw>
                </a:effectLst>
                <a:latin typeface="微软雅黑" pitchFamily="34" charset="-122"/>
                <a:ea typeface="微软雅黑" pitchFamily="34" charset="-122"/>
              </a:rPr>
              <a:t>100% </a:t>
            </a:r>
            <a:r>
              <a:rPr lang="zh-CN" altLang="en-US" dirty="0" smtClean="0">
                <a:effectLst>
                  <a:outerShdw blurRad="38100" dist="38100" dir="2700000" algn="tl">
                    <a:srgbClr val="C0C0C0"/>
                  </a:outerShdw>
                </a:effectLst>
                <a:latin typeface="微软雅黑" pitchFamily="34" charset="-122"/>
                <a:ea typeface="微软雅黑" pitchFamily="34" charset="-122"/>
              </a:rPr>
              <a:t>获胜。</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4336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43363">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3363" grpId="0" build="p"/>
    </p:bld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20" name="Rectangle 4"/>
          <p:cNvSpPr>
            <a:spLocks noGrp="1" noChangeArrowheads="1"/>
          </p:cNvSpPr>
          <p:nvPr>
            <p:ph type="title"/>
          </p:nvPr>
        </p:nvSpPr>
        <p:spPr/>
        <p:txBody>
          <a:bodyPr/>
          <a:lstStyle/>
          <a:p>
            <a:pPr algn="ctr" eaLnBrk="1" hangingPunct="1"/>
            <a:r>
              <a:rPr lang="en-US" altLang="zh-CN" dirty="0" smtClean="0">
                <a:latin typeface="微软雅黑" pitchFamily="34" charset="-122"/>
                <a:ea typeface="微软雅黑" pitchFamily="34" charset="-122"/>
              </a:rPr>
              <a:t>  TCP/IP</a:t>
            </a:r>
            <a:r>
              <a:rPr lang="zh-CN" altLang="en-US" dirty="0" smtClean="0">
                <a:latin typeface="微软雅黑" pitchFamily="34" charset="-122"/>
                <a:ea typeface="微软雅黑" pitchFamily="34" charset="-122"/>
              </a:rPr>
              <a:t>的体系结构</a:t>
            </a:r>
          </a:p>
        </p:txBody>
      </p:sp>
      <p:graphicFrame>
        <p:nvGraphicFramePr>
          <p:cNvPr id="9218" name="Object 2"/>
          <p:cNvGraphicFramePr>
            <a:graphicFrameLocks noChangeAspect="1"/>
          </p:cNvGraphicFramePr>
          <p:nvPr>
            <p:ph idx="1"/>
          </p:nvPr>
        </p:nvGraphicFramePr>
        <p:xfrm>
          <a:off x="2266950" y="4589463"/>
          <a:ext cx="1944688" cy="1111250"/>
        </p:xfrm>
        <a:graphic>
          <a:graphicData uri="http://schemas.openxmlformats.org/presentationml/2006/ole">
            <p:oleObj spid="_x0000_s2050" name="VISIO" r:id="rId4" imgW="1689840" imgH="964440" progId="Visio.Drawing.11">
              <p:embed/>
            </p:oleObj>
          </a:graphicData>
        </a:graphic>
      </p:graphicFrame>
      <p:graphicFrame>
        <p:nvGraphicFramePr>
          <p:cNvPr id="9219" name="Object 3"/>
          <p:cNvGraphicFramePr>
            <a:graphicFrameLocks noChangeAspect="1"/>
          </p:cNvGraphicFramePr>
          <p:nvPr/>
        </p:nvGraphicFramePr>
        <p:xfrm>
          <a:off x="5219700" y="4589463"/>
          <a:ext cx="1944688" cy="1111250"/>
        </p:xfrm>
        <a:graphic>
          <a:graphicData uri="http://schemas.openxmlformats.org/presentationml/2006/ole">
            <p:oleObj spid="_x0000_s2051" name="VISIO" r:id="rId5" imgW="1689840" imgH="964440" progId="Visio.Drawing.11">
              <p:embed/>
            </p:oleObj>
          </a:graphicData>
        </a:graphic>
      </p:graphicFrame>
      <p:sp>
        <p:nvSpPr>
          <p:cNvPr id="9221" name="AutoShape 5"/>
          <p:cNvSpPr>
            <a:spLocks noChangeArrowheads="1"/>
          </p:cNvSpPr>
          <p:nvPr/>
        </p:nvSpPr>
        <p:spPr bwMode="auto">
          <a:xfrm>
            <a:off x="1217613" y="2232025"/>
            <a:ext cx="1590675" cy="2273300"/>
          </a:xfrm>
          <a:prstGeom prst="cube">
            <a:avLst>
              <a:gd name="adj" fmla="val 25301"/>
            </a:avLst>
          </a:prstGeom>
          <a:solidFill>
            <a:srgbClr val="FFFF99"/>
          </a:solidFill>
          <a:ln w="28575">
            <a:solidFill>
              <a:schemeClr val="tx1"/>
            </a:solidFill>
            <a:miter lim="800000"/>
            <a:headEnd/>
            <a:tailEnd/>
          </a:ln>
        </p:spPr>
        <p:txBody>
          <a:bodyPr wrap="none" anchor="ctr"/>
          <a:lstStyle/>
          <a:p>
            <a:endParaRPr lang="zh-CN" altLang="en-US"/>
          </a:p>
        </p:txBody>
      </p:sp>
      <p:sp>
        <p:nvSpPr>
          <p:cNvPr id="9222" name="Freeform 6"/>
          <p:cNvSpPr>
            <a:spLocks/>
          </p:cNvSpPr>
          <p:nvPr/>
        </p:nvSpPr>
        <p:spPr bwMode="auto">
          <a:xfrm>
            <a:off x="1216025" y="2622550"/>
            <a:ext cx="1587500" cy="365125"/>
          </a:xfrm>
          <a:custGeom>
            <a:avLst/>
            <a:gdLst>
              <a:gd name="T0" fmla="*/ 2147483647 w 1000"/>
              <a:gd name="T1" fmla="*/ 0 h 230"/>
              <a:gd name="T2" fmla="*/ 2147483647 w 1000"/>
              <a:gd name="T3" fmla="*/ 2147483647 h 230"/>
              <a:gd name="T4" fmla="*/ 0 w 1000"/>
              <a:gd name="T5" fmla="*/ 2147483647 h 230"/>
              <a:gd name="T6" fmla="*/ 0 60000 65536"/>
              <a:gd name="T7" fmla="*/ 0 60000 65536"/>
              <a:gd name="T8" fmla="*/ 0 60000 65536"/>
              <a:gd name="T9" fmla="*/ 0 w 1000"/>
              <a:gd name="T10" fmla="*/ 0 h 230"/>
              <a:gd name="T11" fmla="*/ 1000 w 1000"/>
              <a:gd name="T12" fmla="*/ 230 h 230"/>
            </a:gdLst>
            <a:ahLst/>
            <a:cxnLst>
              <a:cxn ang="T6">
                <a:pos x="T0" y="T1"/>
              </a:cxn>
              <a:cxn ang="T7">
                <a:pos x="T2" y="T3"/>
              </a:cxn>
              <a:cxn ang="T8">
                <a:pos x="T4" y="T5"/>
              </a:cxn>
            </a:cxnLst>
            <a:rect l="T9" t="T10" r="T11" b="T12"/>
            <a:pathLst>
              <a:path w="1000" h="230">
                <a:moveTo>
                  <a:pt x="1000" y="0"/>
                </a:moveTo>
                <a:lnTo>
                  <a:pt x="770" y="226"/>
                </a:lnTo>
                <a:lnTo>
                  <a:pt x="0" y="230"/>
                </a:lnTo>
              </a:path>
            </a:pathLst>
          </a:custGeom>
          <a:noFill/>
          <a:ln w="19050">
            <a:solidFill>
              <a:schemeClr val="tx1"/>
            </a:solidFill>
            <a:round/>
            <a:headEnd/>
            <a:tailEnd/>
          </a:ln>
        </p:spPr>
        <p:txBody>
          <a:bodyPr wrap="none" anchor="ctr"/>
          <a:lstStyle/>
          <a:p>
            <a:endParaRPr lang="zh-CN" altLang="en-US"/>
          </a:p>
        </p:txBody>
      </p:sp>
      <p:sp>
        <p:nvSpPr>
          <p:cNvPr id="9223" name="Text Box 7"/>
          <p:cNvSpPr txBox="1">
            <a:spLocks noChangeArrowheads="1"/>
          </p:cNvSpPr>
          <p:nvPr/>
        </p:nvSpPr>
        <p:spPr bwMode="auto">
          <a:xfrm>
            <a:off x="1389063" y="2506663"/>
            <a:ext cx="946150" cy="1954212"/>
          </a:xfrm>
          <a:prstGeom prst="rect">
            <a:avLst/>
          </a:prstGeom>
          <a:noFill/>
          <a:ln w="9525">
            <a:noFill/>
            <a:miter lim="800000"/>
            <a:headEnd/>
            <a:tailEnd/>
          </a:ln>
        </p:spPr>
        <p:txBody>
          <a:bodyPr wrap="none">
            <a:spAutoFit/>
          </a:bodyPr>
          <a:lstStyle/>
          <a:p>
            <a:pPr algn="ctr">
              <a:lnSpc>
                <a:spcPct val="130000"/>
              </a:lnSpc>
            </a:pPr>
            <a:r>
              <a:rPr kumimoji="1" lang="zh-CN" altLang="en-US" sz="2000">
                <a:solidFill>
                  <a:srgbClr val="333399"/>
                </a:solidFill>
                <a:latin typeface="黑体" pitchFamily="49" charset="-122"/>
                <a:ea typeface="黑体" pitchFamily="49" charset="-122"/>
              </a:rPr>
              <a:t>应用层</a:t>
            </a:r>
          </a:p>
          <a:p>
            <a:pPr algn="ctr">
              <a:lnSpc>
                <a:spcPct val="130000"/>
              </a:lnSpc>
            </a:pPr>
            <a:r>
              <a:rPr kumimoji="1" lang="zh-CN" altLang="en-US" sz="2000">
                <a:solidFill>
                  <a:srgbClr val="333399"/>
                </a:solidFill>
                <a:latin typeface="黑体" pitchFamily="49" charset="-122"/>
                <a:ea typeface="黑体" pitchFamily="49" charset="-122"/>
              </a:rPr>
              <a:t>运输层</a:t>
            </a:r>
          </a:p>
          <a:p>
            <a:pPr algn="ctr">
              <a:lnSpc>
                <a:spcPct val="130000"/>
              </a:lnSpc>
            </a:pPr>
            <a:r>
              <a:rPr kumimoji="1" lang="zh-CN" altLang="en-US" sz="2000">
                <a:solidFill>
                  <a:srgbClr val="333399"/>
                </a:solidFill>
                <a:latin typeface="黑体" pitchFamily="49" charset="-122"/>
                <a:ea typeface="黑体" pitchFamily="49" charset="-122"/>
              </a:rPr>
              <a:t>网际层</a:t>
            </a:r>
          </a:p>
          <a:p>
            <a:pPr algn="ctr">
              <a:lnSpc>
                <a:spcPct val="130000"/>
              </a:lnSpc>
            </a:pPr>
            <a:r>
              <a:rPr kumimoji="1" lang="zh-CN" altLang="en-US" sz="2000">
                <a:solidFill>
                  <a:srgbClr val="333399"/>
                </a:solidFill>
                <a:latin typeface="黑体" pitchFamily="49" charset="-122"/>
                <a:ea typeface="黑体" pitchFamily="49" charset="-122"/>
              </a:rPr>
              <a:t>网络</a:t>
            </a:r>
          </a:p>
          <a:p>
            <a:pPr algn="ctr">
              <a:lnSpc>
                <a:spcPct val="90000"/>
              </a:lnSpc>
            </a:pPr>
            <a:r>
              <a:rPr kumimoji="1" lang="zh-CN" altLang="en-US" sz="2000">
                <a:solidFill>
                  <a:srgbClr val="333399"/>
                </a:solidFill>
                <a:latin typeface="黑体" pitchFamily="49" charset="-122"/>
                <a:ea typeface="黑体" pitchFamily="49" charset="-122"/>
              </a:rPr>
              <a:t>接口层</a:t>
            </a:r>
          </a:p>
        </p:txBody>
      </p:sp>
      <p:sp>
        <p:nvSpPr>
          <p:cNvPr id="9224" name="Freeform 8"/>
          <p:cNvSpPr>
            <a:spLocks/>
          </p:cNvSpPr>
          <p:nvPr/>
        </p:nvSpPr>
        <p:spPr bwMode="auto">
          <a:xfrm>
            <a:off x="1212850" y="3013075"/>
            <a:ext cx="1590675" cy="387350"/>
          </a:xfrm>
          <a:custGeom>
            <a:avLst/>
            <a:gdLst>
              <a:gd name="T0" fmla="*/ 2147483647 w 1002"/>
              <a:gd name="T1" fmla="*/ 0 h 244"/>
              <a:gd name="T2" fmla="*/ 2147483647 w 1002"/>
              <a:gd name="T3" fmla="*/ 2147483647 h 244"/>
              <a:gd name="T4" fmla="*/ 0 w 1002"/>
              <a:gd name="T5" fmla="*/ 2147483647 h 244"/>
              <a:gd name="T6" fmla="*/ 0 60000 65536"/>
              <a:gd name="T7" fmla="*/ 0 60000 65536"/>
              <a:gd name="T8" fmla="*/ 0 60000 65536"/>
              <a:gd name="T9" fmla="*/ 0 w 1002"/>
              <a:gd name="T10" fmla="*/ 0 h 244"/>
              <a:gd name="T11" fmla="*/ 1002 w 1002"/>
              <a:gd name="T12" fmla="*/ 244 h 244"/>
            </a:gdLst>
            <a:ahLst/>
            <a:cxnLst>
              <a:cxn ang="T6">
                <a:pos x="T0" y="T1"/>
              </a:cxn>
              <a:cxn ang="T7">
                <a:pos x="T2" y="T3"/>
              </a:cxn>
              <a:cxn ang="T8">
                <a:pos x="T4" y="T5"/>
              </a:cxn>
            </a:cxnLst>
            <a:rect l="T9" t="T10" r="T11" b="T12"/>
            <a:pathLst>
              <a:path w="1002" h="244">
                <a:moveTo>
                  <a:pt x="1002" y="0"/>
                </a:moveTo>
                <a:lnTo>
                  <a:pt x="770" y="240"/>
                </a:lnTo>
                <a:lnTo>
                  <a:pt x="0" y="244"/>
                </a:lnTo>
              </a:path>
            </a:pathLst>
          </a:custGeom>
          <a:noFill/>
          <a:ln w="19050">
            <a:solidFill>
              <a:schemeClr val="tx1"/>
            </a:solidFill>
            <a:round/>
            <a:headEnd/>
            <a:tailEnd/>
          </a:ln>
        </p:spPr>
        <p:txBody>
          <a:bodyPr wrap="none" anchor="ctr"/>
          <a:lstStyle/>
          <a:p>
            <a:endParaRPr lang="zh-CN" altLang="en-US"/>
          </a:p>
        </p:txBody>
      </p:sp>
      <p:sp>
        <p:nvSpPr>
          <p:cNvPr id="9225" name="Freeform 9"/>
          <p:cNvSpPr>
            <a:spLocks/>
          </p:cNvSpPr>
          <p:nvPr/>
        </p:nvSpPr>
        <p:spPr bwMode="auto">
          <a:xfrm>
            <a:off x="1212850" y="3403600"/>
            <a:ext cx="1590675" cy="409575"/>
          </a:xfrm>
          <a:custGeom>
            <a:avLst/>
            <a:gdLst>
              <a:gd name="T0" fmla="*/ 2147483647 w 1002"/>
              <a:gd name="T1" fmla="*/ 0 h 258"/>
              <a:gd name="T2" fmla="*/ 2147483647 w 1002"/>
              <a:gd name="T3" fmla="*/ 2147483647 h 258"/>
              <a:gd name="T4" fmla="*/ 0 w 1002"/>
              <a:gd name="T5" fmla="*/ 2147483647 h 258"/>
              <a:gd name="T6" fmla="*/ 0 60000 65536"/>
              <a:gd name="T7" fmla="*/ 0 60000 65536"/>
              <a:gd name="T8" fmla="*/ 0 60000 65536"/>
              <a:gd name="T9" fmla="*/ 0 w 1002"/>
              <a:gd name="T10" fmla="*/ 0 h 258"/>
              <a:gd name="T11" fmla="*/ 1002 w 1002"/>
              <a:gd name="T12" fmla="*/ 258 h 258"/>
            </a:gdLst>
            <a:ahLst/>
            <a:cxnLst>
              <a:cxn ang="T6">
                <a:pos x="T0" y="T1"/>
              </a:cxn>
              <a:cxn ang="T7">
                <a:pos x="T2" y="T3"/>
              </a:cxn>
              <a:cxn ang="T8">
                <a:pos x="T4" y="T5"/>
              </a:cxn>
            </a:cxnLst>
            <a:rect l="T9" t="T10" r="T11" b="T12"/>
            <a:pathLst>
              <a:path w="1002" h="258">
                <a:moveTo>
                  <a:pt x="1002" y="0"/>
                </a:moveTo>
                <a:lnTo>
                  <a:pt x="770" y="254"/>
                </a:lnTo>
                <a:lnTo>
                  <a:pt x="0" y="258"/>
                </a:lnTo>
              </a:path>
            </a:pathLst>
          </a:custGeom>
          <a:noFill/>
          <a:ln w="19050">
            <a:solidFill>
              <a:schemeClr val="tx1"/>
            </a:solidFill>
            <a:round/>
            <a:headEnd/>
            <a:tailEnd/>
          </a:ln>
        </p:spPr>
        <p:txBody>
          <a:bodyPr wrap="none" anchor="ctr"/>
          <a:lstStyle/>
          <a:p>
            <a:endParaRPr lang="zh-CN" altLang="en-US"/>
          </a:p>
        </p:txBody>
      </p:sp>
      <p:sp>
        <p:nvSpPr>
          <p:cNvPr id="9226" name="AutoShape 10"/>
          <p:cNvSpPr>
            <a:spLocks noChangeArrowheads="1"/>
          </p:cNvSpPr>
          <p:nvPr/>
        </p:nvSpPr>
        <p:spPr bwMode="auto">
          <a:xfrm>
            <a:off x="7008813" y="2232025"/>
            <a:ext cx="1590675" cy="2273300"/>
          </a:xfrm>
          <a:prstGeom prst="cube">
            <a:avLst>
              <a:gd name="adj" fmla="val 25301"/>
            </a:avLst>
          </a:prstGeom>
          <a:solidFill>
            <a:srgbClr val="FFFF99"/>
          </a:solidFill>
          <a:ln w="28575">
            <a:solidFill>
              <a:schemeClr val="tx1"/>
            </a:solidFill>
            <a:miter lim="800000"/>
            <a:headEnd/>
            <a:tailEnd/>
          </a:ln>
        </p:spPr>
        <p:txBody>
          <a:bodyPr wrap="none" anchor="ctr"/>
          <a:lstStyle/>
          <a:p>
            <a:endParaRPr lang="zh-CN" altLang="en-US"/>
          </a:p>
        </p:txBody>
      </p:sp>
      <p:sp>
        <p:nvSpPr>
          <p:cNvPr id="9227" name="Freeform 11"/>
          <p:cNvSpPr>
            <a:spLocks/>
          </p:cNvSpPr>
          <p:nvPr/>
        </p:nvSpPr>
        <p:spPr bwMode="auto">
          <a:xfrm>
            <a:off x="7007225" y="2622550"/>
            <a:ext cx="1597025" cy="365125"/>
          </a:xfrm>
          <a:custGeom>
            <a:avLst/>
            <a:gdLst>
              <a:gd name="T0" fmla="*/ 2147483647 w 1006"/>
              <a:gd name="T1" fmla="*/ 0 h 230"/>
              <a:gd name="T2" fmla="*/ 2147483647 w 1006"/>
              <a:gd name="T3" fmla="*/ 2147483647 h 230"/>
              <a:gd name="T4" fmla="*/ 0 w 1006"/>
              <a:gd name="T5" fmla="*/ 2147483647 h 230"/>
              <a:gd name="T6" fmla="*/ 0 60000 65536"/>
              <a:gd name="T7" fmla="*/ 0 60000 65536"/>
              <a:gd name="T8" fmla="*/ 0 60000 65536"/>
              <a:gd name="T9" fmla="*/ 0 w 1006"/>
              <a:gd name="T10" fmla="*/ 0 h 230"/>
              <a:gd name="T11" fmla="*/ 1006 w 1006"/>
              <a:gd name="T12" fmla="*/ 230 h 230"/>
            </a:gdLst>
            <a:ahLst/>
            <a:cxnLst>
              <a:cxn ang="T6">
                <a:pos x="T0" y="T1"/>
              </a:cxn>
              <a:cxn ang="T7">
                <a:pos x="T2" y="T3"/>
              </a:cxn>
              <a:cxn ang="T8">
                <a:pos x="T4" y="T5"/>
              </a:cxn>
            </a:cxnLst>
            <a:rect l="T9" t="T10" r="T11" b="T12"/>
            <a:pathLst>
              <a:path w="1006" h="230">
                <a:moveTo>
                  <a:pt x="1006" y="0"/>
                </a:moveTo>
                <a:lnTo>
                  <a:pt x="770" y="226"/>
                </a:lnTo>
                <a:lnTo>
                  <a:pt x="0" y="230"/>
                </a:lnTo>
              </a:path>
            </a:pathLst>
          </a:custGeom>
          <a:noFill/>
          <a:ln w="19050">
            <a:solidFill>
              <a:schemeClr val="tx1"/>
            </a:solidFill>
            <a:round/>
            <a:headEnd/>
            <a:tailEnd/>
          </a:ln>
        </p:spPr>
        <p:txBody>
          <a:bodyPr wrap="none" anchor="ctr"/>
          <a:lstStyle/>
          <a:p>
            <a:endParaRPr lang="zh-CN" altLang="en-US"/>
          </a:p>
        </p:txBody>
      </p:sp>
      <p:sp>
        <p:nvSpPr>
          <p:cNvPr id="9228" name="Freeform 12"/>
          <p:cNvSpPr>
            <a:spLocks/>
          </p:cNvSpPr>
          <p:nvPr/>
        </p:nvSpPr>
        <p:spPr bwMode="auto">
          <a:xfrm>
            <a:off x="7004050" y="3022600"/>
            <a:ext cx="1581150" cy="377825"/>
          </a:xfrm>
          <a:custGeom>
            <a:avLst/>
            <a:gdLst>
              <a:gd name="T0" fmla="*/ 2147483647 w 996"/>
              <a:gd name="T1" fmla="*/ 0 h 238"/>
              <a:gd name="T2" fmla="*/ 2147483647 w 996"/>
              <a:gd name="T3" fmla="*/ 2147483647 h 238"/>
              <a:gd name="T4" fmla="*/ 0 w 996"/>
              <a:gd name="T5" fmla="*/ 2147483647 h 238"/>
              <a:gd name="T6" fmla="*/ 0 60000 65536"/>
              <a:gd name="T7" fmla="*/ 0 60000 65536"/>
              <a:gd name="T8" fmla="*/ 0 60000 65536"/>
              <a:gd name="T9" fmla="*/ 0 w 996"/>
              <a:gd name="T10" fmla="*/ 0 h 238"/>
              <a:gd name="T11" fmla="*/ 996 w 996"/>
              <a:gd name="T12" fmla="*/ 238 h 238"/>
            </a:gdLst>
            <a:ahLst/>
            <a:cxnLst>
              <a:cxn ang="T6">
                <a:pos x="T0" y="T1"/>
              </a:cxn>
              <a:cxn ang="T7">
                <a:pos x="T2" y="T3"/>
              </a:cxn>
              <a:cxn ang="T8">
                <a:pos x="T4" y="T5"/>
              </a:cxn>
            </a:cxnLst>
            <a:rect l="T9" t="T10" r="T11" b="T12"/>
            <a:pathLst>
              <a:path w="996" h="238">
                <a:moveTo>
                  <a:pt x="996" y="0"/>
                </a:moveTo>
                <a:lnTo>
                  <a:pt x="770" y="234"/>
                </a:lnTo>
                <a:lnTo>
                  <a:pt x="0" y="238"/>
                </a:lnTo>
              </a:path>
            </a:pathLst>
          </a:custGeom>
          <a:noFill/>
          <a:ln w="19050">
            <a:solidFill>
              <a:schemeClr val="tx1"/>
            </a:solidFill>
            <a:round/>
            <a:headEnd/>
            <a:tailEnd/>
          </a:ln>
        </p:spPr>
        <p:txBody>
          <a:bodyPr wrap="none" anchor="ctr"/>
          <a:lstStyle/>
          <a:p>
            <a:endParaRPr lang="zh-CN" altLang="en-US"/>
          </a:p>
        </p:txBody>
      </p:sp>
      <p:sp>
        <p:nvSpPr>
          <p:cNvPr id="9229" name="Freeform 13"/>
          <p:cNvSpPr>
            <a:spLocks/>
          </p:cNvSpPr>
          <p:nvPr/>
        </p:nvSpPr>
        <p:spPr bwMode="auto">
          <a:xfrm>
            <a:off x="7004050" y="3422650"/>
            <a:ext cx="1581150" cy="390525"/>
          </a:xfrm>
          <a:custGeom>
            <a:avLst/>
            <a:gdLst>
              <a:gd name="T0" fmla="*/ 2147483647 w 996"/>
              <a:gd name="T1" fmla="*/ 0 h 246"/>
              <a:gd name="T2" fmla="*/ 2147483647 w 996"/>
              <a:gd name="T3" fmla="*/ 2147483647 h 246"/>
              <a:gd name="T4" fmla="*/ 0 w 996"/>
              <a:gd name="T5" fmla="*/ 2147483647 h 246"/>
              <a:gd name="T6" fmla="*/ 0 60000 65536"/>
              <a:gd name="T7" fmla="*/ 0 60000 65536"/>
              <a:gd name="T8" fmla="*/ 0 60000 65536"/>
              <a:gd name="T9" fmla="*/ 0 w 996"/>
              <a:gd name="T10" fmla="*/ 0 h 246"/>
              <a:gd name="T11" fmla="*/ 996 w 996"/>
              <a:gd name="T12" fmla="*/ 246 h 246"/>
            </a:gdLst>
            <a:ahLst/>
            <a:cxnLst>
              <a:cxn ang="T6">
                <a:pos x="T0" y="T1"/>
              </a:cxn>
              <a:cxn ang="T7">
                <a:pos x="T2" y="T3"/>
              </a:cxn>
              <a:cxn ang="T8">
                <a:pos x="T4" y="T5"/>
              </a:cxn>
            </a:cxnLst>
            <a:rect l="T9" t="T10" r="T11" b="T12"/>
            <a:pathLst>
              <a:path w="996" h="246">
                <a:moveTo>
                  <a:pt x="996" y="0"/>
                </a:moveTo>
                <a:lnTo>
                  <a:pt x="770" y="242"/>
                </a:lnTo>
                <a:lnTo>
                  <a:pt x="0" y="246"/>
                </a:lnTo>
              </a:path>
            </a:pathLst>
          </a:custGeom>
          <a:noFill/>
          <a:ln w="19050">
            <a:solidFill>
              <a:schemeClr val="tx1"/>
            </a:solidFill>
            <a:round/>
            <a:headEnd/>
            <a:tailEnd/>
          </a:ln>
        </p:spPr>
        <p:txBody>
          <a:bodyPr wrap="none" anchor="ctr"/>
          <a:lstStyle/>
          <a:p>
            <a:endParaRPr lang="zh-CN" altLang="en-US"/>
          </a:p>
        </p:txBody>
      </p:sp>
      <p:sp>
        <p:nvSpPr>
          <p:cNvPr id="9230" name="AutoShape 14"/>
          <p:cNvSpPr>
            <a:spLocks noChangeArrowheads="1"/>
          </p:cNvSpPr>
          <p:nvPr/>
        </p:nvSpPr>
        <p:spPr bwMode="auto">
          <a:xfrm>
            <a:off x="4073525" y="3062288"/>
            <a:ext cx="1590675" cy="1447800"/>
          </a:xfrm>
          <a:prstGeom prst="cube">
            <a:avLst>
              <a:gd name="adj" fmla="val 25301"/>
            </a:avLst>
          </a:prstGeom>
          <a:solidFill>
            <a:srgbClr val="CCECFF"/>
          </a:solidFill>
          <a:ln w="28575">
            <a:solidFill>
              <a:schemeClr val="tx1"/>
            </a:solidFill>
            <a:miter lim="800000"/>
            <a:headEnd/>
            <a:tailEnd/>
          </a:ln>
        </p:spPr>
        <p:txBody>
          <a:bodyPr wrap="none" anchor="ctr"/>
          <a:lstStyle/>
          <a:p>
            <a:endParaRPr lang="zh-CN" altLang="en-US"/>
          </a:p>
        </p:txBody>
      </p:sp>
      <p:sp>
        <p:nvSpPr>
          <p:cNvPr id="9231" name="Freeform 15"/>
          <p:cNvSpPr>
            <a:spLocks/>
          </p:cNvSpPr>
          <p:nvPr/>
        </p:nvSpPr>
        <p:spPr bwMode="auto">
          <a:xfrm>
            <a:off x="4068763" y="3451225"/>
            <a:ext cx="1592262" cy="366713"/>
          </a:xfrm>
          <a:custGeom>
            <a:avLst/>
            <a:gdLst>
              <a:gd name="T0" fmla="*/ 2147483647 w 1003"/>
              <a:gd name="T1" fmla="*/ 0 h 231"/>
              <a:gd name="T2" fmla="*/ 2147483647 w 1003"/>
              <a:gd name="T3" fmla="*/ 2147483647 h 231"/>
              <a:gd name="T4" fmla="*/ 0 w 1003"/>
              <a:gd name="T5" fmla="*/ 2147483647 h 231"/>
              <a:gd name="T6" fmla="*/ 0 60000 65536"/>
              <a:gd name="T7" fmla="*/ 0 60000 65536"/>
              <a:gd name="T8" fmla="*/ 0 60000 65536"/>
              <a:gd name="T9" fmla="*/ 0 w 1003"/>
              <a:gd name="T10" fmla="*/ 0 h 231"/>
              <a:gd name="T11" fmla="*/ 1003 w 1003"/>
              <a:gd name="T12" fmla="*/ 231 h 231"/>
            </a:gdLst>
            <a:ahLst/>
            <a:cxnLst>
              <a:cxn ang="T6">
                <a:pos x="T0" y="T1"/>
              </a:cxn>
              <a:cxn ang="T7">
                <a:pos x="T2" y="T3"/>
              </a:cxn>
              <a:cxn ang="T8">
                <a:pos x="T4" y="T5"/>
              </a:cxn>
            </a:cxnLst>
            <a:rect l="T9" t="T10" r="T11" b="T12"/>
            <a:pathLst>
              <a:path w="1003" h="231">
                <a:moveTo>
                  <a:pt x="1003" y="0"/>
                </a:moveTo>
                <a:lnTo>
                  <a:pt x="770" y="227"/>
                </a:lnTo>
                <a:lnTo>
                  <a:pt x="0" y="231"/>
                </a:lnTo>
              </a:path>
            </a:pathLst>
          </a:custGeom>
          <a:noFill/>
          <a:ln w="19050">
            <a:solidFill>
              <a:schemeClr val="tx1"/>
            </a:solidFill>
            <a:round/>
            <a:headEnd/>
            <a:tailEnd/>
          </a:ln>
        </p:spPr>
        <p:txBody>
          <a:bodyPr wrap="none" anchor="ctr"/>
          <a:lstStyle/>
          <a:p>
            <a:endParaRPr lang="zh-CN" altLang="en-US"/>
          </a:p>
        </p:txBody>
      </p:sp>
      <p:sp>
        <p:nvSpPr>
          <p:cNvPr id="9232" name="Text Box 16"/>
          <p:cNvSpPr txBox="1">
            <a:spLocks noChangeArrowheads="1"/>
          </p:cNvSpPr>
          <p:nvPr/>
        </p:nvSpPr>
        <p:spPr bwMode="auto">
          <a:xfrm>
            <a:off x="1547813" y="1844675"/>
            <a:ext cx="862012" cy="396875"/>
          </a:xfrm>
          <a:prstGeom prst="rect">
            <a:avLst/>
          </a:prstGeom>
          <a:noFill/>
          <a:ln w="9525">
            <a:noFill/>
            <a:miter lim="800000"/>
            <a:headEnd/>
            <a:tailEnd/>
          </a:ln>
        </p:spPr>
        <p:txBody>
          <a:bodyPr wrap="none">
            <a:spAutoFit/>
          </a:bodyPr>
          <a:lstStyle/>
          <a:p>
            <a:r>
              <a:rPr kumimoji="1" lang="zh-CN" altLang="en-US" sz="2000">
                <a:solidFill>
                  <a:srgbClr val="333399"/>
                </a:solidFill>
                <a:ea typeface="黑体" pitchFamily="49" charset="-122"/>
              </a:rPr>
              <a:t>主机</a:t>
            </a:r>
            <a:r>
              <a:rPr kumimoji="1" lang="en-US" altLang="zh-CN" sz="2000">
                <a:solidFill>
                  <a:srgbClr val="333399"/>
                </a:solidFill>
                <a:ea typeface="黑体" pitchFamily="49" charset="-122"/>
              </a:rPr>
              <a:t>A</a:t>
            </a:r>
          </a:p>
        </p:txBody>
      </p:sp>
      <p:sp>
        <p:nvSpPr>
          <p:cNvPr id="9233" name="Text Box 17"/>
          <p:cNvSpPr txBox="1">
            <a:spLocks noChangeArrowheads="1"/>
          </p:cNvSpPr>
          <p:nvPr/>
        </p:nvSpPr>
        <p:spPr bwMode="auto">
          <a:xfrm>
            <a:off x="7385050" y="1844675"/>
            <a:ext cx="862013" cy="396875"/>
          </a:xfrm>
          <a:prstGeom prst="rect">
            <a:avLst/>
          </a:prstGeom>
          <a:noFill/>
          <a:ln w="9525">
            <a:noFill/>
            <a:miter lim="800000"/>
            <a:headEnd/>
            <a:tailEnd/>
          </a:ln>
        </p:spPr>
        <p:txBody>
          <a:bodyPr wrap="none">
            <a:spAutoFit/>
          </a:bodyPr>
          <a:lstStyle/>
          <a:p>
            <a:r>
              <a:rPr kumimoji="1" lang="zh-CN" altLang="en-US" sz="2000">
                <a:solidFill>
                  <a:srgbClr val="333399"/>
                </a:solidFill>
                <a:ea typeface="黑体" pitchFamily="49" charset="-122"/>
              </a:rPr>
              <a:t>主机</a:t>
            </a:r>
            <a:r>
              <a:rPr kumimoji="1" lang="en-US" altLang="zh-CN" sz="2000">
                <a:solidFill>
                  <a:srgbClr val="333399"/>
                </a:solidFill>
                <a:ea typeface="黑体" pitchFamily="49" charset="-122"/>
              </a:rPr>
              <a:t>B</a:t>
            </a:r>
          </a:p>
        </p:txBody>
      </p:sp>
      <p:sp>
        <p:nvSpPr>
          <p:cNvPr id="9234" name="Text Box 18"/>
          <p:cNvSpPr txBox="1">
            <a:spLocks noChangeArrowheads="1"/>
          </p:cNvSpPr>
          <p:nvPr/>
        </p:nvSpPr>
        <p:spPr bwMode="auto">
          <a:xfrm>
            <a:off x="4427538" y="2630488"/>
            <a:ext cx="946150" cy="396875"/>
          </a:xfrm>
          <a:prstGeom prst="rect">
            <a:avLst/>
          </a:prstGeom>
          <a:noFill/>
          <a:ln w="9525">
            <a:noFill/>
            <a:miter lim="800000"/>
            <a:headEnd/>
            <a:tailEnd/>
          </a:ln>
        </p:spPr>
        <p:txBody>
          <a:bodyPr wrap="none">
            <a:spAutoFit/>
          </a:bodyPr>
          <a:lstStyle/>
          <a:p>
            <a:r>
              <a:rPr kumimoji="1" lang="zh-CN" altLang="en-US" sz="2000">
                <a:solidFill>
                  <a:srgbClr val="333399"/>
                </a:solidFill>
                <a:latin typeface="黑体" pitchFamily="49" charset="-122"/>
                <a:ea typeface="黑体" pitchFamily="49" charset="-122"/>
              </a:rPr>
              <a:t>路由器</a:t>
            </a:r>
          </a:p>
        </p:txBody>
      </p:sp>
      <p:sp>
        <p:nvSpPr>
          <p:cNvPr id="9235" name="Text Box 19"/>
          <p:cNvSpPr txBox="1">
            <a:spLocks noChangeArrowheads="1"/>
          </p:cNvSpPr>
          <p:nvPr/>
        </p:nvSpPr>
        <p:spPr bwMode="auto">
          <a:xfrm>
            <a:off x="5778500" y="4903788"/>
            <a:ext cx="857250" cy="396875"/>
          </a:xfrm>
          <a:prstGeom prst="rect">
            <a:avLst/>
          </a:prstGeom>
          <a:noFill/>
          <a:ln w="9525">
            <a:noFill/>
            <a:miter lim="800000"/>
            <a:headEnd/>
            <a:tailEnd/>
          </a:ln>
        </p:spPr>
        <p:txBody>
          <a:bodyPr wrap="none">
            <a:spAutoFit/>
          </a:bodyPr>
          <a:lstStyle/>
          <a:p>
            <a:r>
              <a:rPr kumimoji="1" lang="zh-CN" altLang="en-US" sz="2000">
                <a:solidFill>
                  <a:srgbClr val="333399"/>
                </a:solidFill>
                <a:latin typeface="黑体" pitchFamily="49" charset="-122"/>
                <a:ea typeface="黑体" pitchFamily="49" charset="-122"/>
              </a:rPr>
              <a:t>网络</a:t>
            </a:r>
            <a:r>
              <a:rPr kumimoji="1" lang="zh-CN" altLang="en-US" sz="600">
                <a:solidFill>
                  <a:srgbClr val="333399"/>
                </a:solidFill>
                <a:latin typeface="黑体" pitchFamily="49" charset="-122"/>
                <a:ea typeface="黑体" pitchFamily="49" charset="-122"/>
              </a:rPr>
              <a:t> </a:t>
            </a:r>
            <a:r>
              <a:rPr kumimoji="1" lang="en-US" altLang="zh-CN" sz="2000">
                <a:solidFill>
                  <a:srgbClr val="333399"/>
                </a:solidFill>
                <a:latin typeface="黑体" pitchFamily="49" charset="-122"/>
                <a:ea typeface="黑体" pitchFamily="49" charset="-122"/>
              </a:rPr>
              <a:t>2</a:t>
            </a:r>
          </a:p>
        </p:txBody>
      </p:sp>
      <p:sp>
        <p:nvSpPr>
          <p:cNvPr id="9236" name="Text Box 20"/>
          <p:cNvSpPr txBox="1">
            <a:spLocks noChangeArrowheads="1"/>
          </p:cNvSpPr>
          <p:nvPr/>
        </p:nvSpPr>
        <p:spPr bwMode="auto">
          <a:xfrm>
            <a:off x="2843213" y="4878388"/>
            <a:ext cx="850900" cy="396875"/>
          </a:xfrm>
          <a:prstGeom prst="rect">
            <a:avLst/>
          </a:prstGeom>
          <a:noFill/>
          <a:ln w="9525">
            <a:noFill/>
            <a:miter lim="800000"/>
            <a:headEnd/>
            <a:tailEnd/>
          </a:ln>
        </p:spPr>
        <p:txBody>
          <a:bodyPr wrap="none">
            <a:spAutoFit/>
          </a:bodyPr>
          <a:lstStyle/>
          <a:p>
            <a:r>
              <a:rPr kumimoji="1" lang="zh-CN" altLang="en-US" sz="2000">
                <a:solidFill>
                  <a:srgbClr val="333399"/>
                </a:solidFill>
                <a:latin typeface="黑体" pitchFamily="49" charset="-122"/>
                <a:ea typeface="黑体" pitchFamily="49" charset="-122"/>
              </a:rPr>
              <a:t>网络</a:t>
            </a:r>
            <a:r>
              <a:rPr kumimoji="1" lang="zh-CN" altLang="en-US" sz="500">
                <a:solidFill>
                  <a:srgbClr val="333399"/>
                </a:solidFill>
                <a:latin typeface="黑体" pitchFamily="49" charset="-122"/>
                <a:ea typeface="黑体" pitchFamily="49" charset="-122"/>
              </a:rPr>
              <a:t> </a:t>
            </a:r>
            <a:r>
              <a:rPr kumimoji="1" lang="en-US" altLang="zh-CN" sz="2000">
                <a:solidFill>
                  <a:srgbClr val="333399"/>
                </a:solidFill>
                <a:latin typeface="黑体" pitchFamily="49" charset="-122"/>
                <a:ea typeface="黑体" pitchFamily="49" charset="-122"/>
              </a:rPr>
              <a:t>1</a:t>
            </a:r>
          </a:p>
        </p:txBody>
      </p:sp>
      <p:sp>
        <p:nvSpPr>
          <p:cNvPr id="9237" name="Line 21"/>
          <p:cNvSpPr>
            <a:spLocks noChangeShapeType="1"/>
          </p:cNvSpPr>
          <p:nvPr/>
        </p:nvSpPr>
        <p:spPr bwMode="auto">
          <a:xfrm>
            <a:off x="1884363" y="4506913"/>
            <a:ext cx="755650" cy="481012"/>
          </a:xfrm>
          <a:prstGeom prst="line">
            <a:avLst/>
          </a:prstGeom>
          <a:noFill/>
          <a:ln w="28575">
            <a:solidFill>
              <a:srgbClr val="333399"/>
            </a:solidFill>
            <a:round/>
            <a:headEnd type="triangle" w="med" len="lg"/>
            <a:tailEnd type="triangle" w="med" len="lg"/>
          </a:ln>
        </p:spPr>
        <p:txBody>
          <a:bodyPr/>
          <a:lstStyle/>
          <a:p>
            <a:endParaRPr lang="zh-CN" altLang="en-US"/>
          </a:p>
        </p:txBody>
      </p:sp>
      <p:sp>
        <p:nvSpPr>
          <p:cNvPr id="9238" name="Line 22"/>
          <p:cNvSpPr>
            <a:spLocks noChangeShapeType="1"/>
          </p:cNvSpPr>
          <p:nvPr/>
        </p:nvSpPr>
        <p:spPr bwMode="auto">
          <a:xfrm flipH="1">
            <a:off x="3900488" y="4506913"/>
            <a:ext cx="587375" cy="412750"/>
          </a:xfrm>
          <a:prstGeom prst="line">
            <a:avLst/>
          </a:prstGeom>
          <a:noFill/>
          <a:ln w="28575">
            <a:solidFill>
              <a:srgbClr val="333399"/>
            </a:solidFill>
            <a:round/>
            <a:headEnd type="triangle" w="med" len="lg"/>
            <a:tailEnd type="triangle" w="med" len="lg"/>
          </a:ln>
        </p:spPr>
        <p:txBody>
          <a:bodyPr/>
          <a:lstStyle/>
          <a:p>
            <a:endParaRPr lang="zh-CN" altLang="en-US"/>
          </a:p>
        </p:txBody>
      </p:sp>
      <p:sp>
        <p:nvSpPr>
          <p:cNvPr id="9239" name="Line 23"/>
          <p:cNvSpPr>
            <a:spLocks noChangeShapeType="1"/>
          </p:cNvSpPr>
          <p:nvPr/>
        </p:nvSpPr>
        <p:spPr bwMode="auto">
          <a:xfrm>
            <a:off x="4824413" y="4506913"/>
            <a:ext cx="755650" cy="481012"/>
          </a:xfrm>
          <a:prstGeom prst="line">
            <a:avLst/>
          </a:prstGeom>
          <a:noFill/>
          <a:ln w="28575">
            <a:solidFill>
              <a:srgbClr val="333399"/>
            </a:solidFill>
            <a:round/>
            <a:headEnd type="triangle" w="med" len="lg"/>
            <a:tailEnd type="triangle" w="med" len="lg"/>
          </a:ln>
        </p:spPr>
        <p:txBody>
          <a:bodyPr/>
          <a:lstStyle/>
          <a:p>
            <a:endParaRPr lang="zh-CN" altLang="en-US"/>
          </a:p>
        </p:txBody>
      </p:sp>
      <p:sp>
        <p:nvSpPr>
          <p:cNvPr id="9240" name="Line 24"/>
          <p:cNvSpPr>
            <a:spLocks noChangeShapeType="1"/>
          </p:cNvSpPr>
          <p:nvPr/>
        </p:nvSpPr>
        <p:spPr bwMode="auto">
          <a:xfrm flipH="1">
            <a:off x="6878638" y="4506913"/>
            <a:ext cx="717550" cy="481012"/>
          </a:xfrm>
          <a:prstGeom prst="line">
            <a:avLst/>
          </a:prstGeom>
          <a:noFill/>
          <a:ln w="28575">
            <a:solidFill>
              <a:srgbClr val="333399"/>
            </a:solidFill>
            <a:round/>
            <a:headEnd type="triangle" w="med" len="lg"/>
            <a:tailEnd type="triangle" w="med" len="lg"/>
          </a:ln>
        </p:spPr>
        <p:txBody>
          <a:bodyPr/>
          <a:lstStyle/>
          <a:p>
            <a:endParaRPr lang="zh-CN" altLang="en-US"/>
          </a:p>
        </p:txBody>
      </p:sp>
      <p:sp>
        <p:nvSpPr>
          <p:cNvPr id="9241" name="Text Box 25"/>
          <p:cNvSpPr txBox="1">
            <a:spLocks noChangeArrowheads="1"/>
          </p:cNvSpPr>
          <p:nvPr/>
        </p:nvSpPr>
        <p:spPr bwMode="auto">
          <a:xfrm>
            <a:off x="7153275" y="2506663"/>
            <a:ext cx="946150" cy="1954212"/>
          </a:xfrm>
          <a:prstGeom prst="rect">
            <a:avLst/>
          </a:prstGeom>
          <a:noFill/>
          <a:ln w="9525">
            <a:noFill/>
            <a:miter lim="800000"/>
            <a:headEnd/>
            <a:tailEnd/>
          </a:ln>
        </p:spPr>
        <p:txBody>
          <a:bodyPr wrap="none">
            <a:spAutoFit/>
          </a:bodyPr>
          <a:lstStyle/>
          <a:p>
            <a:pPr algn="ctr">
              <a:lnSpc>
                <a:spcPct val="130000"/>
              </a:lnSpc>
            </a:pPr>
            <a:r>
              <a:rPr kumimoji="1" lang="zh-CN" altLang="en-US" sz="2000">
                <a:solidFill>
                  <a:srgbClr val="333399"/>
                </a:solidFill>
                <a:latin typeface="黑体" pitchFamily="49" charset="-122"/>
                <a:ea typeface="黑体" pitchFamily="49" charset="-122"/>
              </a:rPr>
              <a:t>应用层</a:t>
            </a:r>
          </a:p>
          <a:p>
            <a:pPr algn="ctr">
              <a:lnSpc>
                <a:spcPct val="130000"/>
              </a:lnSpc>
            </a:pPr>
            <a:r>
              <a:rPr kumimoji="1" lang="zh-CN" altLang="en-US" sz="2000">
                <a:solidFill>
                  <a:srgbClr val="333399"/>
                </a:solidFill>
                <a:latin typeface="黑体" pitchFamily="49" charset="-122"/>
                <a:ea typeface="黑体" pitchFamily="49" charset="-122"/>
              </a:rPr>
              <a:t>运输层</a:t>
            </a:r>
          </a:p>
          <a:p>
            <a:pPr algn="ctr">
              <a:lnSpc>
                <a:spcPct val="130000"/>
              </a:lnSpc>
            </a:pPr>
            <a:r>
              <a:rPr kumimoji="1" lang="zh-CN" altLang="en-US" sz="2000">
                <a:solidFill>
                  <a:srgbClr val="333399"/>
                </a:solidFill>
                <a:latin typeface="黑体" pitchFamily="49" charset="-122"/>
                <a:ea typeface="黑体" pitchFamily="49" charset="-122"/>
              </a:rPr>
              <a:t>网际层</a:t>
            </a:r>
          </a:p>
          <a:p>
            <a:pPr algn="ctr">
              <a:lnSpc>
                <a:spcPct val="130000"/>
              </a:lnSpc>
            </a:pPr>
            <a:r>
              <a:rPr kumimoji="1" lang="zh-CN" altLang="en-US" sz="2000">
                <a:solidFill>
                  <a:srgbClr val="333399"/>
                </a:solidFill>
                <a:latin typeface="黑体" pitchFamily="49" charset="-122"/>
                <a:ea typeface="黑体" pitchFamily="49" charset="-122"/>
              </a:rPr>
              <a:t>网络</a:t>
            </a:r>
          </a:p>
          <a:p>
            <a:pPr algn="ctr">
              <a:lnSpc>
                <a:spcPct val="90000"/>
              </a:lnSpc>
            </a:pPr>
            <a:r>
              <a:rPr kumimoji="1" lang="zh-CN" altLang="en-US" sz="2000">
                <a:solidFill>
                  <a:srgbClr val="333399"/>
                </a:solidFill>
                <a:latin typeface="黑体" pitchFamily="49" charset="-122"/>
                <a:ea typeface="黑体" pitchFamily="49" charset="-122"/>
              </a:rPr>
              <a:t>接口层</a:t>
            </a:r>
          </a:p>
        </p:txBody>
      </p:sp>
      <p:sp>
        <p:nvSpPr>
          <p:cNvPr id="9242" name="Text Box 26"/>
          <p:cNvSpPr txBox="1">
            <a:spLocks noChangeArrowheads="1"/>
          </p:cNvSpPr>
          <p:nvPr/>
        </p:nvSpPr>
        <p:spPr bwMode="auto">
          <a:xfrm>
            <a:off x="4202113" y="3340100"/>
            <a:ext cx="946150" cy="1160463"/>
          </a:xfrm>
          <a:prstGeom prst="rect">
            <a:avLst/>
          </a:prstGeom>
          <a:noFill/>
          <a:ln w="9525">
            <a:noFill/>
            <a:miter lim="800000"/>
            <a:headEnd/>
            <a:tailEnd/>
          </a:ln>
        </p:spPr>
        <p:txBody>
          <a:bodyPr wrap="none">
            <a:spAutoFit/>
          </a:bodyPr>
          <a:lstStyle/>
          <a:p>
            <a:pPr algn="ctr">
              <a:lnSpc>
                <a:spcPct val="130000"/>
              </a:lnSpc>
            </a:pPr>
            <a:r>
              <a:rPr kumimoji="1" lang="zh-CN" altLang="en-US" sz="2000">
                <a:solidFill>
                  <a:srgbClr val="333399"/>
                </a:solidFill>
                <a:latin typeface="黑体" pitchFamily="49" charset="-122"/>
                <a:ea typeface="黑体" pitchFamily="49" charset="-122"/>
              </a:rPr>
              <a:t>网际层</a:t>
            </a:r>
          </a:p>
          <a:p>
            <a:pPr algn="ctr">
              <a:lnSpc>
                <a:spcPct val="130000"/>
              </a:lnSpc>
            </a:pPr>
            <a:r>
              <a:rPr kumimoji="1" lang="zh-CN" altLang="en-US" sz="2000">
                <a:solidFill>
                  <a:srgbClr val="333399"/>
                </a:solidFill>
                <a:latin typeface="黑体" pitchFamily="49" charset="-122"/>
                <a:ea typeface="黑体" pitchFamily="49" charset="-122"/>
              </a:rPr>
              <a:t>网络</a:t>
            </a:r>
          </a:p>
          <a:p>
            <a:pPr algn="ctr">
              <a:lnSpc>
                <a:spcPct val="90000"/>
              </a:lnSpc>
            </a:pPr>
            <a:r>
              <a:rPr kumimoji="1" lang="zh-CN" altLang="en-US" sz="2000">
                <a:solidFill>
                  <a:srgbClr val="333399"/>
                </a:solidFill>
                <a:latin typeface="黑体" pitchFamily="49" charset="-122"/>
                <a:ea typeface="黑体" pitchFamily="49" charset="-122"/>
              </a:rPr>
              <a:t>接口层</a:t>
            </a:r>
          </a:p>
        </p:txBody>
      </p:sp>
      <p:sp>
        <p:nvSpPr>
          <p:cNvPr id="9243" name="Text Box 27"/>
          <p:cNvSpPr txBox="1">
            <a:spLocks noChangeArrowheads="1"/>
          </p:cNvSpPr>
          <p:nvPr/>
        </p:nvSpPr>
        <p:spPr bwMode="auto">
          <a:xfrm>
            <a:off x="790575" y="2549525"/>
            <a:ext cx="325438" cy="1755775"/>
          </a:xfrm>
          <a:prstGeom prst="rect">
            <a:avLst/>
          </a:prstGeom>
          <a:noFill/>
          <a:ln w="9525">
            <a:noFill/>
            <a:miter lim="800000"/>
            <a:headEnd/>
            <a:tailEnd/>
          </a:ln>
        </p:spPr>
        <p:txBody>
          <a:bodyPr wrap="none">
            <a:spAutoFit/>
          </a:bodyPr>
          <a:lstStyle/>
          <a:p>
            <a:pPr algn="ctr">
              <a:lnSpc>
                <a:spcPct val="130000"/>
              </a:lnSpc>
            </a:pPr>
            <a:r>
              <a:rPr kumimoji="1" lang="en-US" altLang="zh-CN" sz="2000">
                <a:solidFill>
                  <a:srgbClr val="333399"/>
                </a:solidFill>
                <a:ea typeface="黑体" pitchFamily="49" charset="-122"/>
              </a:rPr>
              <a:t>4</a:t>
            </a:r>
          </a:p>
          <a:p>
            <a:pPr algn="ctr">
              <a:lnSpc>
                <a:spcPct val="130000"/>
              </a:lnSpc>
            </a:pPr>
            <a:r>
              <a:rPr kumimoji="1" lang="en-US" altLang="zh-CN" sz="2000">
                <a:solidFill>
                  <a:srgbClr val="333399"/>
                </a:solidFill>
                <a:ea typeface="黑体" pitchFamily="49" charset="-122"/>
              </a:rPr>
              <a:t>3</a:t>
            </a:r>
          </a:p>
          <a:p>
            <a:pPr algn="ctr">
              <a:lnSpc>
                <a:spcPct val="130000"/>
              </a:lnSpc>
            </a:pPr>
            <a:r>
              <a:rPr kumimoji="1" lang="en-US" altLang="zh-CN" sz="2000">
                <a:solidFill>
                  <a:srgbClr val="333399"/>
                </a:solidFill>
                <a:ea typeface="黑体" pitchFamily="49" charset="-122"/>
              </a:rPr>
              <a:t>2</a:t>
            </a:r>
          </a:p>
          <a:p>
            <a:pPr algn="ctr">
              <a:lnSpc>
                <a:spcPct val="155000"/>
              </a:lnSpc>
            </a:pPr>
            <a:r>
              <a:rPr kumimoji="1" lang="en-US" altLang="zh-CN" sz="2000">
                <a:solidFill>
                  <a:srgbClr val="333399"/>
                </a:solidFill>
                <a:ea typeface="黑体" pitchFamily="49" charset="-122"/>
              </a:rPr>
              <a:t>1</a:t>
            </a:r>
          </a:p>
        </p:txBody>
      </p:sp>
      <p:sp>
        <p:nvSpPr>
          <p:cNvPr id="9244" name="Text Box 28"/>
          <p:cNvSpPr txBox="1">
            <a:spLocks noChangeArrowheads="1"/>
          </p:cNvSpPr>
          <p:nvPr/>
        </p:nvSpPr>
        <p:spPr bwMode="auto">
          <a:xfrm>
            <a:off x="2159000" y="5661025"/>
            <a:ext cx="5365750" cy="822325"/>
          </a:xfrm>
          <a:prstGeom prst="rect">
            <a:avLst/>
          </a:prstGeom>
          <a:noFill/>
          <a:ln w="9525">
            <a:noFill/>
            <a:miter lim="800000"/>
            <a:headEnd/>
            <a:tailEnd/>
          </a:ln>
        </p:spPr>
        <p:txBody>
          <a:bodyPr wrap="none">
            <a:spAutoFit/>
          </a:bodyPr>
          <a:lstStyle/>
          <a:p>
            <a:pPr algn="ctr"/>
            <a:r>
              <a:rPr lang="zh-CN" altLang="en-US" sz="2400">
                <a:solidFill>
                  <a:schemeClr val="folHlink"/>
                </a:solidFill>
                <a:latin typeface="黑体" pitchFamily="49" charset="-122"/>
                <a:ea typeface="黑体" pitchFamily="49" charset="-122"/>
              </a:rPr>
              <a:t>路由器在转发分组时最高只用到网络层</a:t>
            </a:r>
          </a:p>
          <a:p>
            <a:pPr algn="ctr"/>
            <a:r>
              <a:rPr lang="zh-CN" altLang="en-US" sz="2400">
                <a:solidFill>
                  <a:schemeClr val="folHlink"/>
                </a:solidFill>
                <a:latin typeface="黑体" pitchFamily="49" charset="-122"/>
                <a:ea typeface="黑体" pitchFamily="49" charset="-122"/>
              </a:rPr>
              <a:t>而没有使用运输层和应用层。 </a:t>
            </a:r>
          </a:p>
        </p:txBody>
      </p:sp>
    </p:spTree>
  </p:cSld>
  <p:clrMapOvr>
    <a:masterClrMapping/>
  </p:clrMapOvr>
  <p:timing>
    <p:tnLst>
      <p:par>
        <p:cTn id="1" dur="indefinite" restart="never" nodeType="tmRoot"/>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6978" name="Picture 4"/>
          <p:cNvPicPr>
            <a:picLocks noChangeAspect="1" noChangeArrowheads="1"/>
          </p:cNvPicPr>
          <p:nvPr/>
        </p:nvPicPr>
        <p:blipFill>
          <a:blip r:embed="rId2" cstate="print"/>
          <a:srcRect/>
          <a:stretch>
            <a:fillRect/>
          </a:stretch>
        </p:blipFill>
        <p:spPr bwMode="auto">
          <a:xfrm>
            <a:off x="714375" y="1143000"/>
            <a:ext cx="7358063" cy="4903788"/>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a:spLocks noChangeArrowheads="1"/>
          </p:cNvSpPr>
          <p:nvPr/>
        </p:nvSpPr>
        <p:spPr bwMode="auto">
          <a:xfrm>
            <a:off x="1692275" y="3500438"/>
            <a:ext cx="7235825" cy="2808287"/>
          </a:xfrm>
          <a:prstGeom prst="triangle">
            <a:avLst>
              <a:gd name="adj" fmla="val 50000"/>
            </a:avLst>
          </a:prstGeom>
          <a:solidFill>
            <a:srgbClr val="CC99FF"/>
          </a:solidFill>
          <a:ln w="9525">
            <a:solidFill>
              <a:schemeClr val="tx1"/>
            </a:solidFill>
            <a:miter lim="800000"/>
            <a:headEnd/>
            <a:tailEnd/>
          </a:ln>
        </p:spPr>
        <p:txBody>
          <a:bodyPr wrap="none" anchor="ctr"/>
          <a:lstStyle/>
          <a:p>
            <a:endParaRPr lang="zh-CN" altLang="en-US"/>
          </a:p>
        </p:txBody>
      </p:sp>
      <p:sp>
        <p:nvSpPr>
          <p:cNvPr id="137219" name="AutoShape 3"/>
          <p:cNvSpPr>
            <a:spLocks noChangeArrowheads="1"/>
          </p:cNvSpPr>
          <p:nvPr/>
        </p:nvSpPr>
        <p:spPr bwMode="auto">
          <a:xfrm flipV="1">
            <a:off x="1692275" y="1989138"/>
            <a:ext cx="7235825" cy="3095625"/>
          </a:xfrm>
          <a:prstGeom prst="triangle">
            <a:avLst>
              <a:gd name="adj" fmla="val 50000"/>
            </a:avLst>
          </a:prstGeom>
          <a:solidFill>
            <a:srgbClr val="CC99FF"/>
          </a:solidFill>
          <a:ln w="9525">
            <a:solidFill>
              <a:schemeClr val="tx1"/>
            </a:solidFill>
            <a:miter lim="800000"/>
            <a:headEnd/>
            <a:tailEnd/>
          </a:ln>
        </p:spPr>
        <p:txBody>
          <a:bodyPr wrap="none" anchor="ctr"/>
          <a:lstStyle/>
          <a:p>
            <a:endParaRPr lang="zh-CN" altLang="en-US"/>
          </a:p>
        </p:txBody>
      </p:sp>
      <p:sp>
        <p:nvSpPr>
          <p:cNvPr id="168964" name="Rectangle 4"/>
          <p:cNvSpPr>
            <a:spLocks noGrp="1" noChangeArrowheads="1"/>
          </p:cNvSpPr>
          <p:nvPr>
            <p:ph type="title"/>
          </p:nvPr>
        </p:nvSpPr>
        <p:spPr>
          <a:xfrm>
            <a:off x="1531938" y="214313"/>
            <a:ext cx="7612062" cy="1462087"/>
          </a:xfrm>
        </p:spPr>
        <p:txBody>
          <a:bodyPr>
            <a:normAutofit fontScale="90000"/>
          </a:bodyPr>
          <a:lstStyle/>
          <a:p>
            <a:pPr algn="ctr" eaLnBrk="1" hangingPunct="1"/>
            <a:r>
              <a:rPr lang="zh-CN" altLang="en-US" smtClean="0">
                <a:latin typeface="微软雅黑" pitchFamily="34" charset="-122"/>
                <a:ea typeface="微软雅黑" pitchFamily="34" charset="-122"/>
              </a:rPr>
              <a:t>沙漏计时器形状的</a:t>
            </a:r>
            <a:br>
              <a:rPr lang="zh-CN" altLang="en-US" smtClean="0">
                <a:latin typeface="微软雅黑" pitchFamily="34" charset="-122"/>
                <a:ea typeface="微软雅黑" pitchFamily="34" charset="-122"/>
              </a:rPr>
            </a:br>
            <a:r>
              <a:rPr lang="en-US" altLang="zh-CN" smtClean="0">
                <a:latin typeface="微软雅黑" pitchFamily="34" charset="-122"/>
                <a:ea typeface="微软雅黑" pitchFamily="34" charset="-122"/>
              </a:rPr>
              <a:t>TCP/IP</a:t>
            </a:r>
            <a:r>
              <a:rPr lang="zh-CN" altLang="en-US" smtClean="0">
                <a:latin typeface="微软雅黑" pitchFamily="34" charset="-122"/>
                <a:ea typeface="微软雅黑" pitchFamily="34" charset="-122"/>
              </a:rPr>
              <a:t>协议族 </a:t>
            </a:r>
          </a:p>
        </p:txBody>
      </p:sp>
      <p:sp>
        <p:nvSpPr>
          <p:cNvPr id="3" name="Rectangle 5"/>
          <p:cNvSpPr>
            <a:spLocks noChangeArrowheads="1"/>
          </p:cNvSpPr>
          <p:nvPr/>
        </p:nvSpPr>
        <p:spPr bwMode="auto">
          <a:xfrm>
            <a:off x="2794000" y="2179638"/>
            <a:ext cx="814388" cy="393700"/>
          </a:xfrm>
          <a:prstGeom prst="rect">
            <a:avLst/>
          </a:prstGeom>
          <a:solidFill>
            <a:srgbClr val="CCECFF"/>
          </a:solidFill>
          <a:ln w="9525">
            <a:solidFill>
              <a:schemeClr val="tx1"/>
            </a:solidFill>
            <a:miter lim="800000"/>
            <a:headEnd/>
            <a:tailEnd/>
          </a:ln>
          <a:effectLst>
            <a:outerShdw dist="53882" dir="2700000" algn="ctr" rotWithShape="0">
              <a:schemeClr val="bg2"/>
            </a:outerShdw>
          </a:effectLst>
        </p:spPr>
        <p:txBody>
          <a:bodyPr wrap="none" anchor="ctr"/>
          <a:lstStyle/>
          <a:p>
            <a:pPr algn="ctr">
              <a:defRPr/>
            </a:pPr>
            <a:r>
              <a:rPr kumimoji="1" lang="en-US" altLang="zh-CN" sz="2000">
                <a:solidFill>
                  <a:srgbClr val="333399"/>
                </a:solidFill>
                <a:latin typeface="Arial" charset="0"/>
                <a:ea typeface="黑体" pitchFamily="2" charset="-122"/>
              </a:rPr>
              <a:t>HTTP</a:t>
            </a:r>
          </a:p>
        </p:txBody>
      </p:sp>
      <p:sp>
        <p:nvSpPr>
          <p:cNvPr id="137222" name="Rectangle 6"/>
          <p:cNvSpPr>
            <a:spLocks noChangeArrowheads="1"/>
          </p:cNvSpPr>
          <p:nvPr/>
        </p:nvSpPr>
        <p:spPr bwMode="auto">
          <a:xfrm>
            <a:off x="4341813" y="2179638"/>
            <a:ext cx="815975" cy="393700"/>
          </a:xfrm>
          <a:prstGeom prst="rect">
            <a:avLst/>
          </a:prstGeom>
          <a:solidFill>
            <a:srgbClr val="CCECFF"/>
          </a:solidFill>
          <a:ln w="9525">
            <a:solidFill>
              <a:schemeClr val="tx1"/>
            </a:solidFill>
            <a:miter lim="800000"/>
            <a:headEnd/>
            <a:tailEnd/>
          </a:ln>
          <a:effectLst>
            <a:outerShdw dist="53882" dir="2700000" algn="ctr" rotWithShape="0">
              <a:schemeClr val="bg2"/>
            </a:outerShdw>
          </a:effectLst>
        </p:spPr>
        <p:txBody>
          <a:bodyPr wrap="none" anchor="ctr"/>
          <a:lstStyle/>
          <a:p>
            <a:pPr algn="ctr">
              <a:defRPr/>
            </a:pPr>
            <a:r>
              <a:rPr kumimoji="1" lang="en-US" altLang="zh-CN" sz="2000">
                <a:solidFill>
                  <a:srgbClr val="333399"/>
                </a:solidFill>
                <a:latin typeface="Arial" charset="0"/>
                <a:ea typeface="黑体" pitchFamily="2" charset="-122"/>
              </a:rPr>
              <a:t>SMTP</a:t>
            </a:r>
          </a:p>
        </p:txBody>
      </p:sp>
      <p:sp>
        <p:nvSpPr>
          <p:cNvPr id="137223" name="Rectangle 7"/>
          <p:cNvSpPr>
            <a:spLocks noChangeArrowheads="1"/>
          </p:cNvSpPr>
          <p:nvPr/>
        </p:nvSpPr>
        <p:spPr bwMode="auto">
          <a:xfrm>
            <a:off x="5483225" y="2179638"/>
            <a:ext cx="814388" cy="393700"/>
          </a:xfrm>
          <a:prstGeom prst="rect">
            <a:avLst/>
          </a:prstGeom>
          <a:solidFill>
            <a:srgbClr val="CCECFF"/>
          </a:solidFill>
          <a:ln w="9525">
            <a:solidFill>
              <a:schemeClr val="tx1"/>
            </a:solidFill>
            <a:miter lim="800000"/>
            <a:headEnd/>
            <a:tailEnd/>
          </a:ln>
          <a:effectLst>
            <a:outerShdw dist="53882" dir="2700000" algn="ctr" rotWithShape="0">
              <a:schemeClr val="bg2"/>
            </a:outerShdw>
          </a:effectLst>
        </p:spPr>
        <p:txBody>
          <a:bodyPr wrap="none" anchor="ctr"/>
          <a:lstStyle/>
          <a:p>
            <a:pPr algn="ctr">
              <a:defRPr/>
            </a:pPr>
            <a:r>
              <a:rPr kumimoji="1" lang="en-US" altLang="zh-CN" sz="2000">
                <a:solidFill>
                  <a:srgbClr val="333399"/>
                </a:solidFill>
                <a:latin typeface="Arial" charset="0"/>
                <a:ea typeface="黑体" pitchFamily="2" charset="-122"/>
              </a:rPr>
              <a:t>DNS</a:t>
            </a:r>
          </a:p>
        </p:txBody>
      </p:sp>
      <p:sp>
        <p:nvSpPr>
          <p:cNvPr id="137224" name="Rectangle 8"/>
          <p:cNvSpPr>
            <a:spLocks noChangeArrowheads="1"/>
          </p:cNvSpPr>
          <p:nvPr/>
        </p:nvSpPr>
        <p:spPr bwMode="auto">
          <a:xfrm>
            <a:off x="7031038" y="2179638"/>
            <a:ext cx="815975" cy="393700"/>
          </a:xfrm>
          <a:prstGeom prst="rect">
            <a:avLst/>
          </a:prstGeom>
          <a:solidFill>
            <a:srgbClr val="CCECFF"/>
          </a:solidFill>
          <a:ln w="9525">
            <a:solidFill>
              <a:schemeClr val="tx1"/>
            </a:solidFill>
            <a:miter lim="800000"/>
            <a:headEnd/>
            <a:tailEnd/>
          </a:ln>
          <a:effectLst>
            <a:outerShdw dist="53882" dir="2700000" algn="ctr" rotWithShape="0">
              <a:schemeClr val="bg2"/>
            </a:outerShdw>
          </a:effectLst>
        </p:spPr>
        <p:txBody>
          <a:bodyPr wrap="none" anchor="ctr"/>
          <a:lstStyle/>
          <a:p>
            <a:pPr algn="ctr">
              <a:defRPr/>
            </a:pPr>
            <a:r>
              <a:rPr kumimoji="1" lang="en-US" altLang="zh-CN" sz="2000">
                <a:solidFill>
                  <a:srgbClr val="333399"/>
                </a:solidFill>
                <a:latin typeface="Arial" charset="0"/>
                <a:ea typeface="黑体" pitchFamily="2" charset="-122"/>
              </a:rPr>
              <a:t>RTP</a:t>
            </a:r>
          </a:p>
        </p:txBody>
      </p:sp>
      <p:sp>
        <p:nvSpPr>
          <p:cNvPr id="137225" name="Rectangle 9"/>
          <p:cNvSpPr>
            <a:spLocks noChangeArrowheads="1"/>
          </p:cNvSpPr>
          <p:nvPr/>
        </p:nvSpPr>
        <p:spPr bwMode="auto">
          <a:xfrm>
            <a:off x="3527425" y="3124200"/>
            <a:ext cx="814388" cy="393700"/>
          </a:xfrm>
          <a:prstGeom prst="rect">
            <a:avLst/>
          </a:prstGeom>
          <a:solidFill>
            <a:srgbClr val="FFFF99"/>
          </a:solidFill>
          <a:ln w="9525">
            <a:solidFill>
              <a:schemeClr val="tx1"/>
            </a:solidFill>
            <a:miter lim="800000"/>
            <a:headEnd/>
            <a:tailEnd/>
          </a:ln>
          <a:effectLst>
            <a:outerShdw dist="35921" dir="2700000" algn="ctr" rotWithShape="0">
              <a:schemeClr val="bg2"/>
            </a:outerShdw>
          </a:effectLst>
        </p:spPr>
        <p:txBody>
          <a:bodyPr wrap="none" anchor="ctr"/>
          <a:lstStyle/>
          <a:p>
            <a:pPr algn="ctr">
              <a:defRPr/>
            </a:pPr>
            <a:r>
              <a:rPr kumimoji="1" lang="en-US" altLang="zh-CN" sz="2000">
                <a:solidFill>
                  <a:srgbClr val="333399"/>
                </a:solidFill>
                <a:latin typeface="Arial" charset="0"/>
                <a:ea typeface="黑体" pitchFamily="2" charset="-122"/>
              </a:rPr>
              <a:t>TCP</a:t>
            </a:r>
          </a:p>
        </p:txBody>
      </p:sp>
      <p:sp>
        <p:nvSpPr>
          <p:cNvPr id="137226" name="Rectangle 10"/>
          <p:cNvSpPr>
            <a:spLocks noChangeArrowheads="1"/>
          </p:cNvSpPr>
          <p:nvPr/>
        </p:nvSpPr>
        <p:spPr bwMode="auto">
          <a:xfrm>
            <a:off x="6297613" y="3124200"/>
            <a:ext cx="815975" cy="393700"/>
          </a:xfrm>
          <a:prstGeom prst="rect">
            <a:avLst/>
          </a:prstGeom>
          <a:solidFill>
            <a:srgbClr val="FFFF99"/>
          </a:solidFill>
          <a:ln w="9525">
            <a:solidFill>
              <a:schemeClr val="tx1"/>
            </a:solidFill>
            <a:miter lim="800000"/>
            <a:headEnd/>
            <a:tailEnd/>
          </a:ln>
          <a:effectLst>
            <a:outerShdw dist="35921" dir="2700000" algn="ctr" rotWithShape="0">
              <a:schemeClr val="bg2"/>
            </a:outerShdw>
          </a:effectLst>
        </p:spPr>
        <p:txBody>
          <a:bodyPr wrap="none" anchor="ctr"/>
          <a:lstStyle/>
          <a:p>
            <a:pPr algn="ctr">
              <a:defRPr/>
            </a:pPr>
            <a:r>
              <a:rPr kumimoji="1" lang="en-US" altLang="zh-CN" sz="2000">
                <a:solidFill>
                  <a:srgbClr val="333399"/>
                </a:solidFill>
                <a:latin typeface="Arial" charset="0"/>
                <a:ea typeface="黑体" pitchFamily="2" charset="-122"/>
              </a:rPr>
              <a:t>UDP</a:t>
            </a:r>
          </a:p>
        </p:txBody>
      </p:sp>
      <p:sp>
        <p:nvSpPr>
          <p:cNvPr id="137227" name="Rectangle 11"/>
          <p:cNvSpPr>
            <a:spLocks noChangeArrowheads="1"/>
          </p:cNvSpPr>
          <p:nvPr/>
        </p:nvSpPr>
        <p:spPr bwMode="auto">
          <a:xfrm>
            <a:off x="4911725" y="4229100"/>
            <a:ext cx="815975" cy="393700"/>
          </a:xfrm>
          <a:prstGeom prst="rect">
            <a:avLst/>
          </a:prstGeom>
          <a:solidFill>
            <a:srgbClr val="FF99FF"/>
          </a:solidFill>
          <a:ln w="9525">
            <a:solidFill>
              <a:schemeClr val="tx1"/>
            </a:solidFill>
            <a:miter lim="800000"/>
            <a:headEnd/>
            <a:tailEnd/>
          </a:ln>
          <a:effectLst>
            <a:outerShdw dist="35921" dir="2700000" algn="ctr" rotWithShape="0">
              <a:schemeClr val="bg2"/>
            </a:outerShdw>
          </a:effectLst>
        </p:spPr>
        <p:txBody>
          <a:bodyPr wrap="none" anchor="ctr"/>
          <a:lstStyle/>
          <a:p>
            <a:pPr algn="ctr">
              <a:defRPr/>
            </a:pPr>
            <a:r>
              <a:rPr kumimoji="1" lang="en-US" altLang="zh-CN" sz="2000">
                <a:solidFill>
                  <a:srgbClr val="333399"/>
                </a:solidFill>
                <a:latin typeface="Arial" charset="0"/>
                <a:ea typeface="黑体" pitchFamily="2" charset="-122"/>
              </a:rPr>
              <a:t>IP</a:t>
            </a:r>
          </a:p>
        </p:txBody>
      </p:sp>
      <p:sp>
        <p:nvSpPr>
          <p:cNvPr id="137228" name="Rectangle 12"/>
          <p:cNvSpPr>
            <a:spLocks noChangeArrowheads="1"/>
          </p:cNvSpPr>
          <p:nvPr/>
        </p:nvSpPr>
        <p:spPr bwMode="auto">
          <a:xfrm>
            <a:off x="2794000" y="5508625"/>
            <a:ext cx="1304925" cy="549275"/>
          </a:xfrm>
          <a:prstGeom prst="rect">
            <a:avLst/>
          </a:prstGeom>
          <a:solidFill>
            <a:srgbClr val="99FF66"/>
          </a:solidFill>
          <a:ln w="9525">
            <a:solidFill>
              <a:schemeClr val="tx1"/>
            </a:solidFill>
            <a:miter lim="800000"/>
            <a:headEnd/>
            <a:tailEnd/>
          </a:ln>
          <a:effectLst>
            <a:outerShdw dist="35921" dir="2700000" algn="ctr" rotWithShape="0">
              <a:schemeClr val="bg2"/>
            </a:outerShdw>
          </a:effectLst>
        </p:spPr>
        <p:txBody>
          <a:bodyPr wrap="none" anchor="ctr"/>
          <a:lstStyle/>
          <a:p>
            <a:pPr algn="ctr">
              <a:defRPr/>
            </a:pPr>
            <a:endParaRPr kumimoji="1" lang="zh-CN" altLang="zh-CN" sz="1600">
              <a:latin typeface="Times New Roman" pitchFamily="18" charset="0"/>
            </a:endParaRPr>
          </a:p>
        </p:txBody>
      </p:sp>
      <p:sp>
        <p:nvSpPr>
          <p:cNvPr id="137229" name="Rectangle 13"/>
          <p:cNvSpPr>
            <a:spLocks noChangeArrowheads="1"/>
          </p:cNvSpPr>
          <p:nvPr/>
        </p:nvSpPr>
        <p:spPr bwMode="auto">
          <a:xfrm>
            <a:off x="4505325" y="5508625"/>
            <a:ext cx="1303338" cy="549275"/>
          </a:xfrm>
          <a:prstGeom prst="rect">
            <a:avLst/>
          </a:prstGeom>
          <a:solidFill>
            <a:srgbClr val="99FF66"/>
          </a:solidFill>
          <a:ln w="9525">
            <a:solidFill>
              <a:schemeClr val="tx1"/>
            </a:solidFill>
            <a:miter lim="800000"/>
            <a:headEnd/>
            <a:tailEnd/>
          </a:ln>
          <a:effectLst>
            <a:outerShdw dist="35921" dir="2700000" algn="ctr" rotWithShape="0">
              <a:schemeClr val="bg2"/>
            </a:outerShdw>
          </a:effectLst>
        </p:spPr>
        <p:txBody>
          <a:bodyPr wrap="none" anchor="ctr"/>
          <a:lstStyle/>
          <a:p>
            <a:pPr algn="ctr">
              <a:defRPr/>
            </a:pPr>
            <a:endParaRPr kumimoji="1" lang="zh-CN" altLang="zh-CN" sz="1600">
              <a:latin typeface="Times New Roman" pitchFamily="18" charset="0"/>
            </a:endParaRPr>
          </a:p>
        </p:txBody>
      </p:sp>
      <p:sp>
        <p:nvSpPr>
          <p:cNvPr id="137230" name="Rectangle 14"/>
          <p:cNvSpPr>
            <a:spLocks noChangeArrowheads="1"/>
          </p:cNvSpPr>
          <p:nvPr/>
        </p:nvSpPr>
        <p:spPr bwMode="auto">
          <a:xfrm>
            <a:off x="6543675" y="5508625"/>
            <a:ext cx="1303338" cy="549275"/>
          </a:xfrm>
          <a:prstGeom prst="rect">
            <a:avLst/>
          </a:prstGeom>
          <a:solidFill>
            <a:srgbClr val="99FF66"/>
          </a:solidFill>
          <a:ln w="9525">
            <a:solidFill>
              <a:schemeClr val="tx1"/>
            </a:solidFill>
            <a:miter lim="800000"/>
            <a:headEnd/>
            <a:tailEnd/>
          </a:ln>
          <a:effectLst>
            <a:outerShdw dist="35921" dir="2700000" algn="ctr" rotWithShape="0">
              <a:schemeClr val="bg2"/>
            </a:outerShdw>
          </a:effectLst>
        </p:spPr>
        <p:txBody>
          <a:bodyPr wrap="none" anchor="ctr"/>
          <a:lstStyle/>
          <a:p>
            <a:pPr algn="ctr">
              <a:defRPr/>
            </a:pPr>
            <a:endParaRPr kumimoji="1" lang="zh-CN" altLang="zh-CN" sz="1600">
              <a:latin typeface="Times New Roman" pitchFamily="18" charset="0"/>
            </a:endParaRPr>
          </a:p>
        </p:txBody>
      </p:sp>
      <p:sp>
        <p:nvSpPr>
          <p:cNvPr id="168975" name="Line 15"/>
          <p:cNvSpPr>
            <a:spLocks noChangeShapeType="1"/>
          </p:cNvSpPr>
          <p:nvPr/>
        </p:nvSpPr>
        <p:spPr bwMode="auto">
          <a:xfrm>
            <a:off x="838200" y="4938713"/>
            <a:ext cx="7334250" cy="0"/>
          </a:xfrm>
          <a:prstGeom prst="line">
            <a:avLst/>
          </a:prstGeom>
          <a:noFill/>
          <a:ln w="9525">
            <a:solidFill>
              <a:schemeClr val="tx1"/>
            </a:solidFill>
            <a:prstDash val="dash"/>
            <a:round/>
            <a:headEnd/>
            <a:tailEnd/>
          </a:ln>
        </p:spPr>
        <p:txBody>
          <a:bodyPr/>
          <a:lstStyle/>
          <a:p>
            <a:endParaRPr lang="zh-CN" altLang="en-US"/>
          </a:p>
        </p:txBody>
      </p:sp>
      <p:sp>
        <p:nvSpPr>
          <p:cNvPr id="168976" name="Line 16"/>
          <p:cNvSpPr>
            <a:spLocks noChangeShapeType="1"/>
          </p:cNvSpPr>
          <p:nvPr/>
        </p:nvSpPr>
        <p:spPr bwMode="auto">
          <a:xfrm>
            <a:off x="838200" y="3914775"/>
            <a:ext cx="7334250" cy="0"/>
          </a:xfrm>
          <a:prstGeom prst="line">
            <a:avLst/>
          </a:prstGeom>
          <a:noFill/>
          <a:ln w="9525">
            <a:solidFill>
              <a:schemeClr val="tx1"/>
            </a:solidFill>
            <a:prstDash val="dash"/>
            <a:round/>
            <a:headEnd/>
            <a:tailEnd/>
          </a:ln>
        </p:spPr>
        <p:txBody>
          <a:bodyPr/>
          <a:lstStyle/>
          <a:p>
            <a:endParaRPr lang="zh-CN" altLang="en-US"/>
          </a:p>
        </p:txBody>
      </p:sp>
      <p:sp>
        <p:nvSpPr>
          <p:cNvPr id="168977" name="Line 17"/>
          <p:cNvSpPr>
            <a:spLocks noChangeShapeType="1"/>
          </p:cNvSpPr>
          <p:nvPr/>
        </p:nvSpPr>
        <p:spPr bwMode="auto">
          <a:xfrm>
            <a:off x="838200" y="2887663"/>
            <a:ext cx="7334250" cy="0"/>
          </a:xfrm>
          <a:prstGeom prst="line">
            <a:avLst/>
          </a:prstGeom>
          <a:noFill/>
          <a:ln w="9525">
            <a:solidFill>
              <a:schemeClr val="tx1"/>
            </a:solidFill>
            <a:prstDash val="dash"/>
            <a:round/>
            <a:headEnd/>
            <a:tailEnd/>
          </a:ln>
        </p:spPr>
        <p:txBody>
          <a:bodyPr/>
          <a:lstStyle/>
          <a:p>
            <a:endParaRPr lang="zh-CN" altLang="en-US"/>
          </a:p>
        </p:txBody>
      </p:sp>
      <p:sp>
        <p:nvSpPr>
          <p:cNvPr id="168978" name="Text Box 18"/>
          <p:cNvSpPr txBox="1">
            <a:spLocks noChangeArrowheads="1"/>
          </p:cNvSpPr>
          <p:nvPr/>
        </p:nvSpPr>
        <p:spPr bwMode="auto">
          <a:xfrm>
            <a:off x="1081088" y="4184650"/>
            <a:ext cx="946150" cy="396875"/>
          </a:xfrm>
          <a:prstGeom prst="rect">
            <a:avLst/>
          </a:prstGeom>
          <a:noFill/>
          <a:ln w="9525">
            <a:noFill/>
            <a:miter lim="800000"/>
            <a:headEnd/>
            <a:tailEnd/>
          </a:ln>
        </p:spPr>
        <p:txBody>
          <a:bodyPr wrap="none">
            <a:spAutoFit/>
          </a:bodyPr>
          <a:lstStyle/>
          <a:p>
            <a:r>
              <a:rPr kumimoji="1" lang="zh-CN" altLang="en-US" sz="2000">
                <a:solidFill>
                  <a:srgbClr val="333399"/>
                </a:solidFill>
                <a:ea typeface="黑体" pitchFamily="49" charset="-122"/>
              </a:rPr>
              <a:t>网际层</a:t>
            </a:r>
          </a:p>
        </p:txBody>
      </p:sp>
      <p:sp>
        <p:nvSpPr>
          <p:cNvPr id="168979" name="Text Box 19"/>
          <p:cNvSpPr txBox="1">
            <a:spLocks noChangeArrowheads="1"/>
          </p:cNvSpPr>
          <p:nvPr/>
        </p:nvSpPr>
        <p:spPr bwMode="auto">
          <a:xfrm>
            <a:off x="827088" y="5445125"/>
            <a:ext cx="1454150" cy="396875"/>
          </a:xfrm>
          <a:prstGeom prst="rect">
            <a:avLst/>
          </a:prstGeom>
          <a:noFill/>
          <a:ln w="9525">
            <a:noFill/>
            <a:miter lim="800000"/>
            <a:headEnd/>
            <a:tailEnd/>
          </a:ln>
        </p:spPr>
        <p:txBody>
          <a:bodyPr wrap="none">
            <a:spAutoFit/>
          </a:bodyPr>
          <a:lstStyle/>
          <a:p>
            <a:r>
              <a:rPr kumimoji="1" lang="zh-CN" altLang="en-US" sz="2000">
                <a:solidFill>
                  <a:srgbClr val="333399"/>
                </a:solidFill>
                <a:ea typeface="黑体" pitchFamily="49" charset="-122"/>
              </a:rPr>
              <a:t>网络接口层</a:t>
            </a:r>
          </a:p>
        </p:txBody>
      </p:sp>
      <p:sp>
        <p:nvSpPr>
          <p:cNvPr id="168980" name="Text Box 20"/>
          <p:cNvSpPr txBox="1">
            <a:spLocks noChangeArrowheads="1"/>
          </p:cNvSpPr>
          <p:nvPr/>
        </p:nvSpPr>
        <p:spPr bwMode="auto">
          <a:xfrm>
            <a:off x="1082675" y="3176588"/>
            <a:ext cx="946150" cy="396875"/>
          </a:xfrm>
          <a:prstGeom prst="rect">
            <a:avLst/>
          </a:prstGeom>
          <a:noFill/>
          <a:ln w="9525">
            <a:noFill/>
            <a:miter lim="800000"/>
            <a:headEnd/>
            <a:tailEnd/>
          </a:ln>
        </p:spPr>
        <p:txBody>
          <a:bodyPr wrap="none">
            <a:spAutoFit/>
          </a:bodyPr>
          <a:lstStyle/>
          <a:p>
            <a:r>
              <a:rPr kumimoji="1" lang="zh-CN" altLang="en-US" sz="2000">
                <a:solidFill>
                  <a:srgbClr val="333399"/>
                </a:solidFill>
                <a:ea typeface="黑体" pitchFamily="49" charset="-122"/>
              </a:rPr>
              <a:t>运输层</a:t>
            </a:r>
          </a:p>
        </p:txBody>
      </p:sp>
      <p:sp>
        <p:nvSpPr>
          <p:cNvPr id="168981" name="Text Box 21"/>
          <p:cNvSpPr txBox="1">
            <a:spLocks noChangeArrowheads="1"/>
          </p:cNvSpPr>
          <p:nvPr/>
        </p:nvSpPr>
        <p:spPr bwMode="auto">
          <a:xfrm>
            <a:off x="1135063" y="2168525"/>
            <a:ext cx="946150" cy="396875"/>
          </a:xfrm>
          <a:prstGeom prst="rect">
            <a:avLst/>
          </a:prstGeom>
          <a:noFill/>
          <a:ln w="9525">
            <a:noFill/>
            <a:miter lim="800000"/>
            <a:headEnd/>
            <a:tailEnd/>
          </a:ln>
        </p:spPr>
        <p:txBody>
          <a:bodyPr wrap="none">
            <a:spAutoFit/>
          </a:bodyPr>
          <a:lstStyle/>
          <a:p>
            <a:r>
              <a:rPr kumimoji="1" lang="zh-CN" altLang="en-US" sz="2000">
                <a:solidFill>
                  <a:srgbClr val="333399"/>
                </a:solidFill>
                <a:ea typeface="黑体" pitchFamily="49" charset="-122"/>
              </a:rPr>
              <a:t>应用层</a:t>
            </a:r>
          </a:p>
        </p:txBody>
      </p:sp>
      <p:sp>
        <p:nvSpPr>
          <p:cNvPr id="168982" name="Text Box 22"/>
          <p:cNvSpPr txBox="1">
            <a:spLocks noChangeArrowheads="1"/>
          </p:cNvSpPr>
          <p:nvPr/>
        </p:nvSpPr>
        <p:spPr bwMode="auto">
          <a:xfrm>
            <a:off x="3735388" y="2095500"/>
            <a:ext cx="438150" cy="396875"/>
          </a:xfrm>
          <a:prstGeom prst="rect">
            <a:avLst/>
          </a:prstGeom>
          <a:noFill/>
          <a:ln w="9525">
            <a:noFill/>
            <a:miter lim="800000"/>
            <a:headEnd/>
            <a:tailEnd/>
          </a:ln>
        </p:spPr>
        <p:txBody>
          <a:bodyPr wrap="none">
            <a:spAutoFit/>
          </a:bodyPr>
          <a:lstStyle/>
          <a:p>
            <a:r>
              <a:rPr kumimoji="1" lang="en-US" altLang="zh-CN" sz="2000" b="1">
                <a:solidFill>
                  <a:srgbClr val="333399"/>
                </a:solidFill>
                <a:latin typeface="Times New Roman" pitchFamily="18" charset="0"/>
                <a:ea typeface="黑体" pitchFamily="49" charset="-122"/>
              </a:rPr>
              <a:t>…</a:t>
            </a:r>
          </a:p>
        </p:txBody>
      </p:sp>
      <p:sp>
        <p:nvSpPr>
          <p:cNvPr id="168983" name="Text Box 23"/>
          <p:cNvSpPr txBox="1">
            <a:spLocks noChangeArrowheads="1"/>
          </p:cNvSpPr>
          <p:nvPr/>
        </p:nvSpPr>
        <p:spPr bwMode="auto">
          <a:xfrm>
            <a:off x="6430963" y="2095500"/>
            <a:ext cx="438150" cy="396875"/>
          </a:xfrm>
          <a:prstGeom prst="rect">
            <a:avLst/>
          </a:prstGeom>
          <a:noFill/>
          <a:ln w="9525">
            <a:noFill/>
            <a:miter lim="800000"/>
            <a:headEnd/>
            <a:tailEnd/>
          </a:ln>
        </p:spPr>
        <p:txBody>
          <a:bodyPr wrap="none">
            <a:spAutoFit/>
          </a:bodyPr>
          <a:lstStyle/>
          <a:p>
            <a:r>
              <a:rPr kumimoji="1" lang="en-US" altLang="zh-CN" sz="2000" b="1">
                <a:solidFill>
                  <a:srgbClr val="333399"/>
                </a:solidFill>
                <a:latin typeface="Times New Roman" pitchFamily="18" charset="0"/>
                <a:ea typeface="黑体" pitchFamily="49" charset="-122"/>
              </a:rPr>
              <a:t>…</a:t>
            </a:r>
          </a:p>
        </p:txBody>
      </p:sp>
      <p:sp>
        <p:nvSpPr>
          <p:cNvPr id="168984" name="Text Box 24"/>
          <p:cNvSpPr txBox="1">
            <a:spLocks noChangeArrowheads="1"/>
          </p:cNvSpPr>
          <p:nvPr/>
        </p:nvSpPr>
        <p:spPr bwMode="auto">
          <a:xfrm>
            <a:off x="5976938" y="5492750"/>
            <a:ext cx="387350" cy="336550"/>
          </a:xfrm>
          <a:prstGeom prst="rect">
            <a:avLst/>
          </a:prstGeom>
          <a:noFill/>
          <a:ln w="9525">
            <a:noFill/>
            <a:miter lim="800000"/>
            <a:headEnd/>
            <a:tailEnd/>
          </a:ln>
        </p:spPr>
        <p:txBody>
          <a:bodyPr wrap="none">
            <a:spAutoFit/>
          </a:bodyPr>
          <a:lstStyle/>
          <a:p>
            <a:r>
              <a:rPr kumimoji="1" lang="en-US" altLang="zh-CN" sz="1600" b="1">
                <a:latin typeface="Times New Roman" pitchFamily="18" charset="0"/>
              </a:rPr>
              <a:t>…</a:t>
            </a:r>
          </a:p>
        </p:txBody>
      </p:sp>
      <p:sp>
        <p:nvSpPr>
          <p:cNvPr id="168985" name="Line 25"/>
          <p:cNvSpPr>
            <a:spLocks noChangeShapeType="1"/>
          </p:cNvSpPr>
          <p:nvPr/>
        </p:nvSpPr>
        <p:spPr bwMode="auto">
          <a:xfrm>
            <a:off x="3189288" y="2600325"/>
            <a:ext cx="509587" cy="547688"/>
          </a:xfrm>
          <a:prstGeom prst="line">
            <a:avLst/>
          </a:prstGeom>
          <a:noFill/>
          <a:ln w="28575">
            <a:solidFill>
              <a:srgbClr val="333399"/>
            </a:solidFill>
            <a:round/>
            <a:headEnd type="triangle" w="med" len="lg"/>
            <a:tailEnd type="triangle" w="med" len="lg"/>
          </a:ln>
        </p:spPr>
        <p:txBody>
          <a:bodyPr/>
          <a:lstStyle/>
          <a:p>
            <a:endParaRPr lang="zh-CN" altLang="en-US"/>
          </a:p>
        </p:txBody>
      </p:sp>
      <p:sp>
        <p:nvSpPr>
          <p:cNvPr id="168986" name="Line 26"/>
          <p:cNvSpPr>
            <a:spLocks noChangeShapeType="1"/>
          </p:cNvSpPr>
          <p:nvPr/>
        </p:nvSpPr>
        <p:spPr bwMode="auto">
          <a:xfrm>
            <a:off x="5873750" y="2617788"/>
            <a:ext cx="587375" cy="495300"/>
          </a:xfrm>
          <a:prstGeom prst="line">
            <a:avLst/>
          </a:prstGeom>
          <a:noFill/>
          <a:ln w="28575">
            <a:solidFill>
              <a:srgbClr val="333399"/>
            </a:solidFill>
            <a:round/>
            <a:headEnd type="triangle" w="med" len="lg"/>
            <a:tailEnd type="triangle" w="med" len="lg"/>
          </a:ln>
        </p:spPr>
        <p:txBody>
          <a:bodyPr/>
          <a:lstStyle/>
          <a:p>
            <a:endParaRPr lang="zh-CN" altLang="en-US"/>
          </a:p>
        </p:txBody>
      </p:sp>
      <p:sp>
        <p:nvSpPr>
          <p:cNvPr id="168987" name="Line 27"/>
          <p:cNvSpPr>
            <a:spLocks noChangeShapeType="1"/>
          </p:cNvSpPr>
          <p:nvPr/>
        </p:nvSpPr>
        <p:spPr bwMode="auto">
          <a:xfrm flipH="1">
            <a:off x="4151313" y="2601913"/>
            <a:ext cx="584200" cy="520700"/>
          </a:xfrm>
          <a:prstGeom prst="line">
            <a:avLst/>
          </a:prstGeom>
          <a:noFill/>
          <a:ln w="28575">
            <a:solidFill>
              <a:srgbClr val="333399"/>
            </a:solidFill>
            <a:round/>
            <a:headEnd type="triangle" w="med" len="lg"/>
            <a:tailEnd type="triangle" w="med" len="lg"/>
          </a:ln>
        </p:spPr>
        <p:txBody>
          <a:bodyPr/>
          <a:lstStyle/>
          <a:p>
            <a:endParaRPr lang="zh-CN" altLang="en-US"/>
          </a:p>
        </p:txBody>
      </p:sp>
      <p:sp>
        <p:nvSpPr>
          <p:cNvPr id="168988" name="Line 28"/>
          <p:cNvSpPr>
            <a:spLocks noChangeShapeType="1"/>
          </p:cNvSpPr>
          <p:nvPr/>
        </p:nvSpPr>
        <p:spPr bwMode="auto">
          <a:xfrm flipH="1">
            <a:off x="6865938" y="2601913"/>
            <a:ext cx="573087" cy="527050"/>
          </a:xfrm>
          <a:prstGeom prst="line">
            <a:avLst/>
          </a:prstGeom>
          <a:noFill/>
          <a:ln w="28575">
            <a:solidFill>
              <a:srgbClr val="333399"/>
            </a:solidFill>
            <a:round/>
            <a:headEnd type="triangle" w="med" len="lg"/>
            <a:tailEnd type="triangle" w="med" len="lg"/>
          </a:ln>
        </p:spPr>
        <p:txBody>
          <a:bodyPr/>
          <a:lstStyle/>
          <a:p>
            <a:endParaRPr lang="zh-CN" altLang="en-US"/>
          </a:p>
        </p:txBody>
      </p:sp>
      <p:sp>
        <p:nvSpPr>
          <p:cNvPr id="168989" name="Line 29"/>
          <p:cNvSpPr>
            <a:spLocks noChangeShapeType="1"/>
          </p:cNvSpPr>
          <p:nvPr/>
        </p:nvSpPr>
        <p:spPr bwMode="auto">
          <a:xfrm>
            <a:off x="3930650" y="3549650"/>
            <a:ext cx="1149350" cy="661988"/>
          </a:xfrm>
          <a:prstGeom prst="line">
            <a:avLst/>
          </a:prstGeom>
          <a:noFill/>
          <a:ln w="28575">
            <a:solidFill>
              <a:srgbClr val="333399"/>
            </a:solidFill>
            <a:round/>
            <a:headEnd type="triangle" w="med" len="lg"/>
            <a:tailEnd type="triangle" w="med" len="lg"/>
          </a:ln>
        </p:spPr>
        <p:txBody>
          <a:bodyPr/>
          <a:lstStyle/>
          <a:p>
            <a:endParaRPr lang="zh-CN" altLang="en-US"/>
          </a:p>
        </p:txBody>
      </p:sp>
      <p:sp>
        <p:nvSpPr>
          <p:cNvPr id="168990" name="Line 30"/>
          <p:cNvSpPr>
            <a:spLocks noChangeShapeType="1"/>
          </p:cNvSpPr>
          <p:nvPr/>
        </p:nvSpPr>
        <p:spPr bwMode="auto">
          <a:xfrm flipH="1">
            <a:off x="5564188" y="3565525"/>
            <a:ext cx="1152525" cy="647700"/>
          </a:xfrm>
          <a:prstGeom prst="line">
            <a:avLst/>
          </a:prstGeom>
          <a:noFill/>
          <a:ln w="28575">
            <a:solidFill>
              <a:srgbClr val="333399"/>
            </a:solidFill>
            <a:round/>
            <a:headEnd type="triangle" w="med" len="lg"/>
            <a:tailEnd type="triangle" w="med" len="lg"/>
          </a:ln>
        </p:spPr>
        <p:txBody>
          <a:bodyPr/>
          <a:lstStyle/>
          <a:p>
            <a:endParaRPr lang="zh-CN" altLang="en-US"/>
          </a:p>
        </p:txBody>
      </p:sp>
      <p:sp>
        <p:nvSpPr>
          <p:cNvPr id="168991" name="Line 31"/>
          <p:cNvSpPr>
            <a:spLocks noChangeShapeType="1"/>
          </p:cNvSpPr>
          <p:nvPr/>
        </p:nvSpPr>
        <p:spPr bwMode="auto">
          <a:xfrm>
            <a:off x="5608638" y="4676775"/>
            <a:ext cx="1627187" cy="839788"/>
          </a:xfrm>
          <a:prstGeom prst="line">
            <a:avLst/>
          </a:prstGeom>
          <a:noFill/>
          <a:ln w="28575">
            <a:solidFill>
              <a:srgbClr val="333399"/>
            </a:solidFill>
            <a:round/>
            <a:headEnd type="triangle" w="med" len="lg"/>
            <a:tailEnd type="triangle" w="med" len="lg"/>
          </a:ln>
        </p:spPr>
        <p:txBody>
          <a:bodyPr/>
          <a:lstStyle/>
          <a:p>
            <a:endParaRPr lang="zh-CN" altLang="en-US"/>
          </a:p>
        </p:txBody>
      </p:sp>
      <p:sp>
        <p:nvSpPr>
          <p:cNvPr id="168992" name="Line 32"/>
          <p:cNvSpPr>
            <a:spLocks noChangeShapeType="1"/>
          </p:cNvSpPr>
          <p:nvPr/>
        </p:nvSpPr>
        <p:spPr bwMode="auto">
          <a:xfrm flipH="1">
            <a:off x="3348038" y="4667250"/>
            <a:ext cx="1646237" cy="849313"/>
          </a:xfrm>
          <a:prstGeom prst="line">
            <a:avLst/>
          </a:prstGeom>
          <a:noFill/>
          <a:ln w="28575">
            <a:solidFill>
              <a:srgbClr val="333399"/>
            </a:solidFill>
            <a:round/>
            <a:headEnd type="triangle" w="med" len="lg"/>
            <a:tailEnd type="triangle" w="med" len="lg"/>
          </a:ln>
        </p:spPr>
        <p:txBody>
          <a:bodyPr/>
          <a:lstStyle/>
          <a:p>
            <a:endParaRPr lang="zh-CN" altLang="en-US"/>
          </a:p>
        </p:txBody>
      </p:sp>
      <p:sp>
        <p:nvSpPr>
          <p:cNvPr id="168993" name="Line 33"/>
          <p:cNvSpPr>
            <a:spLocks noChangeShapeType="1"/>
          </p:cNvSpPr>
          <p:nvPr/>
        </p:nvSpPr>
        <p:spPr bwMode="auto">
          <a:xfrm flipH="1">
            <a:off x="5076825" y="4622800"/>
            <a:ext cx="244475" cy="893763"/>
          </a:xfrm>
          <a:prstGeom prst="line">
            <a:avLst/>
          </a:prstGeom>
          <a:noFill/>
          <a:ln w="28575">
            <a:solidFill>
              <a:srgbClr val="333399"/>
            </a:solidFill>
            <a:round/>
            <a:headEnd type="triangle" w="med" len="lg"/>
            <a:tailEnd type="triangle" w="med" len="lg"/>
          </a:ln>
        </p:spPr>
        <p:txBody>
          <a:bodyPr/>
          <a:lstStyle/>
          <a:p>
            <a:endParaRPr lang="zh-CN" altLang="en-US"/>
          </a:p>
        </p:txBody>
      </p:sp>
      <p:sp>
        <p:nvSpPr>
          <p:cNvPr id="168994" name="Text Box 34"/>
          <p:cNvSpPr txBox="1">
            <a:spLocks noChangeArrowheads="1"/>
          </p:cNvSpPr>
          <p:nvPr/>
        </p:nvSpPr>
        <p:spPr bwMode="auto">
          <a:xfrm>
            <a:off x="2747963" y="5605463"/>
            <a:ext cx="1376362" cy="396875"/>
          </a:xfrm>
          <a:prstGeom prst="rect">
            <a:avLst/>
          </a:prstGeom>
          <a:noFill/>
          <a:ln w="9525">
            <a:noFill/>
            <a:miter lim="800000"/>
            <a:headEnd/>
            <a:tailEnd/>
          </a:ln>
        </p:spPr>
        <p:txBody>
          <a:bodyPr wrap="none">
            <a:spAutoFit/>
          </a:bodyPr>
          <a:lstStyle/>
          <a:p>
            <a:r>
              <a:rPr kumimoji="1" lang="zh-CN" altLang="en-US" sz="2000">
                <a:solidFill>
                  <a:srgbClr val="333399"/>
                </a:solidFill>
                <a:ea typeface="黑体" pitchFamily="49" charset="-122"/>
              </a:rPr>
              <a:t>网络接口</a:t>
            </a:r>
            <a:r>
              <a:rPr kumimoji="1" lang="zh-CN" altLang="en-US" sz="1000">
                <a:solidFill>
                  <a:srgbClr val="333399"/>
                </a:solidFill>
                <a:ea typeface="黑体" pitchFamily="49" charset="-122"/>
              </a:rPr>
              <a:t> </a:t>
            </a:r>
            <a:r>
              <a:rPr kumimoji="1" lang="en-US" altLang="zh-CN" sz="2000">
                <a:solidFill>
                  <a:srgbClr val="333399"/>
                </a:solidFill>
                <a:ea typeface="黑体" pitchFamily="49" charset="-122"/>
              </a:rPr>
              <a:t>1</a:t>
            </a:r>
          </a:p>
        </p:txBody>
      </p:sp>
      <p:sp>
        <p:nvSpPr>
          <p:cNvPr id="168995" name="Text Box 35"/>
          <p:cNvSpPr txBox="1">
            <a:spLocks noChangeArrowheads="1"/>
          </p:cNvSpPr>
          <p:nvPr/>
        </p:nvSpPr>
        <p:spPr bwMode="auto">
          <a:xfrm>
            <a:off x="4465638" y="5573713"/>
            <a:ext cx="1376362" cy="396875"/>
          </a:xfrm>
          <a:prstGeom prst="rect">
            <a:avLst/>
          </a:prstGeom>
          <a:noFill/>
          <a:ln w="9525">
            <a:noFill/>
            <a:miter lim="800000"/>
            <a:headEnd/>
            <a:tailEnd/>
          </a:ln>
        </p:spPr>
        <p:txBody>
          <a:bodyPr wrap="none">
            <a:spAutoFit/>
          </a:bodyPr>
          <a:lstStyle/>
          <a:p>
            <a:r>
              <a:rPr kumimoji="1" lang="zh-CN" altLang="en-US" sz="2000">
                <a:solidFill>
                  <a:srgbClr val="333399"/>
                </a:solidFill>
                <a:ea typeface="黑体" pitchFamily="49" charset="-122"/>
              </a:rPr>
              <a:t>网络接口</a:t>
            </a:r>
            <a:r>
              <a:rPr kumimoji="1" lang="zh-CN" altLang="en-US" sz="1000">
                <a:solidFill>
                  <a:srgbClr val="333399"/>
                </a:solidFill>
                <a:ea typeface="黑体" pitchFamily="49" charset="-122"/>
              </a:rPr>
              <a:t> </a:t>
            </a:r>
            <a:r>
              <a:rPr kumimoji="1" lang="en-US" altLang="zh-CN" sz="2000">
                <a:solidFill>
                  <a:srgbClr val="333399"/>
                </a:solidFill>
                <a:ea typeface="黑体" pitchFamily="49" charset="-122"/>
              </a:rPr>
              <a:t>2</a:t>
            </a:r>
          </a:p>
        </p:txBody>
      </p:sp>
      <p:sp>
        <p:nvSpPr>
          <p:cNvPr id="168996" name="Text Box 36"/>
          <p:cNvSpPr txBox="1">
            <a:spLocks noChangeArrowheads="1"/>
          </p:cNvSpPr>
          <p:nvPr/>
        </p:nvSpPr>
        <p:spPr bwMode="auto">
          <a:xfrm>
            <a:off x="6516688" y="5553075"/>
            <a:ext cx="1376362" cy="396875"/>
          </a:xfrm>
          <a:prstGeom prst="rect">
            <a:avLst/>
          </a:prstGeom>
          <a:noFill/>
          <a:ln w="9525">
            <a:noFill/>
            <a:miter lim="800000"/>
            <a:headEnd/>
            <a:tailEnd/>
          </a:ln>
        </p:spPr>
        <p:txBody>
          <a:bodyPr wrap="none">
            <a:spAutoFit/>
          </a:bodyPr>
          <a:lstStyle/>
          <a:p>
            <a:r>
              <a:rPr kumimoji="1" lang="zh-CN" altLang="en-US" sz="2000">
                <a:solidFill>
                  <a:srgbClr val="333399"/>
                </a:solidFill>
                <a:ea typeface="黑体" pitchFamily="49" charset="-122"/>
              </a:rPr>
              <a:t>网络接口</a:t>
            </a:r>
            <a:r>
              <a:rPr kumimoji="1" lang="zh-CN" altLang="en-US" sz="1000">
                <a:solidFill>
                  <a:srgbClr val="333399"/>
                </a:solidFill>
                <a:ea typeface="黑体" pitchFamily="49" charset="-122"/>
              </a:rPr>
              <a:t> </a:t>
            </a:r>
            <a:r>
              <a:rPr kumimoji="1" lang="en-US" altLang="zh-CN" sz="2000">
                <a:solidFill>
                  <a:srgbClr val="333399"/>
                </a:solidFill>
                <a:ea typeface="黑体" pitchFamily="49" charset="-122"/>
              </a:rPr>
              <a:t>3</a:t>
            </a:r>
          </a:p>
        </p:txBody>
      </p:sp>
      <p:sp>
        <p:nvSpPr>
          <p:cNvPr id="4" name="Text Box 37"/>
          <p:cNvSpPr txBox="1">
            <a:spLocks noChangeArrowheads="1"/>
          </p:cNvSpPr>
          <p:nvPr/>
        </p:nvSpPr>
        <p:spPr bwMode="auto">
          <a:xfrm>
            <a:off x="1423988" y="333375"/>
            <a:ext cx="7183437" cy="1260475"/>
          </a:xfrm>
          <a:prstGeom prst="rect">
            <a:avLst/>
          </a:prstGeom>
          <a:solidFill>
            <a:srgbClr val="FFFFCC"/>
          </a:solidFill>
          <a:ln w="9525">
            <a:noFill/>
            <a:miter lim="800000"/>
            <a:headEnd/>
            <a:tailEnd/>
          </a:ln>
        </p:spPr>
        <p:txBody>
          <a:bodyPr>
            <a:spAutoFit/>
          </a:bodyPr>
          <a:lstStyle/>
          <a:p>
            <a:pPr algn="ctr">
              <a:lnSpc>
                <a:spcPct val="120000"/>
              </a:lnSpc>
            </a:pPr>
            <a:r>
              <a:rPr lang="en-US" altLang="zh-CN" sz="3200">
                <a:solidFill>
                  <a:srgbClr val="333399"/>
                </a:solidFill>
                <a:ea typeface="黑体" pitchFamily="49" charset="-122"/>
              </a:rPr>
              <a:t>Everything over IP </a:t>
            </a:r>
          </a:p>
          <a:p>
            <a:pPr algn="ctr">
              <a:lnSpc>
                <a:spcPct val="120000"/>
              </a:lnSpc>
            </a:pPr>
            <a:r>
              <a:rPr lang="en-US" altLang="zh-CN" sz="3200">
                <a:solidFill>
                  <a:srgbClr val="333399"/>
                </a:solidFill>
                <a:ea typeface="黑体" pitchFamily="49" charset="-122"/>
              </a:rPr>
              <a:t>IP</a:t>
            </a:r>
            <a:r>
              <a:rPr lang="en-US" altLang="zh-CN" sz="1600">
                <a:solidFill>
                  <a:srgbClr val="333399"/>
                </a:solidFill>
                <a:ea typeface="黑体" pitchFamily="49" charset="-122"/>
              </a:rPr>
              <a:t> </a:t>
            </a:r>
            <a:r>
              <a:rPr lang="zh-CN" altLang="en-US" sz="3200">
                <a:solidFill>
                  <a:srgbClr val="333399"/>
                </a:solidFill>
                <a:ea typeface="黑体" pitchFamily="49" charset="-122"/>
              </a:rPr>
              <a:t>可为各式各样的应用程序提供服务</a:t>
            </a:r>
          </a:p>
        </p:txBody>
      </p:sp>
      <p:sp>
        <p:nvSpPr>
          <p:cNvPr id="137254" name="Text Box 38"/>
          <p:cNvSpPr txBox="1">
            <a:spLocks noChangeArrowheads="1"/>
          </p:cNvSpPr>
          <p:nvPr/>
        </p:nvSpPr>
        <p:spPr bwMode="auto">
          <a:xfrm>
            <a:off x="1423988" y="333375"/>
            <a:ext cx="7183437" cy="1260475"/>
          </a:xfrm>
          <a:prstGeom prst="rect">
            <a:avLst/>
          </a:prstGeom>
          <a:solidFill>
            <a:srgbClr val="CCFFCC"/>
          </a:solidFill>
          <a:ln w="9525">
            <a:noFill/>
            <a:miter lim="800000"/>
            <a:headEnd/>
            <a:tailEnd/>
          </a:ln>
        </p:spPr>
        <p:txBody>
          <a:bodyPr>
            <a:spAutoFit/>
          </a:bodyPr>
          <a:lstStyle/>
          <a:p>
            <a:pPr algn="ctr">
              <a:lnSpc>
                <a:spcPct val="120000"/>
              </a:lnSpc>
            </a:pPr>
            <a:r>
              <a:rPr lang="en-US" altLang="zh-CN" sz="3200">
                <a:solidFill>
                  <a:srgbClr val="333399"/>
                </a:solidFill>
                <a:ea typeface="黑体" pitchFamily="49" charset="-122"/>
              </a:rPr>
              <a:t>IP over Everything </a:t>
            </a:r>
          </a:p>
          <a:p>
            <a:pPr algn="ctr">
              <a:lnSpc>
                <a:spcPct val="120000"/>
              </a:lnSpc>
            </a:pPr>
            <a:r>
              <a:rPr lang="en-US" altLang="zh-CN" sz="3200">
                <a:solidFill>
                  <a:srgbClr val="333399"/>
                </a:solidFill>
                <a:ea typeface="黑体" pitchFamily="49" charset="-122"/>
              </a:rPr>
              <a:t>IP</a:t>
            </a:r>
            <a:r>
              <a:rPr lang="en-US" altLang="zh-CN" sz="1200">
                <a:solidFill>
                  <a:srgbClr val="333399"/>
                </a:solidFill>
                <a:ea typeface="黑体" pitchFamily="49" charset="-122"/>
              </a:rPr>
              <a:t> </a:t>
            </a:r>
            <a:r>
              <a:rPr lang="zh-CN" altLang="en-US" sz="3200">
                <a:solidFill>
                  <a:srgbClr val="333399"/>
                </a:solidFill>
                <a:ea typeface="黑体" pitchFamily="49" charset="-122"/>
              </a:rPr>
              <a:t>可应用到各式各样的网络上</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par>
                          <p:cTn id="7" fill="hold">
                            <p:stCondLst>
                              <p:cond delay="0"/>
                            </p:stCondLst>
                            <p:childTnLst>
                              <p:par>
                                <p:cTn id="8" presetID="1" presetClass="entr" presetSubtype="0" fill="hold" grpId="0" nodeType="afterEffect">
                                  <p:stCondLst>
                                    <p:cond delay="0"/>
                                  </p:stCondLst>
                                  <p:childTnLst>
                                    <p:set>
                                      <p:cBhvr>
                                        <p:cTn id="9" dur="1" fill="hold">
                                          <p:stCondLst>
                                            <p:cond delay="0"/>
                                          </p:stCondLst>
                                        </p:cTn>
                                        <p:tgtEl>
                                          <p:spTgt spid="137219"/>
                                        </p:tgtEl>
                                        <p:attrNameLst>
                                          <p:attrName>style.visibility</p:attrName>
                                        </p:attrNameLst>
                                      </p:cBhvr>
                                      <p:to>
                                        <p:strVal val="visible"/>
                                      </p:to>
                                    </p:set>
                                  </p:childTnLst>
                                </p:cTn>
                              </p:par>
                            </p:childTnLst>
                          </p:cTn>
                        </p:par>
                        <p:par>
                          <p:cTn id="10" fill="hold">
                            <p:stCondLst>
                              <p:cond delay="0"/>
                            </p:stCondLst>
                            <p:childTnLst>
                              <p:par>
                                <p:cTn id="11" presetID="35" presetClass="emph" presetSubtype="0" repeatCount="3000" fill="hold" grpId="0" nodeType="afterEffect">
                                  <p:stCondLst>
                                    <p:cond delay="0"/>
                                  </p:stCondLst>
                                  <p:childTnLst>
                                    <p:anim calcmode="discrete" valueType="str">
                                      <p:cBhvr>
                                        <p:cTn id="12" dur="1000" fill="hold"/>
                                        <p:tgtEl>
                                          <p:spTgt spid="137227"/>
                                        </p:tgtEl>
                                        <p:attrNameLst>
                                          <p:attrName>style.visibility</p:attrName>
                                        </p:attrNameLst>
                                      </p:cBhvr>
                                      <p:tavLst>
                                        <p:tav tm="0">
                                          <p:val>
                                            <p:strVal val="hidden"/>
                                          </p:val>
                                        </p:tav>
                                        <p:tav tm="50000">
                                          <p:val>
                                            <p:strVal val="visible"/>
                                          </p:val>
                                        </p:tav>
                                      </p:tavLst>
                                    </p:anim>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137254"/>
                                        </p:tgtEl>
                                        <p:attrNameLst>
                                          <p:attrName>style.visibility</p:attrName>
                                        </p:attrNameLst>
                                      </p:cBhvr>
                                      <p:to>
                                        <p:strVal val="visible"/>
                                      </p:to>
                                    </p:set>
                                  </p:childTnLst>
                                </p:cTn>
                              </p:par>
                            </p:childTnLst>
                          </p:cTn>
                        </p:par>
                        <p:par>
                          <p:cTn id="17" fill="hold">
                            <p:stCondLst>
                              <p:cond delay="0"/>
                            </p:stCondLst>
                            <p:childTnLst>
                              <p:par>
                                <p:cTn id="18" presetID="1" presetClass="exit" presetSubtype="0" fill="hold" grpId="1" nodeType="afterEffect">
                                  <p:stCondLst>
                                    <p:cond delay="0"/>
                                  </p:stCondLst>
                                  <p:childTnLst>
                                    <p:set>
                                      <p:cBhvr>
                                        <p:cTn id="19" dur="1" fill="hold">
                                          <p:stCondLst>
                                            <p:cond delay="0"/>
                                          </p:stCondLst>
                                        </p:cTn>
                                        <p:tgtEl>
                                          <p:spTgt spid="137219"/>
                                        </p:tgtEl>
                                        <p:attrNameLst>
                                          <p:attrName>style.visibility</p:attrName>
                                        </p:attrNameLst>
                                      </p:cBhvr>
                                      <p:to>
                                        <p:strVal val="hidden"/>
                                      </p:to>
                                    </p:set>
                                  </p:childTnLst>
                                </p:cTn>
                              </p:par>
                            </p:childTnLst>
                          </p:cTn>
                        </p:par>
                        <p:par>
                          <p:cTn id="20" fill="hold">
                            <p:stCondLst>
                              <p:cond delay="0"/>
                            </p:stCondLst>
                            <p:childTnLst>
                              <p:par>
                                <p:cTn id="21" presetID="1" presetClass="entr" presetSubtype="0" fill="hold" grpId="0" nodeType="afterEffect">
                                  <p:stCondLst>
                                    <p:cond delay="0"/>
                                  </p:stCondLst>
                                  <p:childTnLst>
                                    <p:set>
                                      <p:cBhvr>
                                        <p:cTn id="22" dur="1" fill="hold">
                                          <p:stCondLst>
                                            <p:cond delay="0"/>
                                          </p:stCondLst>
                                        </p:cTn>
                                        <p:tgtEl>
                                          <p:spTgt spid="2"/>
                                        </p:tgtEl>
                                        <p:attrNameLst>
                                          <p:attrName>style.visibility</p:attrName>
                                        </p:attrNameLst>
                                      </p:cBhvr>
                                      <p:to>
                                        <p:strVal val="visible"/>
                                      </p:to>
                                    </p:set>
                                  </p:childTnLst>
                                </p:cTn>
                              </p:par>
                            </p:childTnLst>
                          </p:cTn>
                        </p:par>
                        <p:par>
                          <p:cTn id="23" fill="hold">
                            <p:stCondLst>
                              <p:cond delay="0"/>
                            </p:stCondLst>
                            <p:childTnLst>
                              <p:par>
                                <p:cTn id="24" presetID="35" presetClass="emph" presetSubtype="0" repeatCount="3000" fill="hold" grpId="1" nodeType="afterEffect">
                                  <p:stCondLst>
                                    <p:cond delay="0"/>
                                  </p:stCondLst>
                                  <p:childTnLst>
                                    <p:anim calcmode="discrete" valueType="str">
                                      <p:cBhvr>
                                        <p:cTn id="25" dur="1000" fill="hold"/>
                                        <p:tgtEl>
                                          <p:spTgt spid="137227"/>
                                        </p:tgtEl>
                                        <p:attrNameLst>
                                          <p:attrName>style.visibility</p:attrName>
                                        </p:attrNameLst>
                                      </p:cBhvr>
                                      <p:tavLst>
                                        <p:tav tm="0">
                                          <p:val>
                                            <p:strVal val="hidden"/>
                                          </p:val>
                                        </p:tav>
                                        <p:tav tm="50000">
                                          <p:val>
                                            <p:strVal val="visible"/>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137219" grpId="0" animBg="1"/>
      <p:bldP spid="137219" grpId="1" animBg="1"/>
      <p:bldP spid="137227" grpId="0" animBg="1"/>
      <p:bldP spid="137227" grpId="1" animBg="1"/>
      <p:bldP spid="4" grpId="0" animBg="1"/>
      <p:bldP spid="137254" grpId="0" animBg="1"/>
    </p:bld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3" name="Rectangle 2"/>
          <p:cNvSpPr>
            <a:spLocks noGrp="1" noChangeArrowheads="1"/>
          </p:cNvSpPr>
          <p:nvPr>
            <p:ph type="title"/>
          </p:nvPr>
        </p:nvSpPr>
        <p:spPr/>
        <p:txBody>
          <a:bodyPr>
            <a:normAutofit fontScale="90000"/>
          </a:bodyPr>
          <a:lstStyle/>
          <a:p>
            <a:pPr algn="ctr" eaLnBrk="1" hangingPunct="1"/>
            <a:r>
              <a:rPr lang="en-US" altLang="zh-CN" sz="4000" smtClean="0">
                <a:latin typeface="微软雅黑" pitchFamily="34" charset="-122"/>
                <a:ea typeface="微软雅黑" pitchFamily="34" charset="-122"/>
              </a:rPr>
              <a:t>【</a:t>
            </a:r>
            <a:r>
              <a:rPr lang="zh-CN" altLang="en-US" sz="4000" smtClean="0">
                <a:latin typeface="微软雅黑" pitchFamily="34" charset="-122"/>
                <a:ea typeface="微软雅黑" pitchFamily="34" charset="-122"/>
              </a:rPr>
              <a:t>例</a:t>
            </a:r>
            <a:r>
              <a:rPr lang="en-US" altLang="zh-CN" sz="4000" b="1" smtClean="0">
                <a:latin typeface="微软雅黑" pitchFamily="34" charset="-122"/>
                <a:ea typeface="微软雅黑" pitchFamily="34" charset="-122"/>
              </a:rPr>
              <a:t>1-2】</a:t>
            </a:r>
            <a:r>
              <a:rPr lang="zh-CN" altLang="en-US" sz="4000" smtClean="0">
                <a:latin typeface="微软雅黑" pitchFamily="34" charset="-122"/>
                <a:ea typeface="微软雅黑" pitchFamily="34" charset="-122"/>
              </a:rPr>
              <a:t>客户进程和服务器进程</a:t>
            </a:r>
            <a:br>
              <a:rPr lang="zh-CN" altLang="en-US" sz="4000" smtClean="0">
                <a:latin typeface="微软雅黑" pitchFamily="34" charset="-122"/>
                <a:ea typeface="微软雅黑" pitchFamily="34" charset="-122"/>
              </a:rPr>
            </a:br>
            <a:r>
              <a:rPr lang="zh-CN" altLang="en-US" sz="4000" smtClean="0">
                <a:latin typeface="微软雅黑" pitchFamily="34" charset="-122"/>
                <a:ea typeface="微软雅黑" pitchFamily="34" charset="-122"/>
              </a:rPr>
              <a:t>使用</a:t>
            </a:r>
            <a:r>
              <a:rPr lang="zh-CN" altLang="en-US" sz="2400" smtClean="0">
                <a:latin typeface="微软雅黑" pitchFamily="34" charset="-122"/>
                <a:ea typeface="微软雅黑" pitchFamily="34" charset="-122"/>
              </a:rPr>
              <a:t> </a:t>
            </a:r>
            <a:r>
              <a:rPr lang="en-US" altLang="zh-CN" sz="4000" smtClean="0">
                <a:latin typeface="微软雅黑" pitchFamily="34" charset="-122"/>
                <a:ea typeface="微软雅黑" pitchFamily="34" charset="-122"/>
              </a:rPr>
              <a:t>TCP/IP</a:t>
            </a:r>
            <a:r>
              <a:rPr lang="en-US" altLang="zh-CN" sz="2400" smtClean="0">
                <a:latin typeface="微软雅黑" pitchFamily="34" charset="-122"/>
                <a:ea typeface="微软雅黑" pitchFamily="34" charset="-122"/>
              </a:rPr>
              <a:t> </a:t>
            </a:r>
            <a:r>
              <a:rPr lang="zh-CN" altLang="en-US" sz="4000" smtClean="0">
                <a:latin typeface="微软雅黑" pitchFamily="34" charset="-122"/>
                <a:ea typeface="微软雅黑" pitchFamily="34" charset="-122"/>
              </a:rPr>
              <a:t>协议进行通信</a:t>
            </a:r>
          </a:p>
        </p:txBody>
      </p:sp>
      <p:graphicFrame>
        <p:nvGraphicFramePr>
          <p:cNvPr id="10242" name="Object 4"/>
          <p:cNvGraphicFramePr>
            <a:graphicFrameLocks noChangeAspect="1"/>
          </p:cNvGraphicFramePr>
          <p:nvPr>
            <p:ph idx="1"/>
          </p:nvPr>
        </p:nvGraphicFramePr>
        <p:xfrm>
          <a:off x="3727450" y="3646488"/>
          <a:ext cx="1689100" cy="965200"/>
        </p:xfrm>
        <a:graphic>
          <a:graphicData uri="http://schemas.openxmlformats.org/presentationml/2006/ole">
            <p:oleObj spid="_x0000_s3074" name="VISIO" r:id="rId4" imgW="1689840" imgH="964440" progId="Visio.Drawing.11">
              <p:embed/>
            </p:oleObj>
          </a:graphicData>
        </a:graphic>
      </p:graphicFrame>
      <p:sp>
        <p:nvSpPr>
          <p:cNvPr id="10244" name="Freeform 3"/>
          <p:cNvSpPr>
            <a:spLocks/>
          </p:cNvSpPr>
          <p:nvPr/>
        </p:nvSpPr>
        <p:spPr bwMode="auto">
          <a:xfrm>
            <a:off x="1970088" y="4833938"/>
            <a:ext cx="5280025" cy="442912"/>
          </a:xfrm>
          <a:custGeom>
            <a:avLst/>
            <a:gdLst>
              <a:gd name="T0" fmla="*/ 0 w 2752"/>
              <a:gd name="T1" fmla="*/ 0 h 240"/>
              <a:gd name="T2" fmla="*/ 0 w 2752"/>
              <a:gd name="T3" fmla="*/ 2147483647 h 240"/>
              <a:gd name="T4" fmla="*/ 2147483647 w 2752"/>
              <a:gd name="T5" fmla="*/ 2147483647 h 240"/>
              <a:gd name="T6" fmla="*/ 2147483647 w 2752"/>
              <a:gd name="T7" fmla="*/ 2147483647 h 240"/>
              <a:gd name="T8" fmla="*/ 2147483647 w 2752"/>
              <a:gd name="T9" fmla="*/ 2147483647 h 240"/>
              <a:gd name="T10" fmla="*/ 2147483647 w 2752"/>
              <a:gd name="T11" fmla="*/ 2147483647 h 240"/>
              <a:gd name="T12" fmla="*/ 2147483647 w 2752"/>
              <a:gd name="T13" fmla="*/ 2147483647 h 240"/>
              <a:gd name="T14" fmla="*/ 2147483647 w 2752"/>
              <a:gd name="T15" fmla="*/ 2147483647 h 240"/>
              <a:gd name="T16" fmla="*/ 2147483647 w 2752"/>
              <a:gd name="T17" fmla="*/ 2147483647 h 240"/>
              <a:gd name="T18" fmla="*/ 2147483647 w 2752"/>
              <a:gd name="T19" fmla="*/ 2147483647 h 240"/>
              <a:gd name="T20" fmla="*/ 2147483647 w 2752"/>
              <a:gd name="T21" fmla="*/ 2147483647 h 240"/>
              <a:gd name="T22" fmla="*/ 2147483647 w 2752"/>
              <a:gd name="T23" fmla="*/ 0 h 240"/>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2752"/>
              <a:gd name="T37" fmla="*/ 0 h 240"/>
              <a:gd name="T38" fmla="*/ 2752 w 2752"/>
              <a:gd name="T39" fmla="*/ 240 h 240"/>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2752" h="240">
                <a:moveTo>
                  <a:pt x="0" y="0"/>
                </a:moveTo>
                <a:lnTo>
                  <a:pt x="0" y="92"/>
                </a:lnTo>
                <a:lnTo>
                  <a:pt x="3" y="156"/>
                </a:lnTo>
                <a:lnTo>
                  <a:pt x="30" y="213"/>
                </a:lnTo>
                <a:lnTo>
                  <a:pt x="96" y="234"/>
                </a:lnTo>
                <a:lnTo>
                  <a:pt x="138" y="236"/>
                </a:lnTo>
                <a:lnTo>
                  <a:pt x="2621" y="238"/>
                </a:lnTo>
                <a:lnTo>
                  <a:pt x="2670" y="240"/>
                </a:lnTo>
                <a:lnTo>
                  <a:pt x="2727" y="216"/>
                </a:lnTo>
                <a:lnTo>
                  <a:pt x="2748" y="159"/>
                </a:lnTo>
                <a:lnTo>
                  <a:pt x="2752" y="113"/>
                </a:lnTo>
                <a:lnTo>
                  <a:pt x="2751" y="0"/>
                </a:lnTo>
              </a:path>
            </a:pathLst>
          </a:custGeom>
          <a:noFill/>
          <a:ln w="38100">
            <a:solidFill>
              <a:srgbClr val="333399"/>
            </a:solidFill>
            <a:round/>
            <a:headEnd/>
            <a:tailEnd/>
          </a:ln>
        </p:spPr>
        <p:txBody>
          <a:bodyPr wrap="none" anchor="ctr"/>
          <a:lstStyle/>
          <a:p>
            <a:endParaRPr lang="zh-CN" altLang="en-US"/>
          </a:p>
        </p:txBody>
      </p:sp>
      <p:sp>
        <p:nvSpPr>
          <p:cNvPr id="148485" name="Rectangle 5"/>
          <p:cNvSpPr>
            <a:spLocks noChangeArrowheads="1"/>
          </p:cNvSpPr>
          <p:nvPr/>
        </p:nvSpPr>
        <p:spPr bwMode="auto">
          <a:xfrm>
            <a:off x="6437313" y="1997075"/>
            <a:ext cx="1565275" cy="2836863"/>
          </a:xfrm>
          <a:prstGeom prst="rect">
            <a:avLst/>
          </a:prstGeom>
          <a:solidFill>
            <a:srgbClr val="FFFFCC"/>
          </a:solidFill>
          <a:ln w="28575">
            <a:solidFill>
              <a:srgbClr val="333399"/>
            </a:solidFill>
            <a:miter lim="800000"/>
            <a:headEnd/>
            <a:tailEnd/>
          </a:ln>
          <a:effectLst>
            <a:outerShdw dist="35921" dir="2700000" algn="ctr" rotWithShape="0">
              <a:schemeClr val="bg2"/>
            </a:outerShdw>
          </a:effectLst>
        </p:spPr>
        <p:txBody>
          <a:bodyPr wrap="none" anchor="ctr"/>
          <a:lstStyle/>
          <a:p>
            <a:pPr>
              <a:defRPr/>
            </a:pPr>
            <a:endParaRPr lang="zh-CN" altLang="en-US">
              <a:latin typeface="Arial" charset="0"/>
            </a:endParaRPr>
          </a:p>
        </p:txBody>
      </p:sp>
      <p:sp>
        <p:nvSpPr>
          <p:cNvPr id="10246" name="Text Box 6"/>
          <p:cNvSpPr txBox="1">
            <a:spLocks noChangeArrowheads="1"/>
          </p:cNvSpPr>
          <p:nvPr/>
        </p:nvSpPr>
        <p:spPr bwMode="auto">
          <a:xfrm>
            <a:off x="6483350" y="3916363"/>
            <a:ext cx="1454150" cy="396875"/>
          </a:xfrm>
          <a:prstGeom prst="rect">
            <a:avLst/>
          </a:prstGeom>
          <a:noFill/>
          <a:ln w="9525">
            <a:noFill/>
            <a:miter lim="800000"/>
            <a:headEnd/>
            <a:tailEnd/>
          </a:ln>
        </p:spPr>
        <p:txBody>
          <a:bodyPr wrap="none">
            <a:spAutoFit/>
          </a:bodyPr>
          <a:lstStyle/>
          <a:p>
            <a:r>
              <a:rPr kumimoji="1" lang="zh-CN" altLang="en-US" sz="2000">
                <a:solidFill>
                  <a:srgbClr val="333399"/>
                </a:solidFill>
                <a:latin typeface="黑体" pitchFamily="49" charset="-122"/>
                <a:ea typeface="黑体" pitchFamily="49" charset="-122"/>
              </a:rPr>
              <a:t>数据链路层</a:t>
            </a:r>
          </a:p>
        </p:txBody>
      </p:sp>
      <p:sp>
        <p:nvSpPr>
          <p:cNvPr id="10247" name="Line 7"/>
          <p:cNvSpPr>
            <a:spLocks noChangeShapeType="1"/>
          </p:cNvSpPr>
          <p:nvPr/>
        </p:nvSpPr>
        <p:spPr bwMode="auto">
          <a:xfrm>
            <a:off x="6437313" y="4391025"/>
            <a:ext cx="1565275" cy="0"/>
          </a:xfrm>
          <a:prstGeom prst="line">
            <a:avLst/>
          </a:prstGeom>
          <a:noFill/>
          <a:ln w="9525">
            <a:solidFill>
              <a:srgbClr val="333399"/>
            </a:solidFill>
            <a:round/>
            <a:headEnd/>
            <a:tailEnd/>
          </a:ln>
        </p:spPr>
        <p:txBody>
          <a:bodyPr wrap="none" anchor="ctr"/>
          <a:lstStyle/>
          <a:p>
            <a:endParaRPr lang="zh-CN" altLang="en-US"/>
          </a:p>
        </p:txBody>
      </p:sp>
      <p:sp>
        <p:nvSpPr>
          <p:cNvPr id="10248" name="Line 8"/>
          <p:cNvSpPr>
            <a:spLocks noChangeShapeType="1"/>
          </p:cNvSpPr>
          <p:nvPr/>
        </p:nvSpPr>
        <p:spPr bwMode="auto">
          <a:xfrm>
            <a:off x="6437313" y="3948113"/>
            <a:ext cx="1565275" cy="0"/>
          </a:xfrm>
          <a:prstGeom prst="line">
            <a:avLst/>
          </a:prstGeom>
          <a:noFill/>
          <a:ln w="9525">
            <a:solidFill>
              <a:srgbClr val="333399"/>
            </a:solidFill>
            <a:round/>
            <a:headEnd/>
            <a:tailEnd/>
          </a:ln>
        </p:spPr>
        <p:txBody>
          <a:bodyPr wrap="none" anchor="ctr"/>
          <a:lstStyle/>
          <a:p>
            <a:endParaRPr lang="zh-CN" altLang="en-US"/>
          </a:p>
        </p:txBody>
      </p:sp>
      <p:sp>
        <p:nvSpPr>
          <p:cNvPr id="10249" name="Line 9"/>
          <p:cNvSpPr>
            <a:spLocks noChangeShapeType="1"/>
          </p:cNvSpPr>
          <p:nvPr/>
        </p:nvSpPr>
        <p:spPr bwMode="auto">
          <a:xfrm>
            <a:off x="6437313" y="3505200"/>
            <a:ext cx="1565275" cy="0"/>
          </a:xfrm>
          <a:prstGeom prst="line">
            <a:avLst/>
          </a:prstGeom>
          <a:noFill/>
          <a:ln w="9525">
            <a:solidFill>
              <a:srgbClr val="333399"/>
            </a:solidFill>
            <a:round/>
            <a:headEnd/>
            <a:tailEnd/>
          </a:ln>
        </p:spPr>
        <p:txBody>
          <a:bodyPr wrap="none" anchor="ctr"/>
          <a:lstStyle/>
          <a:p>
            <a:endParaRPr lang="zh-CN" altLang="en-US"/>
          </a:p>
        </p:txBody>
      </p:sp>
      <p:sp>
        <p:nvSpPr>
          <p:cNvPr id="10250" name="Line 10"/>
          <p:cNvSpPr>
            <a:spLocks noChangeShapeType="1"/>
          </p:cNvSpPr>
          <p:nvPr/>
        </p:nvSpPr>
        <p:spPr bwMode="auto">
          <a:xfrm>
            <a:off x="6437313" y="3060700"/>
            <a:ext cx="1565275" cy="0"/>
          </a:xfrm>
          <a:prstGeom prst="line">
            <a:avLst/>
          </a:prstGeom>
          <a:noFill/>
          <a:ln w="9525">
            <a:solidFill>
              <a:srgbClr val="333399"/>
            </a:solidFill>
            <a:round/>
            <a:headEnd/>
            <a:tailEnd/>
          </a:ln>
        </p:spPr>
        <p:txBody>
          <a:bodyPr wrap="none" anchor="ctr"/>
          <a:lstStyle/>
          <a:p>
            <a:endParaRPr lang="zh-CN" altLang="en-US"/>
          </a:p>
        </p:txBody>
      </p:sp>
      <p:sp>
        <p:nvSpPr>
          <p:cNvPr id="10251" name="Text Box 11"/>
          <p:cNvSpPr txBox="1">
            <a:spLocks noChangeArrowheads="1"/>
          </p:cNvSpPr>
          <p:nvPr/>
        </p:nvSpPr>
        <p:spPr bwMode="auto">
          <a:xfrm>
            <a:off x="6727825" y="4359275"/>
            <a:ext cx="946150" cy="396875"/>
          </a:xfrm>
          <a:prstGeom prst="rect">
            <a:avLst/>
          </a:prstGeom>
          <a:noFill/>
          <a:ln w="9525">
            <a:noFill/>
            <a:miter lim="800000"/>
            <a:headEnd/>
            <a:tailEnd/>
          </a:ln>
        </p:spPr>
        <p:txBody>
          <a:bodyPr wrap="none">
            <a:spAutoFit/>
          </a:bodyPr>
          <a:lstStyle/>
          <a:p>
            <a:r>
              <a:rPr kumimoji="1" lang="zh-CN" altLang="en-US" sz="2000">
                <a:solidFill>
                  <a:srgbClr val="333399"/>
                </a:solidFill>
                <a:latin typeface="黑体" pitchFamily="49" charset="-122"/>
                <a:ea typeface="黑体" pitchFamily="49" charset="-122"/>
              </a:rPr>
              <a:t>物理层</a:t>
            </a:r>
          </a:p>
        </p:txBody>
      </p:sp>
      <p:sp>
        <p:nvSpPr>
          <p:cNvPr id="10252" name="Text Box 12"/>
          <p:cNvSpPr txBox="1">
            <a:spLocks noChangeArrowheads="1"/>
          </p:cNvSpPr>
          <p:nvPr/>
        </p:nvSpPr>
        <p:spPr bwMode="auto">
          <a:xfrm>
            <a:off x="6727825" y="3044825"/>
            <a:ext cx="946150" cy="396875"/>
          </a:xfrm>
          <a:prstGeom prst="rect">
            <a:avLst/>
          </a:prstGeom>
          <a:noFill/>
          <a:ln w="9525">
            <a:noFill/>
            <a:miter lim="800000"/>
            <a:headEnd/>
            <a:tailEnd/>
          </a:ln>
        </p:spPr>
        <p:txBody>
          <a:bodyPr wrap="none">
            <a:spAutoFit/>
          </a:bodyPr>
          <a:lstStyle/>
          <a:p>
            <a:r>
              <a:rPr kumimoji="1" lang="zh-CN" altLang="en-US" sz="2000">
                <a:solidFill>
                  <a:srgbClr val="333399"/>
                </a:solidFill>
                <a:latin typeface="黑体" pitchFamily="49" charset="-122"/>
                <a:ea typeface="黑体" pitchFamily="49" charset="-122"/>
              </a:rPr>
              <a:t>运输层</a:t>
            </a:r>
          </a:p>
        </p:txBody>
      </p:sp>
      <p:sp>
        <p:nvSpPr>
          <p:cNvPr id="10253" name="Text Box 13"/>
          <p:cNvSpPr txBox="1">
            <a:spLocks noChangeArrowheads="1"/>
          </p:cNvSpPr>
          <p:nvPr/>
        </p:nvSpPr>
        <p:spPr bwMode="auto">
          <a:xfrm>
            <a:off x="6727825" y="3487738"/>
            <a:ext cx="946150" cy="396875"/>
          </a:xfrm>
          <a:prstGeom prst="rect">
            <a:avLst/>
          </a:prstGeom>
          <a:noFill/>
          <a:ln w="9525">
            <a:noFill/>
            <a:miter lim="800000"/>
            <a:headEnd/>
            <a:tailEnd/>
          </a:ln>
        </p:spPr>
        <p:txBody>
          <a:bodyPr wrap="none">
            <a:spAutoFit/>
          </a:bodyPr>
          <a:lstStyle/>
          <a:p>
            <a:r>
              <a:rPr kumimoji="1" lang="zh-CN" altLang="en-US" sz="2000">
                <a:solidFill>
                  <a:srgbClr val="333399"/>
                </a:solidFill>
                <a:latin typeface="黑体" pitchFamily="49" charset="-122"/>
                <a:ea typeface="黑体" pitchFamily="49" charset="-122"/>
              </a:rPr>
              <a:t>网络层</a:t>
            </a:r>
          </a:p>
        </p:txBody>
      </p:sp>
      <p:sp>
        <p:nvSpPr>
          <p:cNvPr id="148494" name="Rectangle 14"/>
          <p:cNvSpPr>
            <a:spLocks noChangeArrowheads="1"/>
          </p:cNvSpPr>
          <p:nvPr/>
        </p:nvSpPr>
        <p:spPr bwMode="auto">
          <a:xfrm>
            <a:off x="1187450" y="1997075"/>
            <a:ext cx="1565275" cy="2836863"/>
          </a:xfrm>
          <a:prstGeom prst="rect">
            <a:avLst/>
          </a:prstGeom>
          <a:solidFill>
            <a:srgbClr val="FFFFCC"/>
          </a:solidFill>
          <a:ln w="28575">
            <a:solidFill>
              <a:srgbClr val="333399"/>
            </a:solidFill>
            <a:miter lim="800000"/>
            <a:headEnd/>
            <a:tailEnd/>
          </a:ln>
          <a:effectLst>
            <a:outerShdw dist="35921" dir="2700000" algn="ctr" rotWithShape="0">
              <a:schemeClr val="bg2"/>
            </a:outerShdw>
          </a:effectLst>
        </p:spPr>
        <p:txBody>
          <a:bodyPr wrap="none" anchor="ctr"/>
          <a:lstStyle/>
          <a:p>
            <a:pPr>
              <a:defRPr/>
            </a:pPr>
            <a:endParaRPr lang="zh-CN" altLang="en-US">
              <a:latin typeface="Arial" charset="0"/>
            </a:endParaRPr>
          </a:p>
        </p:txBody>
      </p:sp>
      <p:sp>
        <p:nvSpPr>
          <p:cNvPr id="10255" name="Text Box 15"/>
          <p:cNvSpPr txBox="1">
            <a:spLocks noChangeArrowheads="1"/>
          </p:cNvSpPr>
          <p:nvPr/>
        </p:nvSpPr>
        <p:spPr bwMode="auto">
          <a:xfrm>
            <a:off x="1233488" y="3916363"/>
            <a:ext cx="1454150" cy="396875"/>
          </a:xfrm>
          <a:prstGeom prst="rect">
            <a:avLst/>
          </a:prstGeom>
          <a:noFill/>
          <a:ln w="9525">
            <a:noFill/>
            <a:miter lim="800000"/>
            <a:headEnd/>
            <a:tailEnd/>
          </a:ln>
        </p:spPr>
        <p:txBody>
          <a:bodyPr wrap="none">
            <a:spAutoFit/>
          </a:bodyPr>
          <a:lstStyle/>
          <a:p>
            <a:r>
              <a:rPr kumimoji="1" lang="zh-CN" altLang="en-US" sz="2000">
                <a:solidFill>
                  <a:srgbClr val="333399"/>
                </a:solidFill>
                <a:latin typeface="黑体" pitchFamily="49" charset="-122"/>
                <a:ea typeface="黑体" pitchFamily="49" charset="-122"/>
              </a:rPr>
              <a:t>数据链路层</a:t>
            </a:r>
          </a:p>
        </p:txBody>
      </p:sp>
      <p:sp>
        <p:nvSpPr>
          <p:cNvPr id="10256" name="Line 16"/>
          <p:cNvSpPr>
            <a:spLocks noChangeShapeType="1"/>
          </p:cNvSpPr>
          <p:nvPr/>
        </p:nvSpPr>
        <p:spPr bwMode="auto">
          <a:xfrm>
            <a:off x="1187450" y="4391025"/>
            <a:ext cx="1565275" cy="0"/>
          </a:xfrm>
          <a:prstGeom prst="line">
            <a:avLst/>
          </a:prstGeom>
          <a:noFill/>
          <a:ln w="9525">
            <a:solidFill>
              <a:srgbClr val="333399"/>
            </a:solidFill>
            <a:round/>
            <a:headEnd/>
            <a:tailEnd/>
          </a:ln>
        </p:spPr>
        <p:txBody>
          <a:bodyPr wrap="none" anchor="ctr"/>
          <a:lstStyle/>
          <a:p>
            <a:endParaRPr lang="zh-CN" altLang="en-US"/>
          </a:p>
        </p:txBody>
      </p:sp>
      <p:sp>
        <p:nvSpPr>
          <p:cNvPr id="10257" name="Line 17"/>
          <p:cNvSpPr>
            <a:spLocks noChangeShapeType="1"/>
          </p:cNvSpPr>
          <p:nvPr/>
        </p:nvSpPr>
        <p:spPr bwMode="auto">
          <a:xfrm>
            <a:off x="1187450" y="3948113"/>
            <a:ext cx="1565275" cy="0"/>
          </a:xfrm>
          <a:prstGeom prst="line">
            <a:avLst/>
          </a:prstGeom>
          <a:noFill/>
          <a:ln w="9525">
            <a:solidFill>
              <a:srgbClr val="333399"/>
            </a:solidFill>
            <a:round/>
            <a:headEnd/>
            <a:tailEnd/>
          </a:ln>
        </p:spPr>
        <p:txBody>
          <a:bodyPr wrap="none" anchor="ctr"/>
          <a:lstStyle/>
          <a:p>
            <a:endParaRPr lang="zh-CN" altLang="en-US"/>
          </a:p>
        </p:txBody>
      </p:sp>
      <p:sp>
        <p:nvSpPr>
          <p:cNvPr id="10258" name="Line 18"/>
          <p:cNvSpPr>
            <a:spLocks noChangeShapeType="1"/>
          </p:cNvSpPr>
          <p:nvPr/>
        </p:nvSpPr>
        <p:spPr bwMode="auto">
          <a:xfrm>
            <a:off x="1187450" y="3505200"/>
            <a:ext cx="1565275" cy="0"/>
          </a:xfrm>
          <a:prstGeom prst="line">
            <a:avLst/>
          </a:prstGeom>
          <a:noFill/>
          <a:ln w="9525">
            <a:solidFill>
              <a:srgbClr val="333399"/>
            </a:solidFill>
            <a:round/>
            <a:headEnd/>
            <a:tailEnd/>
          </a:ln>
        </p:spPr>
        <p:txBody>
          <a:bodyPr wrap="none" anchor="ctr"/>
          <a:lstStyle/>
          <a:p>
            <a:endParaRPr lang="zh-CN" altLang="en-US"/>
          </a:p>
        </p:txBody>
      </p:sp>
      <p:sp>
        <p:nvSpPr>
          <p:cNvPr id="10259" name="Line 19"/>
          <p:cNvSpPr>
            <a:spLocks noChangeShapeType="1"/>
          </p:cNvSpPr>
          <p:nvPr/>
        </p:nvSpPr>
        <p:spPr bwMode="auto">
          <a:xfrm>
            <a:off x="1187450" y="3060700"/>
            <a:ext cx="1565275" cy="0"/>
          </a:xfrm>
          <a:prstGeom prst="line">
            <a:avLst/>
          </a:prstGeom>
          <a:noFill/>
          <a:ln w="9525">
            <a:solidFill>
              <a:srgbClr val="333399"/>
            </a:solidFill>
            <a:round/>
            <a:headEnd/>
            <a:tailEnd/>
          </a:ln>
        </p:spPr>
        <p:txBody>
          <a:bodyPr wrap="none" anchor="ctr"/>
          <a:lstStyle/>
          <a:p>
            <a:endParaRPr lang="zh-CN" altLang="en-US"/>
          </a:p>
        </p:txBody>
      </p:sp>
      <p:sp>
        <p:nvSpPr>
          <p:cNvPr id="10260" name="Text Box 20"/>
          <p:cNvSpPr txBox="1">
            <a:spLocks noChangeArrowheads="1"/>
          </p:cNvSpPr>
          <p:nvPr/>
        </p:nvSpPr>
        <p:spPr bwMode="auto">
          <a:xfrm>
            <a:off x="1479550" y="4359275"/>
            <a:ext cx="946150" cy="396875"/>
          </a:xfrm>
          <a:prstGeom prst="rect">
            <a:avLst/>
          </a:prstGeom>
          <a:noFill/>
          <a:ln w="9525">
            <a:noFill/>
            <a:miter lim="800000"/>
            <a:headEnd/>
            <a:tailEnd/>
          </a:ln>
        </p:spPr>
        <p:txBody>
          <a:bodyPr wrap="none">
            <a:spAutoFit/>
          </a:bodyPr>
          <a:lstStyle/>
          <a:p>
            <a:r>
              <a:rPr kumimoji="1" lang="zh-CN" altLang="en-US" sz="2000">
                <a:solidFill>
                  <a:srgbClr val="333399"/>
                </a:solidFill>
                <a:latin typeface="黑体" pitchFamily="49" charset="-122"/>
                <a:ea typeface="黑体" pitchFamily="49" charset="-122"/>
              </a:rPr>
              <a:t>物理层</a:t>
            </a:r>
          </a:p>
        </p:txBody>
      </p:sp>
      <p:sp>
        <p:nvSpPr>
          <p:cNvPr id="10261" name="Text Box 21"/>
          <p:cNvSpPr txBox="1">
            <a:spLocks noChangeArrowheads="1"/>
          </p:cNvSpPr>
          <p:nvPr/>
        </p:nvSpPr>
        <p:spPr bwMode="auto">
          <a:xfrm>
            <a:off x="1479550" y="3044825"/>
            <a:ext cx="946150" cy="396875"/>
          </a:xfrm>
          <a:prstGeom prst="rect">
            <a:avLst/>
          </a:prstGeom>
          <a:noFill/>
          <a:ln w="9525">
            <a:noFill/>
            <a:miter lim="800000"/>
            <a:headEnd/>
            <a:tailEnd/>
          </a:ln>
        </p:spPr>
        <p:txBody>
          <a:bodyPr wrap="none">
            <a:spAutoFit/>
          </a:bodyPr>
          <a:lstStyle/>
          <a:p>
            <a:r>
              <a:rPr kumimoji="1" lang="zh-CN" altLang="en-US" sz="2000">
                <a:solidFill>
                  <a:srgbClr val="333399"/>
                </a:solidFill>
                <a:latin typeface="黑体" pitchFamily="49" charset="-122"/>
                <a:ea typeface="黑体" pitchFamily="49" charset="-122"/>
              </a:rPr>
              <a:t>运输层</a:t>
            </a:r>
          </a:p>
        </p:txBody>
      </p:sp>
      <p:sp>
        <p:nvSpPr>
          <p:cNvPr id="10262" name="Text Box 22"/>
          <p:cNvSpPr txBox="1">
            <a:spLocks noChangeArrowheads="1"/>
          </p:cNvSpPr>
          <p:nvPr/>
        </p:nvSpPr>
        <p:spPr bwMode="auto">
          <a:xfrm>
            <a:off x="1479550" y="3487738"/>
            <a:ext cx="946150" cy="396875"/>
          </a:xfrm>
          <a:prstGeom prst="rect">
            <a:avLst/>
          </a:prstGeom>
          <a:noFill/>
          <a:ln w="9525">
            <a:noFill/>
            <a:miter lim="800000"/>
            <a:headEnd/>
            <a:tailEnd/>
          </a:ln>
        </p:spPr>
        <p:txBody>
          <a:bodyPr wrap="none">
            <a:spAutoFit/>
          </a:bodyPr>
          <a:lstStyle/>
          <a:p>
            <a:r>
              <a:rPr kumimoji="1" lang="zh-CN" altLang="en-US" sz="2000">
                <a:solidFill>
                  <a:srgbClr val="333399"/>
                </a:solidFill>
                <a:latin typeface="黑体" pitchFamily="49" charset="-122"/>
                <a:ea typeface="黑体" pitchFamily="49" charset="-122"/>
              </a:rPr>
              <a:t>网络层</a:t>
            </a:r>
          </a:p>
        </p:txBody>
      </p:sp>
      <p:sp>
        <p:nvSpPr>
          <p:cNvPr id="10263" name="Line 23"/>
          <p:cNvSpPr>
            <a:spLocks noChangeShapeType="1"/>
          </p:cNvSpPr>
          <p:nvPr/>
        </p:nvSpPr>
        <p:spPr bwMode="auto">
          <a:xfrm>
            <a:off x="1954213" y="2928938"/>
            <a:ext cx="3175" cy="131762"/>
          </a:xfrm>
          <a:prstGeom prst="line">
            <a:avLst/>
          </a:prstGeom>
          <a:noFill/>
          <a:ln w="28575">
            <a:solidFill>
              <a:srgbClr val="333399"/>
            </a:solidFill>
            <a:round/>
            <a:headEnd/>
            <a:tailEnd/>
          </a:ln>
        </p:spPr>
        <p:txBody>
          <a:bodyPr wrap="none" anchor="ctr"/>
          <a:lstStyle/>
          <a:p>
            <a:endParaRPr lang="zh-CN" altLang="en-US"/>
          </a:p>
        </p:txBody>
      </p:sp>
      <p:sp>
        <p:nvSpPr>
          <p:cNvPr id="10264" name="Line 24"/>
          <p:cNvSpPr>
            <a:spLocks noChangeShapeType="1"/>
          </p:cNvSpPr>
          <p:nvPr/>
        </p:nvSpPr>
        <p:spPr bwMode="auto">
          <a:xfrm>
            <a:off x="7248525" y="2928938"/>
            <a:ext cx="1588" cy="131762"/>
          </a:xfrm>
          <a:prstGeom prst="line">
            <a:avLst/>
          </a:prstGeom>
          <a:noFill/>
          <a:ln w="28575">
            <a:solidFill>
              <a:srgbClr val="333399"/>
            </a:solidFill>
            <a:round/>
            <a:headEnd/>
            <a:tailEnd/>
          </a:ln>
        </p:spPr>
        <p:txBody>
          <a:bodyPr wrap="none" anchor="ctr"/>
          <a:lstStyle/>
          <a:p>
            <a:endParaRPr lang="zh-CN" altLang="en-US"/>
          </a:p>
        </p:txBody>
      </p:sp>
      <p:grpSp>
        <p:nvGrpSpPr>
          <p:cNvPr id="2" name="Group 25"/>
          <p:cNvGrpSpPr>
            <a:grpSpLocks/>
          </p:cNvGrpSpPr>
          <p:nvPr/>
        </p:nvGrpSpPr>
        <p:grpSpPr bwMode="auto">
          <a:xfrm>
            <a:off x="2568575" y="2155825"/>
            <a:ext cx="4019550" cy="481013"/>
            <a:chOff x="1618" y="1358"/>
            <a:chExt cx="2532" cy="303"/>
          </a:xfrm>
        </p:grpSpPr>
        <p:sp>
          <p:nvSpPr>
            <p:cNvPr id="10279" name="Line 26"/>
            <p:cNvSpPr>
              <a:spLocks noChangeShapeType="1"/>
            </p:cNvSpPr>
            <p:nvPr/>
          </p:nvSpPr>
          <p:spPr bwMode="auto">
            <a:xfrm>
              <a:off x="1618" y="1649"/>
              <a:ext cx="2532" cy="12"/>
            </a:xfrm>
            <a:prstGeom prst="line">
              <a:avLst/>
            </a:prstGeom>
            <a:noFill/>
            <a:ln w="38100">
              <a:solidFill>
                <a:srgbClr val="333399"/>
              </a:solidFill>
              <a:prstDash val="dash"/>
              <a:round/>
              <a:headEnd/>
              <a:tailEnd type="triangle" w="sm" len="lg"/>
            </a:ln>
          </p:spPr>
          <p:txBody>
            <a:bodyPr wrap="none" anchor="ctr"/>
            <a:lstStyle/>
            <a:p>
              <a:endParaRPr lang="zh-CN" altLang="en-US"/>
            </a:p>
          </p:txBody>
        </p:sp>
        <p:sp>
          <p:nvSpPr>
            <p:cNvPr id="10280" name="Text Box 27"/>
            <p:cNvSpPr txBox="1">
              <a:spLocks noChangeArrowheads="1"/>
            </p:cNvSpPr>
            <p:nvPr/>
          </p:nvSpPr>
          <p:spPr bwMode="auto">
            <a:xfrm>
              <a:off x="1908" y="1358"/>
              <a:ext cx="1917" cy="250"/>
            </a:xfrm>
            <a:prstGeom prst="rect">
              <a:avLst/>
            </a:prstGeom>
            <a:noFill/>
            <a:ln w="9525">
              <a:noFill/>
              <a:miter lim="800000"/>
              <a:headEnd/>
              <a:tailEnd/>
            </a:ln>
          </p:spPr>
          <p:txBody>
            <a:bodyPr wrap="none">
              <a:spAutoFit/>
            </a:bodyPr>
            <a:lstStyle/>
            <a:p>
              <a:r>
                <a:rPr kumimoji="1" lang="en-US" altLang="zh-CN" sz="2000" b="1">
                  <a:solidFill>
                    <a:srgbClr val="333399"/>
                  </a:solidFill>
                  <a:latin typeface="黑体" pitchFamily="49" charset="-122"/>
                  <a:ea typeface="黑体" pitchFamily="49" charset="-122"/>
                </a:rPr>
                <a:t>①</a:t>
              </a:r>
              <a:r>
                <a:rPr kumimoji="1" lang="en-US" altLang="zh-CN" sz="1000">
                  <a:solidFill>
                    <a:srgbClr val="333399"/>
                  </a:solidFill>
                  <a:latin typeface="黑体" pitchFamily="49" charset="-122"/>
                  <a:ea typeface="黑体" pitchFamily="49" charset="-122"/>
                </a:rPr>
                <a:t> </a:t>
              </a:r>
              <a:r>
                <a:rPr kumimoji="1" lang="zh-CN" altLang="en-US" sz="2000">
                  <a:solidFill>
                    <a:srgbClr val="333399"/>
                  </a:solidFill>
                  <a:latin typeface="黑体" pitchFamily="49" charset="-122"/>
                  <a:ea typeface="黑体" pitchFamily="49" charset="-122"/>
                </a:rPr>
                <a:t>客户发起连接建立请求</a:t>
              </a:r>
            </a:p>
          </p:txBody>
        </p:sp>
      </p:grpSp>
      <p:grpSp>
        <p:nvGrpSpPr>
          <p:cNvPr id="3" name="Group 28"/>
          <p:cNvGrpSpPr>
            <a:grpSpLocks/>
          </p:cNvGrpSpPr>
          <p:nvPr/>
        </p:nvGrpSpPr>
        <p:grpSpPr bwMode="auto">
          <a:xfrm>
            <a:off x="2555875" y="2781300"/>
            <a:ext cx="3994150" cy="431800"/>
            <a:chOff x="1655" y="1752"/>
            <a:chExt cx="2516" cy="272"/>
          </a:xfrm>
        </p:grpSpPr>
        <p:sp>
          <p:nvSpPr>
            <p:cNvPr id="10277" name="Line 29"/>
            <p:cNvSpPr>
              <a:spLocks noChangeShapeType="1"/>
            </p:cNvSpPr>
            <p:nvPr/>
          </p:nvSpPr>
          <p:spPr bwMode="auto">
            <a:xfrm flipH="1" flipV="1">
              <a:off x="1655" y="1752"/>
              <a:ext cx="2516" cy="9"/>
            </a:xfrm>
            <a:prstGeom prst="line">
              <a:avLst/>
            </a:prstGeom>
            <a:noFill/>
            <a:ln w="38100">
              <a:solidFill>
                <a:schemeClr val="hlink"/>
              </a:solidFill>
              <a:prstDash val="dash"/>
              <a:round/>
              <a:headEnd/>
              <a:tailEnd type="triangle" w="sm" len="lg"/>
            </a:ln>
          </p:spPr>
          <p:txBody>
            <a:bodyPr wrap="none" anchor="ctr"/>
            <a:lstStyle/>
            <a:p>
              <a:endParaRPr lang="zh-CN" altLang="en-US"/>
            </a:p>
          </p:txBody>
        </p:sp>
        <p:sp>
          <p:nvSpPr>
            <p:cNvPr id="10278" name="Text Box 30"/>
            <p:cNvSpPr txBox="1">
              <a:spLocks noChangeArrowheads="1"/>
            </p:cNvSpPr>
            <p:nvPr/>
          </p:nvSpPr>
          <p:spPr bwMode="auto">
            <a:xfrm>
              <a:off x="1973" y="1774"/>
              <a:ext cx="2077" cy="250"/>
            </a:xfrm>
            <a:prstGeom prst="rect">
              <a:avLst/>
            </a:prstGeom>
            <a:noFill/>
            <a:ln w="9525">
              <a:noFill/>
              <a:miter lim="800000"/>
              <a:headEnd/>
              <a:tailEnd/>
            </a:ln>
          </p:spPr>
          <p:txBody>
            <a:bodyPr wrap="none">
              <a:spAutoFit/>
            </a:bodyPr>
            <a:lstStyle/>
            <a:p>
              <a:r>
                <a:rPr kumimoji="1" lang="en-US" altLang="zh-CN" sz="2000" b="1">
                  <a:solidFill>
                    <a:srgbClr val="333399"/>
                  </a:solidFill>
                  <a:latin typeface="黑体" pitchFamily="49" charset="-122"/>
                  <a:ea typeface="黑体" pitchFamily="49" charset="-122"/>
                </a:rPr>
                <a:t>②</a:t>
              </a:r>
              <a:r>
                <a:rPr kumimoji="1" lang="en-US" altLang="zh-CN" sz="1000">
                  <a:solidFill>
                    <a:srgbClr val="333399"/>
                  </a:solidFill>
                  <a:latin typeface="黑体" pitchFamily="49" charset="-122"/>
                  <a:ea typeface="黑体" pitchFamily="49" charset="-122"/>
                </a:rPr>
                <a:t> </a:t>
              </a:r>
              <a:r>
                <a:rPr kumimoji="1" lang="zh-CN" altLang="en-US" sz="2000">
                  <a:solidFill>
                    <a:srgbClr val="333399"/>
                  </a:solidFill>
                  <a:latin typeface="黑体" pitchFamily="49" charset="-122"/>
                  <a:ea typeface="黑体" pitchFamily="49" charset="-122"/>
                </a:rPr>
                <a:t>服务器接受连接建立请求</a:t>
              </a:r>
            </a:p>
          </p:txBody>
        </p:sp>
      </p:grpSp>
      <p:sp>
        <p:nvSpPr>
          <p:cNvPr id="10267" name="Text Box 31"/>
          <p:cNvSpPr txBox="1">
            <a:spLocks noChangeArrowheads="1"/>
          </p:cNvSpPr>
          <p:nvPr/>
        </p:nvSpPr>
        <p:spPr bwMode="auto">
          <a:xfrm>
            <a:off x="1479550" y="2003425"/>
            <a:ext cx="946150" cy="396875"/>
          </a:xfrm>
          <a:prstGeom prst="rect">
            <a:avLst/>
          </a:prstGeom>
          <a:noFill/>
          <a:ln w="9525">
            <a:noFill/>
            <a:miter lim="800000"/>
            <a:headEnd/>
            <a:tailEnd/>
          </a:ln>
        </p:spPr>
        <p:txBody>
          <a:bodyPr wrap="none">
            <a:spAutoFit/>
          </a:bodyPr>
          <a:lstStyle/>
          <a:p>
            <a:r>
              <a:rPr kumimoji="1" lang="zh-CN" altLang="en-US" sz="2000">
                <a:solidFill>
                  <a:srgbClr val="333399"/>
                </a:solidFill>
                <a:latin typeface="黑体" pitchFamily="49" charset="-122"/>
                <a:ea typeface="黑体" pitchFamily="49" charset="-122"/>
              </a:rPr>
              <a:t>应用层</a:t>
            </a:r>
          </a:p>
        </p:txBody>
      </p:sp>
      <p:sp>
        <p:nvSpPr>
          <p:cNvPr id="10268" name="Text Box 32"/>
          <p:cNvSpPr txBox="1">
            <a:spLocks noChangeArrowheads="1"/>
          </p:cNvSpPr>
          <p:nvPr/>
        </p:nvSpPr>
        <p:spPr bwMode="auto">
          <a:xfrm>
            <a:off x="6727825" y="1989138"/>
            <a:ext cx="946150" cy="396875"/>
          </a:xfrm>
          <a:prstGeom prst="rect">
            <a:avLst/>
          </a:prstGeom>
          <a:noFill/>
          <a:ln w="9525">
            <a:noFill/>
            <a:miter lim="800000"/>
            <a:headEnd/>
            <a:tailEnd/>
          </a:ln>
        </p:spPr>
        <p:txBody>
          <a:bodyPr wrap="none">
            <a:spAutoFit/>
          </a:bodyPr>
          <a:lstStyle/>
          <a:p>
            <a:r>
              <a:rPr kumimoji="1" lang="zh-CN" altLang="en-US" sz="2000">
                <a:solidFill>
                  <a:srgbClr val="333399"/>
                </a:solidFill>
                <a:latin typeface="黑体" pitchFamily="49" charset="-122"/>
                <a:ea typeface="黑体" pitchFamily="49" charset="-122"/>
              </a:rPr>
              <a:t>应用层</a:t>
            </a:r>
          </a:p>
        </p:txBody>
      </p:sp>
      <p:sp>
        <p:nvSpPr>
          <p:cNvPr id="10269" name="Text Box 33"/>
          <p:cNvSpPr txBox="1">
            <a:spLocks noChangeArrowheads="1"/>
          </p:cNvSpPr>
          <p:nvPr/>
        </p:nvSpPr>
        <p:spPr bwMode="auto">
          <a:xfrm>
            <a:off x="4140200" y="5013325"/>
            <a:ext cx="946150" cy="398463"/>
          </a:xfrm>
          <a:prstGeom prst="rect">
            <a:avLst/>
          </a:prstGeom>
          <a:noFill/>
          <a:ln w="9525">
            <a:noFill/>
            <a:miter lim="800000"/>
            <a:headEnd/>
            <a:tailEnd/>
          </a:ln>
        </p:spPr>
        <p:txBody>
          <a:bodyPr wrap="none">
            <a:spAutoFit/>
          </a:bodyPr>
          <a:lstStyle/>
          <a:p>
            <a:r>
              <a:rPr kumimoji="1" lang="zh-CN" altLang="en-US" sz="2000">
                <a:solidFill>
                  <a:srgbClr val="333399"/>
                </a:solidFill>
                <a:latin typeface="Bookman Old Style" pitchFamily="18" charset="0"/>
                <a:ea typeface="黑体" pitchFamily="49" charset="-122"/>
              </a:rPr>
              <a:t>因特网</a:t>
            </a:r>
          </a:p>
        </p:txBody>
      </p:sp>
      <p:grpSp>
        <p:nvGrpSpPr>
          <p:cNvPr id="4" name="Group 34"/>
          <p:cNvGrpSpPr>
            <a:grpSpLocks/>
          </p:cNvGrpSpPr>
          <p:nvPr/>
        </p:nvGrpSpPr>
        <p:grpSpPr bwMode="auto">
          <a:xfrm>
            <a:off x="1325563" y="2411413"/>
            <a:ext cx="1289050" cy="531812"/>
            <a:chOff x="835" y="1519"/>
            <a:chExt cx="812" cy="335"/>
          </a:xfrm>
        </p:grpSpPr>
        <p:sp>
          <p:nvSpPr>
            <p:cNvPr id="148515" name="Oval 35"/>
            <p:cNvSpPr>
              <a:spLocks noChangeArrowheads="1"/>
            </p:cNvSpPr>
            <p:nvPr/>
          </p:nvSpPr>
          <p:spPr bwMode="auto">
            <a:xfrm>
              <a:off x="835" y="1519"/>
              <a:ext cx="812" cy="335"/>
            </a:xfrm>
            <a:prstGeom prst="ellipse">
              <a:avLst/>
            </a:prstGeom>
            <a:solidFill>
              <a:srgbClr val="99FFCC"/>
            </a:solidFill>
            <a:ln w="19050">
              <a:solidFill>
                <a:schemeClr val="tx1"/>
              </a:solidFill>
              <a:round/>
              <a:headEnd/>
              <a:tailEnd/>
            </a:ln>
            <a:effectLst>
              <a:outerShdw dist="35921" dir="2700000" algn="ctr" rotWithShape="0">
                <a:schemeClr val="bg2"/>
              </a:outerShdw>
            </a:effectLst>
          </p:spPr>
          <p:txBody>
            <a:bodyPr wrap="none" anchor="ctr"/>
            <a:lstStyle/>
            <a:p>
              <a:pPr algn="ctr">
                <a:defRPr/>
              </a:pPr>
              <a:endParaRPr kumimoji="1" lang="zh-CN" altLang="zh-CN" sz="1600">
                <a:latin typeface="Times New Roman" pitchFamily="18" charset="0"/>
              </a:endParaRPr>
            </a:p>
          </p:txBody>
        </p:sp>
        <p:sp>
          <p:nvSpPr>
            <p:cNvPr id="148516" name="Text Box 36"/>
            <p:cNvSpPr txBox="1">
              <a:spLocks noChangeArrowheads="1"/>
            </p:cNvSpPr>
            <p:nvPr/>
          </p:nvSpPr>
          <p:spPr bwMode="auto">
            <a:xfrm>
              <a:off x="1020" y="1547"/>
              <a:ext cx="436" cy="250"/>
            </a:xfrm>
            <a:prstGeom prst="rect">
              <a:avLst/>
            </a:prstGeom>
            <a:noFill/>
            <a:ln w="9525">
              <a:noFill/>
              <a:miter lim="800000"/>
              <a:headEnd/>
              <a:tailEnd/>
            </a:ln>
            <a:effectLst>
              <a:outerShdw dist="17961" dir="2700000" algn="ctr" rotWithShape="0">
                <a:schemeClr val="accent2"/>
              </a:outerShdw>
            </a:effectLst>
          </p:spPr>
          <p:txBody>
            <a:bodyPr wrap="none">
              <a:spAutoFit/>
            </a:bodyPr>
            <a:lstStyle/>
            <a:p>
              <a:pPr>
                <a:defRPr/>
              </a:pPr>
              <a:r>
                <a:rPr kumimoji="1" lang="zh-CN" altLang="en-US" sz="2000">
                  <a:solidFill>
                    <a:srgbClr val="333399"/>
                  </a:solidFill>
                  <a:latin typeface="黑体" pitchFamily="2" charset="-122"/>
                  <a:ea typeface="黑体" pitchFamily="2" charset="-122"/>
                </a:rPr>
                <a:t>客户</a:t>
              </a:r>
            </a:p>
          </p:txBody>
        </p:sp>
      </p:grpSp>
      <p:grpSp>
        <p:nvGrpSpPr>
          <p:cNvPr id="5" name="Group 37"/>
          <p:cNvGrpSpPr>
            <a:grpSpLocks/>
          </p:cNvGrpSpPr>
          <p:nvPr/>
        </p:nvGrpSpPr>
        <p:grpSpPr bwMode="auto">
          <a:xfrm>
            <a:off x="6575425" y="2411413"/>
            <a:ext cx="1289050" cy="531812"/>
            <a:chOff x="4142" y="1519"/>
            <a:chExt cx="812" cy="335"/>
          </a:xfrm>
        </p:grpSpPr>
        <p:sp>
          <p:nvSpPr>
            <p:cNvPr id="148518" name="Oval 38"/>
            <p:cNvSpPr>
              <a:spLocks noChangeArrowheads="1"/>
            </p:cNvSpPr>
            <p:nvPr/>
          </p:nvSpPr>
          <p:spPr bwMode="auto">
            <a:xfrm>
              <a:off x="4142" y="1519"/>
              <a:ext cx="812" cy="335"/>
            </a:xfrm>
            <a:prstGeom prst="ellipse">
              <a:avLst/>
            </a:prstGeom>
            <a:solidFill>
              <a:schemeClr val="hlink"/>
            </a:solidFill>
            <a:ln w="19050">
              <a:solidFill>
                <a:schemeClr val="tx1"/>
              </a:solidFill>
              <a:round/>
              <a:headEnd/>
              <a:tailEnd/>
            </a:ln>
            <a:effectLst>
              <a:outerShdw dist="35921" dir="2700000" algn="ctr" rotWithShape="0">
                <a:schemeClr val="bg2"/>
              </a:outerShdw>
            </a:effectLst>
          </p:spPr>
          <p:txBody>
            <a:bodyPr wrap="none" anchor="ctr"/>
            <a:lstStyle/>
            <a:p>
              <a:pPr algn="ctr">
                <a:defRPr/>
              </a:pPr>
              <a:endParaRPr kumimoji="1" lang="zh-CN" altLang="zh-CN" sz="1600">
                <a:latin typeface="Times New Roman" pitchFamily="18" charset="0"/>
              </a:endParaRPr>
            </a:p>
          </p:txBody>
        </p:sp>
        <p:sp>
          <p:nvSpPr>
            <p:cNvPr id="148519" name="Text Box 39"/>
            <p:cNvSpPr txBox="1">
              <a:spLocks noChangeArrowheads="1"/>
            </p:cNvSpPr>
            <p:nvPr/>
          </p:nvSpPr>
          <p:spPr bwMode="auto">
            <a:xfrm>
              <a:off x="4256" y="1543"/>
              <a:ext cx="596" cy="250"/>
            </a:xfrm>
            <a:prstGeom prst="rect">
              <a:avLst/>
            </a:prstGeom>
            <a:noFill/>
            <a:ln w="9525">
              <a:noFill/>
              <a:miter lim="800000"/>
              <a:headEnd/>
              <a:tailEnd/>
            </a:ln>
            <a:effectLst>
              <a:outerShdw dist="35921" dir="2700000" algn="ctr" rotWithShape="0">
                <a:schemeClr val="bg2"/>
              </a:outerShdw>
            </a:effectLst>
          </p:spPr>
          <p:txBody>
            <a:bodyPr wrap="none">
              <a:spAutoFit/>
            </a:bodyPr>
            <a:lstStyle/>
            <a:p>
              <a:pPr>
                <a:defRPr/>
              </a:pPr>
              <a:r>
                <a:rPr kumimoji="1" lang="zh-CN" altLang="en-US" sz="2000">
                  <a:solidFill>
                    <a:srgbClr val="FFFF99"/>
                  </a:solidFill>
                  <a:latin typeface="黑体" pitchFamily="2" charset="-122"/>
                  <a:ea typeface="黑体" pitchFamily="2" charset="-122"/>
                </a:rPr>
                <a:t>服务器</a:t>
              </a:r>
            </a:p>
          </p:txBody>
        </p:sp>
      </p:grpSp>
      <p:sp>
        <p:nvSpPr>
          <p:cNvPr id="148520" name="Text Box 40"/>
          <p:cNvSpPr txBox="1">
            <a:spLocks noChangeArrowheads="1"/>
          </p:cNvSpPr>
          <p:nvPr/>
        </p:nvSpPr>
        <p:spPr bwMode="auto">
          <a:xfrm>
            <a:off x="3238500" y="3357563"/>
            <a:ext cx="2546350" cy="1082675"/>
          </a:xfrm>
          <a:prstGeom prst="rect">
            <a:avLst/>
          </a:prstGeom>
          <a:solidFill>
            <a:srgbClr val="FFFFCC"/>
          </a:solidFill>
          <a:ln w="76200" cmpd="tri">
            <a:solidFill>
              <a:srgbClr val="333399"/>
            </a:solidFill>
            <a:miter lim="800000"/>
            <a:headEnd/>
            <a:tailEnd/>
          </a:ln>
        </p:spPr>
        <p:txBody>
          <a:bodyPr wrap="none">
            <a:spAutoFit/>
          </a:bodyPr>
          <a:lstStyle/>
          <a:p>
            <a:pPr algn="ctr"/>
            <a:r>
              <a:rPr lang="zh-CN" altLang="en-US" sz="2000">
                <a:solidFill>
                  <a:srgbClr val="333399"/>
                </a:solidFill>
                <a:latin typeface="Tahoma" pitchFamily="34" charset="0"/>
                <a:ea typeface="黑体" pitchFamily="49" charset="-122"/>
              </a:rPr>
              <a:t>以后就逐级使用下层</a:t>
            </a:r>
          </a:p>
          <a:p>
            <a:pPr algn="ctr"/>
            <a:r>
              <a:rPr lang="zh-CN" altLang="en-US" sz="2000">
                <a:solidFill>
                  <a:srgbClr val="333399"/>
                </a:solidFill>
                <a:latin typeface="Tahoma" pitchFamily="34" charset="0"/>
                <a:ea typeface="黑体" pitchFamily="49" charset="-122"/>
              </a:rPr>
              <a:t>提供的服务</a:t>
            </a:r>
          </a:p>
          <a:p>
            <a:pPr algn="ctr"/>
            <a:r>
              <a:rPr lang="en-US" altLang="zh-CN" sz="2000">
                <a:solidFill>
                  <a:srgbClr val="333399"/>
                </a:solidFill>
                <a:latin typeface="Tahoma" pitchFamily="34" charset="0"/>
                <a:ea typeface="黑体" pitchFamily="49" charset="-122"/>
              </a:rPr>
              <a:t>(</a:t>
            </a:r>
            <a:r>
              <a:rPr lang="zh-CN" altLang="en-US" sz="2000">
                <a:solidFill>
                  <a:srgbClr val="333399"/>
                </a:solidFill>
                <a:latin typeface="Tahoma" pitchFamily="34" charset="0"/>
                <a:ea typeface="黑体" pitchFamily="49" charset="-122"/>
              </a:rPr>
              <a:t>使用 </a:t>
            </a:r>
            <a:r>
              <a:rPr lang="en-US" altLang="zh-CN" sz="2000">
                <a:solidFill>
                  <a:srgbClr val="333399"/>
                </a:solidFill>
                <a:latin typeface="Tahoma" pitchFamily="34" charset="0"/>
                <a:ea typeface="黑体" pitchFamily="49" charset="-122"/>
              </a:rPr>
              <a:t>TCP </a:t>
            </a:r>
            <a:r>
              <a:rPr lang="zh-CN" altLang="en-US" sz="2000">
                <a:solidFill>
                  <a:srgbClr val="333399"/>
                </a:solidFill>
                <a:latin typeface="Tahoma" pitchFamily="34" charset="0"/>
                <a:ea typeface="黑体" pitchFamily="49" charset="-122"/>
              </a:rPr>
              <a:t>和 </a:t>
            </a:r>
            <a:r>
              <a:rPr lang="en-US" altLang="zh-CN" sz="2000">
                <a:solidFill>
                  <a:srgbClr val="333399"/>
                </a:solidFill>
                <a:latin typeface="Tahoma" pitchFamily="34" charset="0"/>
                <a:ea typeface="黑体" pitchFamily="49" charset="-122"/>
              </a:rPr>
              <a:t>IP</a:t>
            </a:r>
            <a:r>
              <a:rPr lang="zh-CN" altLang="en-US" sz="2000">
                <a:solidFill>
                  <a:srgbClr val="333399"/>
                </a:solidFill>
                <a:latin typeface="Tahoma" pitchFamily="34" charset="0"/>
                <a:ea typeface="黑体" pitchFamily="49" charset="-122"/>
              </a:rPr>
              <a:t>）</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5" presetClass="emph" presetSubtype="0" repeatCount="3000" fill="hold" nodeType="clickEffect">
                                  <p:stCondLst>
                                    <p:cond delay="0"/>
                                  </p:stCondLst>
                                  <p:childTnLst>
                                    <p:anim calcmode="discrete" valueType="str">
                                      <p:cBhvr>
                                        <p:cTn id="6" dur="500" fill="hold"/>
                                        <p:tgtEl>
                                          <p:spTgt spid="4"/>
                                        </p:tgtEl>
                                        <p:attrNameLst>
                                          <p:attrName>style.visibility</p:attrName>
                                        </p:attrNameLst>
                                      </p:cBhvr>
                                      <p:tavLst>
                                        <p:tav tm="0">
                                          <p:val>
                                            <p:strVal val="hidden"/>
                                          </p:val>
                                        </p:tav>
                                        <p:tav tm="50000">
                                          <p:val>
                                            <p:strVal val="visible"/>
                                          </p:val>
                                        </p:tav>
                                      </p:tavLst>
                                    </p:anim>
                                  </p:childTnLst>
                                </p:cTn>
                              </p:par>
                            </p:childTnLst>
                          </p:cTn>
                        </p:par>
                        <p:par>
                          <p:cTn id="7" fill="hold">
                            <p:stCondLst>
                              <p:cond delay="1500"/>
                            </p:stCondLst>
                            <p:childTnLst>
                              <p:par>
                                <p:cTn id="8" presetID="22" presetClass="entr" presetSubtype="8" fill="hold" nodeType="afterEffect">
                                  <p:stCondLst>
                                    <p:cond delay="0"/>
                                  </p:stCondLst>
                                  <p:childTnLst>
                                    <p:set>
                                      <p:cBhvr>
                                        <p:cTn id="9" dur="1" fill="hold">
                                          <p:stCondLst>
                                            <p:cond delay="0"/>
                                          </p:stCondLst>
                                        </p:cTn>
                                        <p:tgtEl>
                                          <p:spTgt spid="2"/>
                                        </p:tgtEl>
                                        <p:attrNameLst>
                                          <p:attrName>style.visibility</p:attrName>
                                        </p:attrNameLst>
                                      </p:cBhvr>
                                      <p:to>
                                        <p:strVal val="visible"/>
                                      </p:to>
                                    </p:set>
                                    <p:animEffect transition="in" filter="wipe(left)">
                                      <p:cBhvr>
                                        <p:cTn id="10" dur="500"/>
                                        <p:tgtEl>
                                          <p:spTgt spid="2"/>
                                        </p:tgtEl>
                                      </p:cBhvr>
                                    </p:animEffect>
                                  </p:childTnLst>
                                </p:cTn>
                              </p:par>
                            </p:childTnLst>
                          </p:cTn>
                        </p:par>
                      </p:childTnLst>
                    </p:cTn>
                  </p:par>
                  <p:par>
                    <p:cTn id="11" fill="hold">
                      <p:stCondLst>
                        <p:cond delay="indefinite"/>
                      </p:stCondLst>
                      <p:childTnLst>
                        <p:par>
                          <p:cTn id="12" fill="hold">
                            <p:stCondLst>
                              <p:cond delay="0"/>
                            </p:stCondLst>
                            <p:childTnLst>
                              <p:par>
                                <p:cTn id="13" presetID="35" presetClass="emph" presetSubtype="0" repeatCount="3000" fill="hold" nodeType="clickEffect">
                                  <p:stCondLst>
                                    <p:cond delay="0"/>
                                  </p:stCondLst>
                                  <p:childTnLst>
                                    <p:anim calcmode="discrete" valueType="str">
                                      <p:cBhvr>
                                        <p:cTn id="14" dur="500" fill="hold"/>
                                        <p:tgtEl>
                                          <p:spTgt spid="5"/>
                                        </p:tgtEl>
                                        <p:attrNameLst>
                                          <p:attrName>style.visibility</p:attrName>
                                        </p:attrNameLst>
                                      </p:cBhvr>
                                      <p:tavLst>
                                        <p:tav tm="0">
                                          <p:val>
                                            <p:strVal val="hidden"/>
                                          </p:val>
                                        </p:tav>
                                        <p:tav tm="50000">
                                          <p:val>
                                            <p:strVal val="visible"/>
                                          </p:val>
                                        </p:tav>
                                      </p:tavLst>
                                    </p:anim>
                                  </p:childTnLst>
                                </p:cTn>
                              </p:par>
                            </p:childTnLst>
                          </p:cTn>
                        </p:par>
                        <p:par>
                          <p:cTn id="15" fill="hold">
                            <p:stCondLst>
                              <p:cond delay="1500"/>
                            </p:stCondLst>
                            <p:childTnLst>
                              <p:par>
                                <p:cTn id="16" presetID="22" presetClass="entr" presetSubtype="2" fill="hold" nodeType="afterEffect">
                                  <p:stCondLst>
                                    <p:cond delay="0"/>
                                  </p:stCondLst>
                                  <p:childTnLst>
                                    <p:set>
                                      <p:cBhvr>
                                        <p:cTn id="17" dur="1" fill="hold">
                                          <p:stCondLst>
                                            <p:cond delay="0"/>
                                          </p:stCondLst>
                                        </p:cTn>
                                        <p:tgtEl>
                                          <p:spTgt spid="3"/>
                                        </p:tgtEl>
                                        <p:attrNameLst>
                                          <p:attrName>style.visibility</p:attrName>
                                        </p:attrNameLst>
                                      </p:cBhvr>
                                      <p:to>
                                        <p:strVal val="visible"/>
                                      </p:to>
                                    </p:set>
                                    <p:animEffect transition="in" filter="wipe(right)">
                                      <p:cBhvr>
                                        <p:cTn id="18" dur="1000"/>
                                        <p:tgtEl>
                                          <p:spTgt spid="3"/>
                                        </p:tgtEl>
                                      </p:cBhvr>
                                    </p:animEffec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4852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8520" grpId="0" animBg="1"/>
    </p:bld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7" name="Rectangle 2"/>
          <p:cNvSpPr>
            <a:spLocks noGrp="1" noChangeArrowheads="1"/>
          </p:cNvSpPr>
          <p:nvPr>
            <p:ph type="title"/>
          </p:nvPr>
        </p:nvSpPr>
        <p:spPr/>
        <p:txBody>
          <a:bodyPr>
            <a:normAutofit fontScale="90000"/>
          </a:bodyPr>
          <a:lstStyle/>
          <a:p>
            <a:pPr algn="ctr" eaLnBrk="1" hangingPunct="1"/>
            <a:r>
              <a:rPr lang="zh-CN" altLang="en-US" smtClean="0">
                <a:latin typeface="微软雅黑" pitchFamily="34" charset="-122"/>
                <a:ea typeface="微软雅黑" pitchFamily="34" charset="-122"/>
              </a:rPr>
              <a:t>功能较强的计算机</a:t>
            </a:r>
            <a:br>
              <a:rPr lang="zh-CN" altLang="en-US" smtClean="0">
                <a:latin typeface="微软雅黑" pitchFamily="34" charset="-122"/>
                <a:ea typeface="微软雅黑" pitchFamily="34" charset="-122"/>
              </a:rPr>
            </a:br>
            <a:r>
              <a:rPr lang="zh-CN" altLang="en-US" smtClean="0">
                <a:latin typeface="微软雅黑" pitchFamily="34" charset="-122"/>
                <a:ea typeface="微软雅黑" pitchFamily="34" charset="-122"/>
              </a:rPr>
              <a:t>可同时运行多个服务器进程 </a:t>
            </a:r>
          </a:p>
        </p:txBody>
      </p:sp>
      <p:sp>
        <p:nvSpPr>
          <p:cNvPr id="11268" name="Line 3"/>
          <p:cNvSpPr>
            <a:spLocks noChangeShapeType="1"/>
          </p:cNvSpPr>
          <p:nvPr/>
        </p:nvSpPr>
        <p:spPr bwMode="auto">
          <a:xfrm>
            <a:off x="4562475" y="5110163"/>
            <a:ext cx="4763" cy="325437"/>
          </a:xfrm>
          <a:prstGeom prst="line">
            <a:avLst/>
          </a:prstGeom>
          <a:noFill/>
          <a:ln w="38100">
            <a:solidFill>
              <a:srgbClr val="333399"/>
            </a:solidFill>
            <a:round/>
            <a:headEnd/>
            <a:tailEnd/>
          </a:ln>
        </p:spPr>
        <p:txBody>
          <a:bodyPr wrap="none" anchor="ctr"/>
          <a:lstStyle/>
          <a:p>
            <a:endParaRPr lang="zh-CN" altLang="en-US"/>
          </a:p>
        </p:txBody>
      </p:sp>
      <p:sp>
        <p:nvSpPr>
          <p:cNvPr id="149508" name="Rectangle 4"/>
          <p:cNvSpPr>
            <a:spLocks noChangeArrowheads="1"/>
          </p:cNvSpPr>
          <p:nvPr/>
        </p:nvSpPr>
        <p:spPr bwMode="auto">
          <a:xfrm>
            <a:off x="3159125" y="2416175"/>
            <a:ext cx="2898775" cy="2693988"/>
          </a:xfrm>
          <a:prstGeom prst="rect">
            <a:avLst/>
          </a:prstGeom>
          <a:solidFill>
            <a:srgbClr val="FFFFCC"/>
          </a:solidFill>
          <a:ln w="28575">
            <a:solidFill>
              <a:srgbClr val="333399"/>
            </a:solidFill>
            <a:miter lim="800000"/>
            <a:headEnd/>
            <a:tailEnd/>
          </a:ln>
          <a:effectLst>
            <a:outerShdw dist="35921" dir="2700000" algn="ctr" rotWithShape="0">
              <a:schemeClr val="bg2"/>
            </a:outerShdw>
          </a:effectLst>
        </p:spPr>
        <p:txBody>
          <a:bodyPr wrap="none" anchor="ctr"/>
          <a:lstStyle/>
          <a:p>
            <a:pPr>
              <a:defRPr/>
            </a:pPr>
            <a:endParaRPr lang="zh-CN" altLang="en-US">
              <a:latin typeface="Arial" charset="0"/>
            </a:endParaRPr>
          </a:p>
        </p:txBody>
      </p:sp>
      <p:sp>
        <p:nvSpPr>
          <p:cNvPr id="11270" name="Text Box 5"/>
          <p:cNvSpPr txBox="1">
            <a:spLocks noChangeArrowheads="1"/>
          </p:cNvSpPr>
          <p:nvPr/>
        </p:nvSpPr>
        <p:spPr bwMode="auto">
          <a:xfrm>
            <a:off x="3883025" y="4268788"/>
            <a:ext cx="1454150" cy="396875"/>
          </a:xfrm>
          <a:prstGeom prst="rect">
            <a:avLst/>
          </a:prstGeom>
          <a:noFill/>
          <a:ln w="9525">
            <a:noFill/>
            <a:miter lim="800000"/>
            <a:headEnd/>
            <a:tailEnd/>
          </a:ln>
        </p:spPr>
        <p:txBody>
          <a:bodyPr wrap="none">
            <a:spAutoFit/>
          </a:bodyPr>
          <a:lstStyle/>
          <a:p>
            <a:r>
              <a:rPr kumimoji="1" lang="zh-CN" altLang="en-US" sz="2000">
                <a:solidFill>
                  <a:srgbClr val="333399"/>
                </a:solidFill>
                <a:ea typeface="黑体" pitchFamily="49" charset="-122"/>
              </a:rPr>
              <a:t>数据链路层</a:t>
            </a:r>
          </a:p>
        </p:txBody>
      </p:sp>
      <p:sp>
        <p:nvSpPr>
          <p:cNvPr id="11271" name="Line 6"/>
          <p:cNvSpPr>
            <a:spLocks noChangeShapeType="1"/>
          </p:cNvSpPr>
          <p:nvPr/>
        </p:nvSpPr>
        <p:spPr bwMode="auto">
          <a:xfrm>
            <a:off x="3159125" y="4702175"/>
            <a:ext cx="2898775" cy="0"/>
          </a:xfrm>
          <a:prstGeom prst="line">
            <a:avLst/>
          </a:prstGeom>
          <a:noFill/>
          <a:ln w="9525">
            <a:solidFill>
              <a:schemeClr val="tx1"/>
            </a:solidFill>
            <a:round/>
            <a:headEnd/>
            <a:tailEnd/>
          </a:ln>
        </p:spPr>
        <p:txBody>
          <a:bodyPr wrap="none" anchor="ctr"/>
          <a:lstStyle/>
          <a:p>
            <a:endParaRPr lang="zh-CN" altLang="en-US"/>
          </a:p>
        </p:txBody>
      </p:sp>
      <p:sp>
        <p:nvSpPr>
          <p:cNvPr id="11272" name="Line 7"/>
          <p:cNvSpPr>
            <a:spLocks noChangeShapeType="1"/>
          </p:cNvSpPr>
          <p:nvPr/>
        </p:nvSpPr>
        <p:spPr bwMode="auto">
          <a:xfrm>
            <a:off x="3159125" y="4292600"/>
            <a:ext cx="2898775" cy="0"/>
          </a:xfrm>
          <a:prstGeom prst="line">
            <a:avLst/>
          </a:prstGeom>
          <a:noFill/>
          <a:ln w="9525">
            <a:solidFill>
              <a:schemeClr val="tx1"/>
            </a:solidFill>
            <a:round/>
            <a:headEnd/>
            <a:tailEnd/>
          </a:ln>
        </p:spPr>
        <p:txBody>
          <a:bodyPr wrap="none" anchor="ctr"/>
          <a:lstStyle/>
          <a:p>
            <a:endParaRPr lang="zh-CN" altLang="en-US"/>
          </a:p>
        </p:txBody>
      </p:sp>
      <p:sp>
        <p:nvSpPr>
          <p:cNvPr id="11273" name="Line 8"/>
          <p:cNvSpPr>
            <a:spLocks noChangeShapeType="1"/>
          </p:cNvSpPr>
          <p:nvPr/>
        </p:nvSpPr>
        <p:spPr bwMode="auto">
          <a:xfrm>
            <a:off x="3159125" y="3884613"/>
            <a:ext cx="2898775" cy="0"/>
          </a:xfrm>
          <a:prstGeom prst="line">
            <a:avLst/>
          </a:prstGeom>
          <a:noFill/>
          <a:ln w="9525">
            <a:solidFill>
              <a:schemeClr val="tx1"/>
            </a:solidFill>
            <a:round/>
            <a:headEnd/>
            <a:tailEnd/>
          </a:ln>
        </p:spPr>
        <p:txBody>
          <a:bodyPr wrap="none" anchor="ctr"/>
          <a:lstStyle/>
          <a:p>
            <a:endParaRPr lang="zh-CN" altLang="en-US"/>
          </a:p>
        </p:txBody>
      </p:sp>
      <p:sp>
        <p:nvSpPr>
          <p:cNvPr id="11274" name="Line 9"/>
          <p:cNvSpPr>
            <a:spLocks noChangeShapeType="1"/>
          </p:cNvSpPr>
          <p:nvPr/>
        </p:nvSpPr>
        <p:spPr bwMode="auto">
          <a:xfrm>
            <a:off x="3159125" y="3476625"/>
            <a:ext cx="2898775" cy="0"/>
          </a:xfrm>
          <a:prstGeom prst="line">
            <a:avLst/>
          </a:prstGeom>
          <a:noFill/>
          <a:ln w="9525">
            <a:solidFill>
              <a:schemeClr val="tx1"/>
            </a:solidFill>
            <a:round/>
            <a:headEnd/>
            <a:tailEnd/>
          </a:ln>
        </p:spPr>
        <p:txBody>
          <a:bodyPr wrap="none" anchor="ctr"/>
          <a:lstStyle/>
          <a:p>
            <a:endParaRPr lang="zh-CN" altLang="en-US"/>
          </a:p>
        </p:txBody>
      </p:sp>
      <p:sp>
        <p:nvSpPr>
          <p:cNvPr id="11275" name="Text Box 10"/>
          <p:cNvSpPr txBox="1">
            <a:spLocks noChangeArrowheads="1"/>
          </p:cNvSpPr>
          <p:nvPr/>
        </p:nvSpPr>
        <p:spPr bwMode="auto">
          <a:xfrm>
            <a:off x="4117975" y="4676775"/>
            <a:ext cx="946150" cy="396875"/>
          </a:xfrm>
          <a:prstGeom prst="rect">
            <a:avLst/>
          </a:prstGeom>
          <a:noFill/>
          <a:ln w="9525">
            <a:noFill/>
            <a:miter lim="800000"/>
            <a:headEnd/>
            <a:tailEnd/>
          </a:ln>
        </p:spPr>
        <p:txBody>
          <a:bodyPr wrap="none">
            <a:spAutoFit/>
          </a:bodyPr>
          <a:lstStyle/>
          <a:p>
            <a:r>
              <a:rPr kumimoji="1" lang="zh-CN" altLang="en-US" sz="2000">
                <a:solidFill>
                  <a:srgbClr val="333399"/>
                </a:solidFill>
                <a:ea typeface="黑体" pitchFamily="49" charset="-122"/>
              </a:rPr>
              <a:t>物理层</a:t>
            </a:r>
          </a:p>
        </p:txBody>
      </p:sp>
      <p:sp>
        <p:nvSpPr>
          <p:cNvPr id="11276" name="Text Box 11"/>
          <p:cNvSpPr txBox="1">
            <a:spLocks noChangeArrowheads="1"/>
          </p:cNvSpPr>
          <p:nvPr/>
        </p:nvSpPr>
        <p:spPr bwMode="auto">
          <a:xfrm>
            <a:off x="4117975" y="3465513"/>
            <a:ext cx="946150" cy="396875"/>
          </a:xfrm>
          <a:prstGeom prst="rect">
            <a:avLst/>
          </a:prstGeom>
          <a:noFill/>
          <a:ln w="9525">
            <a:noFill/>
            <a:miter lim="800000"/>
            <a:headEnd/>
            <a:tailEnd/>
          </a:ln>
        </p:spPr>
        <p:txBody>
          <a:bodyPr wrap="none">
            <a:spAutoFit/>
          </a:bodyPr>
          <a:lstStyle/>
          <a:p>
            <a:r>
              <a:rPr kumimoji="1" lang="zh-CN" altLang="en-US" sz="2000">
                <a:solidFill>
                  <a:srgbClr val="333399"/>
                </a:solidFill>
                <a:ea typeface="黑体" pitchFamily="49" charset="-122"/>
              </a:rPr>
              <a:t>运输层</a:t>
            </a:r>
          </a:p>
        </p:txBody>
      </p:sp>
      <p:sp>
        <p:nvSpPr>
          <p:cNvPr id="11277" name="Text Box 12"/>
          <p:cNvSpPr txBox="1">
            <a:spLocks noChangeArrowheads="1"/>
          </p:cNvSpPr>
          <p:nvPr/>
        </p:nvSpPr>
        <p:spPr bwMode="auto">
          <a:xfrm>
            <a:off x="4117975" y="3873500"/>
            <a:ext cx="946150" cy="396875"/>
          </a:xfrm>
          <a:prstGeom prst="rect">
            <a:avLst/>
          </a:prstGeom>
          <a:noFill/>
          <a:ln w="9525">
            <a:noFill/>
            <a:miter lim="800000"/>
            <a:headEnd/>
            <a:tailEnd/>
          </a:ln>
        </p:spPr>
        <p:txBody>
          <a:bodyPr wrap="none">
            <a:spAutoFit/>
          </a:bodyPr>
          <a:lstStyle/>
          <a:p>
            <a:r>
              <a:rPr kumimoji="1" lang="zh-CN" altLang="en-US" sz="2000">
                <a:solidFill>
                  <a:srgbClr val="333399"/>
                </a:solidFill>
                <a:ea typeface="黑体" pitchFamily="49" charset="-122"/>
              </a:rPr>
              <a:t>网络层</a:t>
            </a:r>
          </a:p>
        </p:txBody>
      </p:sp>
      <p:sp>
        <p:nvSpPr>
          <p:cNvPr id="11278" name="Text Box 13"/>
          <p:cNvSpPr txBox="1">
            <a:spLocks noChangeArrowheads="1"/>
          </p:cNvSpPr>
          <p:nvPr/>
        </p:nvSpPr>
        <p:spPr bwMode="auto">
          <a:xfrm>
            <a:off x="4087813" y="2376488"/>
            <a:ext cx="946150" cy="396875"/>
          </a:xfrm>
          <a:prstGeom prst="rect">
            <a:avLst/>
          </a:prstGeom>
          <a:noFill/>
          <a:ln w="9525">
            <a:noFill/>
            <a:miter lim="800000"/>
            <a:headEnd/>
            <a:tailEnd/>
          </a:ln>
        </p:spPr>
        <p:txBody>
          <a:bodyPr wrap="none">
            <a:spAutoFit/>
          </a:bodyPr>
          <a:lstStyle/>
          <a:p>
            <a:r>
              <a:rPr kumimoji="1" lang="zh-CN" altLang="en-US" sz="2000">
                <a:solidFill>
                  <a:srgbClr val="333399"/>
                </a:solidFill>
                <a:ea typeface="黑体" pitchFamily="49" charset="-122"/>
              </a:rPr>
              <a:t>应用层</a:t>
            </a:r>
          </a:p>
        </p:txBody>
      </p:sp>
      <p:sp>
        <p:nvSpPr>
          <p:cNvPr id="11279" name="Text Box 14"/>
          <p:cNvSpPr txBox="1">
            <a:spLocks noChangeArrowheads="1"/>
          </p:cNvSpPr>
          <p:nvPr/>
        </p:nvSpPr>
        <p:spPr bwMode="auto">
          <a:xfrm>
            <a:off x="4008438" y="1990725"/>
            <a:ext cx="1157287" cy="396875"/>
          </a:xfrm>
          <a:prstGeom prst="rect">
            <a:avLst/>
          </a:prstGeom>
          <a:noFill/>
          <a:ln w="9525">
            <a:noFill/>
            <a:miter lim="800000"/>
            <a:headEnd/>
            <a:tailEnd/>
          </a:ln>
        </p:spPr>
        <p:txBody>
          <a:bodyPr wrap="none">
            <a:spAutoFit/>
          </a:bodyPr>
          <a:lstStyle/>
          <a:p>
            <a:r>
              <a:rPr kumimoji="1" lang="zh-CN" altLang="en-US" sz="2000">
                <a:solidFill>
                  <a:srgbClr val="333399"/>
                </a:solidFill>
                <a:ea typeface="黑体" pitchFamily="49" charset="-122"/>
              </a:rPr>
              <a:t>计算机 </a:t>
            </a:r>
            <a:r>
              <a:rPr kumimoji="1" lang="en-US" altLang="zh-CN" sz="2000">
                <a:solidFill>
                  <a:srgbClr val="333399"/>
                </a:solidFill>
                <a:ea typeface="黑体" pitchFamily="49" charset="-122"/>
              </a:rPr>
              <a:t>3</a:t>
            </a:r>
          </a:p>
        </p:txBody>
      </p:sp>
      <p:grpSp>
        <p:nvGrpSpPr>
          <p:cNvPr id="2" name="Group 15"/>
          <p:cNvGrpSpPr>
            <a:grpSpLocks/>
          </p:cNvGrpSpPr>
          <p:nvPr/>
        </p:nvGrpSpPr>
        <p:grpSpPr bwMode="auto">
          <a:xfrm>
            <a:off x="3333750" y="2741613"/>
            <a:ext cx="1143000" cy="746125"/>
            <a:chOff x="2100" y="1727"/>
            <a:chExt cx="720" cy="470"/>
          </a:xfrm>
        </p:grpSpPr>
        <p:sp>
          <p:nvSpPr>
            <p:cNvPr id="11322" name="Line 16"/>
            <p:cNvSpPr>
              <a:spLocks noChangeShapeType="1"/>
            </p:cNvSpPr>
            <p:nvPr/>
          </p:nvSpPr>
          <p:spPr bwMode="auto">
            <a:xfrm>
              <a:off x="2460" y="2119"/>
              <a:ext cx="1" cy="78"/>
            </a:xfrm>
            <a:prstGeom prst="line">
              <a:avLst/>
            </a:prstGeom>
            <a:noFill/>
            <a:ln w="28575">
              <a:solidFill>
                <a:srgbClr val="333399"/>
              </a:solidFill>
              <a:round/>
              <a:headEnd/>
              <a:tailEnd/>
            </a:ln>
          </p:spPr>
          <p:txBody>
            <a:bodyPr wrap="none" anchor="ctr"/>
            <a:lstStyle/>
            <a:p>
              <a:endParaRPr lang="zh-CN" altLang="en-US"/>
            </a:p>
          </p:txBody>
        </p:sp>
        <p:sp>
          <p:nvSpPr>
            <p:cNvPr id="149521" name="Oval 17"/>
            <p:cNvSpPr>
              <a:spLocks noChangeArrowheads="1"/>
            </p:cNvSpPr>
            <p:nvPr/>
          </p:nvSpPr>
          <p:spPr bwMode="auto">
            <a:xfrm>
              <a:off x="2100" y="1727"/>
              <a:ext cx="720" cy="412"/>
            </a:xfrm>
            <a:prstGeom prst="ellipse">
              <a:avLst/>
            </a:prstGeom>
            <a:solidFill>
              <a:schemeClr val="hlink"/>
            </a:solidFill>
            <a:ln w="19050">
              <a:solidFill>
                <a:schemeClr val="tx1"/>
              </a:solidFill>
              <a:round/>
              <a:headEnd/>
              <a:tailEnd/>
            </a:ln>
            <a:effectLst>
              <a:outerShdw dist="35921" dir="2700000" algn="ctr" rotWithShape="0">
                <a:schemeClr val="bg2"/>
              </a:outerShdw>
            </a:effectLst>
          </p:spPr>
          <p:txBody>
            <a:bodyPr wrap="none" anchor="ctr"/>
            <a:lstStyle/>
            <a:p>
              <a:pPr algn="ctr">
                <a:defRPr/>
              </a:pPr>
              <a:endParaRPr kumimoji="1" lang="zh-CN" altLang="zh-CN" sz="1600">
                <a:latin typeface="Times New Roman" pitchFamily="18" charset="0"/>
              </a:endParaRPr>
            </a:p>
          </p:txBody>
        </p:sp>
        <p:sp>
          <p:nvSpPr>
            <p:cNvPr id="149522" name="Text Box 18"/>
            <p:cNvSpPr txBox="1">
              <a:spLocks noChangeArrowheads="1"/>
            </p:cNvSpPr>
            <p:nvPr/>
          </p:nvSpPr>
          <p:spPr bwMode="auto">
            <a:xfrm>
              <a:off x="2171" y="1756"/>
              <a:ext cx="596" cy="404"/>
            </a:xfrm>
            <a:prstGeom prst="rect">
              <a:avLst/>
            </a:prstGeom>
            <a:noFill/>
            <a:ln w="9525">
              <a:noFill/>
              <a:miter lim="800000"/>
              <a:headEnd/>
              <a:tailEnd/>
            </a:ln>
            <a:effectLst>
              <a:outerShdw dist="35921" dir="2700000" algn="ctr" rotWithShape="0">
                <a:schemeClr val="bg2"/>
              </a:outerShdw>
            </a:effectLst>
          </p:spPr>
          <p:txBody>
            <a:bodyPr wrap="none">
              <a:spAutoFit/>
            </a:bodyPr>
            <a:lstStyle/>
            <a:p>
              <a:pPr algn="ctr">
                <a:lnSpc>
                  <a:spcPct val="90000"/>
                </a:lnSpc>
                <a:defRPr/>
              </a:pPr>
              <a:r>
                <a:rPr kumimoji="1" lang="zh-CN" altLang="en-US" sz="2000">
                  <a:solidFill>
                    <a:srgbClr val="FFFF66"/>
                  </a:solidFill>
                  <a:latin typeface="Arial" charset="0"/>
                  <a:ea typeface="黑体" pitchFamily="2" charset="-122"/>
                </a:rPr>
                <a:t>服务器</a:t>
              </a:r>
            </a:p>
            <a:p>
              <a:pPr algn="ctr">
                <a:lnSpc>
                  <a:spcPct val="90000"/>
                </a:lnSpc>
                <a:defRPr/>
              </a:pPr>
              <a:r>
                <a:rPr kumimoji="1" lang="en-US" altLang="zh-CN" sz="2000">
                  <a:solidFill>
                    <a:srgbClr val="FFFF66"/>
                  </a:solidFill>
                  <a:latin typeface="Arial" charset="0"/>
                  <a:ea typeface="黑体" pitchFamily="2" charset="-122"/>
                </a:rPr>
                <a:t>1</a:t>
              </a:r>
              <a:endParaRPr kumimoji="1" lang="en-US" altLang="zh-CN" sz="3200">
                <a:solidFill>
                  <a:srgbClr val="FFFF66"/>
                </a:solidFill>
                <a:latin typeface="Arial" charset="0"/>
                <a:ea typeface="黑体" pitchFamily="2" charset="-122"/>
              </a:endParaRPr>
            </a:p>
          </p:txBody>
        </p:sp>
      </p:grpSp>
      <p:grpSp>
        <p:nvGrpSpPr>
          <p:cNvPr id="3" name="Group 19"/>
          <p:cNvGrpSpPr>
            <a:grpSpLocks/>
          </p:cNvGrpSpPr>
          <p:nvPr/>
        </p:nvGrpSpPr>
        <p:grpSpPr bwMode="auto">
          <a:xfrm>
            <a:off x="4740275" y="2741613"/>
            <a:ext cx="1141413" cy="735012"/>
            <a:chOff x="2986" y="1727"/>
            <a:chExt cx="719" cy="463"/>
          </a:xfrm>
        </p:grpSpPr>
        <p:sp>
          <p:nvSpPr>
            <p:cNvPr id="11319" name="Line 20"/>
            <p:cNvSpPr>
              <a:spLocks noChangeShapeType="1"/>
            </p:cNvSpPr>
            <p:nvPr/>
          </p:nvSpPr>
          <p:spPr bwMode="auto">
            <a:xfrm>
              <a:off x="3344" y="2113"/>
              <a:ext cx="1" cy="77"/>
            </a:xfrm>
            <a:prstGeom prst="line">
              <a:avLst/>
            </a:prstGeom>
            <a:noFill/>
            <a:ln w="28575">
              <a:solidFill>
                <a:srgbClr val="333399"/>
              </a:solidFill>
              <a:round/>
              <a:headEnd/>
              <a:tailEnd/>
            </a:ln>
          </p:spPr>
          <p:txBody>
            <a:bodyPr wrap="none" anchor="ctr"/>
            <a:lstStyle/>
            <a:p>
              <a:endParaRPr lang="zh-CN" altLang="en-US"/>
            </a:p>
          </p:txBody>
        </p:sp>
        <p:sp>
          <p:nvSpPr>
            <p:cNvPr id="149525" name="Oval 21"/>
            <p:cNvSpPr>
              <a:spLocks noChangeArrowheads="1"/>
            </p:cNvSpPr>
            <p:nvPr/>
          </p:nvSpPr>
          <p:spPr bwMode="auto">
            <a:xfrm>
              <a:off x="2986" y="1727"/>
              <a:ext cx="719" cy="412"/>
            </a:xfrm>
            <a:prstGeom prst="ellipse">
              <a:avLst/>
            </a:prstGeom>
            <a:solidFill>
              <a:schemeClr val="hlink"/>
            </a:solidFill>
            <a:ln w="19050">
              <a:solidFill>
                <a:schemeClr val="tx1"/>
              </a:solidFill>
              <a:round/>
              <a:headEnd/>
              <a:tailEnd/>
            </a:ln>
            <a:effectLst>
              <a:outerShdw dist="35921" dir="2700000" algn="ctr" rotWithShape="0">
                <a:schemeClr val="bg2"/>
              </a:outerShdw>
            </a:effectLst>
          </p:spPr>
          <p:txBody>
            <a:bodyPr wrap="none" anchor="ctr"/>
            <a:lstStyle/>
            <a:p>
              <a:pPr algn="ctr">
                <a:defRPr/>
              </a:pPr>
              <a:endParaRPr kumimoji="1" lang="zh-CN" altLang="zh-CN" sz="1600">
                <a:latin typeface="Times New Roman" pitchFamily="18" charset="0"/>
              </a:endParaRPr>
            </a:p>
          </p:txBody>
        </p:sp>
        <p:sp>
          <p:nvSpPr>
            <p:cNvPr id="149526" name="Text Box 22"/>
            <p:cNvSpPr txBox="1">
              <a:spLocks noChangeArrowheads="1"/>
            </p:cNvSpPr>
            <p:nvPr/>
          </p:nvSpPr>
          <p:spPr bwMode="auto">
            <a:xfrm>
              <a:off x="3056" y="1752"/>
              <a:ext cx="596" cy="404"/>
            </a:xfrm>
            <a:prstGeom prst="rect">
              <a:avLst/>
            </a:prstGeom>
            <a:noFill/>
            <a:ln w="9525">
              <a:noFill/>
              <a:miter lim="800000"/>
              <a:headEnd/>
              <a:tailEnd/>
            </a:ln>
            <a:effectLst>
              <a:outerShdw dist="35921" dir="2700000" algn="ctr" rotWithShape="0">
                <a:schemeClr val="bg2"/>
              </a:outerShdw>
            </a:effectLst>
          </p:spPr>
          <p:txBody>
            <a:bodyPr wrap="none">
              <a:spAutoFit/>
            </a:bodyPr>
            <a:lstStyle/>
            <a:p>
              <a:pPr algn="ctr">
                <a:lnSpc>
                  <a:spcPct val="90000"/>
                </a:lnSpc>
                <a:defRPr/>
              </a:pPr>
              <a:r>
                <a:rPr kumimoji="1" lang="zh-CN" altLang="en-US" sz="2000">
                  <a:solidFill>
                    <a:srgbClr val="FFFF66"/>
                  </a:solidFill>
                  <a:latin typeface="Arial" charset="0"/>
                  <a:ea typeface="黑体" pitchFamily="2" charset="-122"/>
                </a:rPr>
                <a:t>服务器</a:t>
              </a:r>
            </a:p>
            <a:p>
              <a:pPr algn="ctr">
                <a:lnSpc>
                  <a:spcPct val="90000"/>
                </a:lnSpc>
                <a:defRPr/>
              </a:pPr>
              <a:r>
                <a:rPr kumimoji="1" lang="en-US" altLang="zh-CN" sz="2000">
                  <a:solidFill>
                    <a:srgbClr val="FFFF66"/>
                  </a:solidFill>
                  <a:latin typeface="Arial" charset="0"/>
                  <a:ea typeface="黑体" pitchFamily="2" charset="-122"/>
                </a:rPr>
                <a:t>2</a:t>
              </a:r>
              <a:endParaRPr kumimoji="1" lang="en-US" altLang="zh-CN" sz="3200">
                <a:solidFill>
                  <a:srgbClr val="FFFF66"/>
                </a:solidFill>
                <a:latin typeface="Arial" charset="0"/>
                <a:ea typeface="黑体" pitchFamily="2" charset="-122"/>
              </a:endParaRPr>
            </a:p>
          </p:txBody>
        </p:sp>
      </p:grpSp>
      <p:grpSp>
        <p:nvGrpSpPr>
          <p:cNvPr id="4" name="Group 23"/>
          <p:cNvGrpSpPr>
            <a:grpSpLocks/>
          </p:cNvGrpSpPr>
          <p:nvPr/>
        </p:nvGrpSpPr>
        <p:grpSpPr bwMode="auto">
          <a:xfrm>
            <a:off x="611188" y="1990725"/>
            <a:ext cx="7910512" cy="3771900"/>
            <a:chOff x="385" y="1254"/>
            <a:chExt cx="4983" cy="2376"/>
          </a:xfrm>
        </p:grpSpPr>
        <p:sp>
          <p:nvSpPr>
            <p:cNvPr id="11288" name="Freeform 24"/>
            <p:cNvSpPr>
              <a:spLocks/>
            </p:cNvSpPr>
            <p:nvPr/>
          </p:nvSpPr>
          <p:spPr bwMode="auto">
            <a:xfrm>
              <a:off x="846" y="3219"/>
              <a:ext cx="4066" cy="411"/>
            </a:xfrm>
            <a:custGeom>
              <a:avLst/>
              <a:gdLst>
                <a:gd name="T0" fmla="*/ 0 w 3527"/>
                <a:gd name="T1" fmla="*/ 0 h 333"/>
                <a:gd name="T2" fmla="*/ 0 w 3527"/>
                <a:gd name="T3" fmla="*/ 369 h 333"/>
                <a:gd name="T4" fmla="*/ 28 w 3527"/>
                <a:gd name="T5" fmla="*/ 552 h 333"/>
                <a:gd name="T6" fmla="*/ 103 w 3527"/>
                <a:gd name="T7" fmla="*/ 773 h 333"/>
                <a:gd name="T8" fmla="*/ 250 w 3527"/>
                <a:gd name="T9" fmla="*/ 910 h 333"/>
                <a:gd name="T10" fmla="*/ 360 w 3527"/>
                <a:gd name="T11" fmla="*/ 944 h 333"/>
                <a:gd name="T12" fmla="*/ 6841 w 3527"/>
                <a:gd name="T13" fmla="*/ 954 h 333"/>
                <a:gd name="T14" fmla="*/ 6968 w 3527"/>
                <a:gd name="T15" fmla="*/ 910 h 333"/>
                <a:gd name="T16" fmla="*/ 7089 w 3527"/>
                <a:gd name="T17" fmla="*/ 808 h 333"/>
                <a:gd name="T18" fmla="*/ 7151 w 3527"/>
                <a:gd name="T19" fmla="*/ 671 h 333"/>
                <a:gd name="T20" fmla="*/ 7176 w 3527"/>
                <a:gd name="T21" fmla="*/ 464 h 333"/>
                <a:gd name="T22" fmla="*/ 7181 w 3527"/>
                <a:gd name="T23" fmla="*/ 0 h 333"/>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3527"/>
                <a:gd name="T37" fmla="*/ 0 h 333"/>
                <a:gd name="T38" fmla="*/ 3527 w 3527"/>
                <a:gd name="T39" fmla="*/ 333 h 333"/>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3527" h="333">
                  <a:moveTo>
                    <a:pt x="0" y="0"/>
                  </a:moveTo>
                  <a:lnTo>
                    <a:pt x="0" y="129"/>
                  </a:lnTo>
                  <a:lnTo>
                    <a:pt x="14" y="192"/>
                  </a:lnTo>
                  <a:lnTo>
                    <a:pt x="50" y="270"/>
                  </a:lnTo>
                  <a:lnTo>
                    <a:pt x="122" y="318"/>
                  </a:lnTo>
                  <a:lnTo>
                    <a:pt x="177" y="330"/>
                  </a:lnTo>
                  <a:lnTo>
                    <a:pt x="3360" y="333"/>
                  </a:lnTo>
                  <a:lnTo>
                    <a:pt x="3422" y="318"/>
                  </a:lnTo>
                  <a:lnTo>
                    <a:pt x="3482" y="282"/>
                  </a:lnTo>
                  <a:lnTo>
                    <a:pt x="3512" y="234"/>
                  </a:lnTo>
                  <a:lnTo>
                    <a:pt x="3524" y="162"/>
                  </a:lnTo>
                  <a:lnTo>
                    <a:pt x="3527" y="0"/>
                  </a:lnTo>
                </a:path>
              </a:pathLst>
            </a:custGeom>
            <a:noFill/>
            <a:ln w="38100">
              <a:solidFill>
                <a:srgbClr val="333399"/>
              </a:solidFill>
              <a:round/>
              <a:headEnd/>
              <a:tailEnd/>
            </a:ln>
          </p:spPr>
          <p:txBody>
            <a:bodyPr wrap="none" anchor="ctr"/>
            <a:lstStyle/>
            <a:p>
              <a:endParaRPr lang="zh-CN" altLang="en-US"/>
            </a:p>
          </p:txBody>
        </p:sp>
        <p:grpSp>
          <p:nvGrpSpPr>
            <p:cNvPr id="5" name="Group 25"/>
            <p:cNvGrpSpPr>
              <a:grpSpLocks/>
            </p:cNvGrpSpPr>
            <p:nvPr/>
          </p:nvGrpSpPr>
          <p:grpSpPr bwMode="auto">
            <a:xfrm>
              <a:off x="385" y="1254"/>
              <a:ext cx="944" cy="1965"/>
              <a:chOff x="385" y="1254"/>
              <a:chExt cx="944" cy="1965"/>
            </a:xfrm>
          </p:grpSpPr>
          <p:sp>
            <p:nvSpPr>
              <p:cNvPr id="149530" name="Rectangle 26"/>
              <p:cNvSpPr>
                <a:spLocks noChangeArrowheads="1"/>
              </p:cNvSpPr>
              <p:nvPr/>
            </p:nvSpPr>
            <p:spPr bwMode="auto">
              <a:xfrm>
                <a:off x="385" y="1522"/>
                <a:ext cx="941" cy="1697"/>
              </a:xfrm>
              <a:prstGeom prst="rect">
                <a:avLst/>
              </a:prstGeom>
              <a:solidFill>
                <a:srgbClr val="FFFFCC"/>
              </a:solidFill>
              <a:ln w="28575">
                <a:solidFill>
                  <a:srgbClr val="333399"/>
                </a:solidFill>
                <a:miter lim="800000"/>
                <a:headEnd/>
                <a:tailEnd/>
              </a:ln>
              <a:effectLst>
                <a:outerShdw dist="35921" dir="2700000" algn="ctr" rotWithShape="0">
                  <a:schemeClr val="bg2"/>
                </a:outerShdw>
              </a:effectLst>
            </p:spPr>
            <p:txBody>
              <a:bodyPr wrap="none" anchor="ctr"/>
              <a:lstStyle/>
              <a:p>
                <a:pPr>
                  <a:defRPr/>
                </a:pPr>
                <a:endParaRPr lang="zh-CN" altLang="en-US">
                  <a:latin typeface="Arial" charset="0"/>
                </a:endParaRPr>
              </a:p>
            </p:txBody>
          </p:sp>
          <p:sp>
            <p:nvSpPr>
              <p:cNvPr id="11306" name="Text Box 27"/>
              <p:cNvSpPr txBox="1">
                <a:spLocks noChangeArrowheads="1"/>
              </p:cNvSpPr>
              <p:nvPr/>
            </p:nvSpPr>
            <p:spPr bwMode="auto">
              <a:xfrm>
                <a:off x="413" y="2689"/>
                <a:ext cx="916" cy="250"/>
              </a:xfrm>
              <a:prstGeom prst="rect">
                <a:avLst/>
              </a:prstGeom>
              <a:noFill/>
              <a:ln w="9525">
                <a:noFill/>
                <a:miter lim="800000"/>
                <a:headEnd/>
                <a:tailEnd/>
              </a:ln>
            </p:spPr>
            <p:txBody>
              <a:bodyPr wrap="none">
                <a:spAutoFit/>
              </a:bodyPr>
              <a:lstStyle/>
              <a:p>
                <a:r>
                  <a:rPr kumimoji="1" lang="zh-CN" altLang="en-US" sz="2000">
                    <a:solidFill>
                      <a:srgbClr val="333399"/>
                    </a:solidFill>
                    <a:ea typeface="黑体" pitchFamily="49" charset="-122"/>
                  </a:rPr>
                  <a:t>数据链路层</a:t>
                </a:r>
              </a:p>
            </p:txBody>
          </p:sp>
          <p:sp>
            <p:nvSpPr>
              <p:cNvPr id="11307" name="Line 28"/>
              <p:cNvSpPr>
                <a:spLocks noChangeShapeType="1"/>
              </p:cNvSpPr>
              <p:nvPr/>
            </p:nvSpPr>
            <p:spPr bwMode="auto">
              <a:xfrm>
                <a:off x="385" y="2962"/>
                <a:ext cx="941" cy="0"/>
              </a:xfrm>
              <a:prstGeom prst="line">
                <a:avLst/>
              </a:prstGeom>
              <a:noFill/>
              <a:ln w="9525">
                <a:solidFill>
                  <a:schemeClr val="tx1"/>
                </a:solidFill>
                <a:round/>
                <a:headEnd/>
                <a:tailEnd/>
              </a:ln>
            </p:spPr>
            <p:txBody>
              <a:bodyPr wrap="none" anchor="ctr"/>
              <a:lstStyle/>
              <a:p>
                <a:endParaRPr lang="zh-CN" altLang="en-US"/>
              </a:p>
            </p:txBody>
          </p:sp>
          <p:sp>
            <p:nvSpPr>
              <p:cNvPr id="11308" name="Line 29"/>
              <p:cNvSpPr>
                <a:spLocks noChangeShapeType="1"/>
              </p:cNvSpPr>
              <p:nvPr/>
            </p:nvSpPr>
            <p:spPr bwMode="auto">
              <a:xfrm>
                <a:off x="385" y="2704"/>
                <a:ext cx="941" cy="0"/>
              </a:xfrm>
              <a:prstGeom prst="line">
                <a:avLst/>
              </a:prstGeom>
              <a:noFill/>
              <a:ln w="9525">
                <a:solidFill>
                  <a:schemeClr val="tx1"/>
                </a:solidFill>
                <a:round/>
                <a:headEnd/>
                <a:tailEnd/>
              </a:ln>
            </p:spPr>
            <p:txBody>
              <a:bodyPr wrap="none" anchor="ctr"/>
              <a:lstStyle/>
              <a:p>
                <a:endParaRPr lang="zh-CN" altLang="en-US"/>
              </a:p>
            </p:txBody>
          </p:sp>
          <p:sp>
            <p:nvSpPr>
              <p:cNvPr id="11309" name="Line 30"/>
              <p:cNvSpPr>
                <a:spLocks noChangeShapeType="1"/>
              </p:cNvSpPr>
              <p:nvPr/>
            </p:nvSpPr>
            <p:spPr bwMode="auto">
              <a:xfrm>
                <a:off x="385" y="2447"/>
                <a:ext cx="941" cy="0"/>
              </a:xfrm>
              <a:prstGeom prst="line">
                <a:avLst/>
              </a:prstGeom>
              <a:noFill/>
              <a:ln w="9525">
                <a:solidFill>
                  <a:schemeClr val="tx1"/>
                </a:solidFill>
                <a:round/>
                <a:headEnd/>
                <a:tailEnd/>
              </a:ln>
            </p:spPr>
            <p:txBody>
              <a:bodyPr wrap="none" anchor="ctr"/>
              <a:lstStyle/>
              <a:p>
                <a:endParaRPr lang="zh-CN" altLang="en-US"/>
              </a:p>
            </p:txBody>
          </p:sp>
          <p:sp>
            <p:nvSpPr>
              <p:cNvPr id="11310" name="Line 31"/>
              <p:cNvSpPr>
                <a:spLocks noChangeShapeType="1"/>
              </p:cNvSpPr>
              <p:nvPr/>
            </p:nvSpPr>
            <p:spPr bwMode="auto">
              <a:xfrm>
                <a:off x="385" y="2190"/>
                <a:ext cx="941" cy="0"/>
              </a:xfrm>
              <a:prstGeom prst="line">
                <a:avLst/>
              </a:prstGeom>
              <a:noFill/>
              <a:ln w="9525">
                <a:solidFill>
                  <a:schemeClr val="tx1"/>
                </a:solidFill>
                <a:round/>
                <a:headEnd/>
                <a:tailEnd/>
              </a:ln>
            </p:spPr>
            <p:txBody>
              <a:bodyPr wrap="none" anchor="ctr"/>
              <a:lstStyle/>
              <a:p>
                <a:endParaRPr lang="zh-CN" altLang="en-US"/>
              </a:p>
            </p:txBody>
          </p:sp>
          <p:sp>
            <p:nvSpPr>
              <p:cNvPr id="11311" name="Text Box 32"/>
              <p:cNvSpPr txBox="1">
                <a:spLocks noChangeArrowheads="1"/>
              </p:cNvSpPr>
              <p:nvPr/>
            </p:nvSpPr>
            <p:spPr bwMode="auto">
              <a:xfrm>
                <a:off x="560" y="2946"/>
                <a:ext cx="596" cy="250"/>
              </a:xfrm>
              <a:prstGeom prst="rect">
                <a:avLst/>
              </a:prstGeom>
              <a:noFill/>
              <a:ln w="9525">
                <a:noFill/>
                <a:miter lim="800000"/>
                <a:headEnd/>
                <a:tailEnd/>
              </a:ln>
            </p:spPr>
            <p:txBody>
              <a:bodyPr wrap="none">
                <a:spAutoFit/>
              </a:bodyPr>
              <a:lstStyle/>
              <a:p>
                <a:r>
                  <a:rPr kumimoji="1" lang="zh-CN" altLang="en-US" sz="2000">
                    <a:solidFill>
                      <a:srgbClr val="333399"/>
                    </a:solidFill>
                    <a:ea typeface="黑体" pitchFamily="49" charset="-122"/>
                  </a:rPr>
                  <a:t>物理层</a:t>
                </a:r>
              </a:p>
            </p:txBody>
          </p:sp>
          <p:sp>
            <p:nvSpPr>
              <p:cNvPr id="11312" name="Text Box 33"/>
              <p:cNvSpPr txBox="1">
                <a:spLocks noChangeArrowheads="1"/>
              </p:cNvSpPr>
              <p:nvPr/>
            </p:nvSpPr>
            <p:spPr bwMode="auto">
              <a:xfrm>
                <a:off x="560" y="2183"/>
                <a:ext cx="596" cy="250"/>
              </a:xfrm>
              <a:prstGeom prst="rect">
                <a:avLst/>
              </a:prstGeom>
              <a:noFill/>
              <a:ln w="9525">
                <a:noFill/>
                <a:miter lim="800000"/>
                <a:headEnd/>
                <a:tailEnd/>
              </a:ln>
            </p:spPr>
            <p:txBody>
              <a:bodyPr wrap="none">
                <a:spAutoFit/>
              </a:bodyPr>
              <a:lstStyle/>
              <a:p>
                <a:r>
                  <a:rPr kumimoji="1" lang="zh-CN" altLang="en-US" sz="2000">
                    <a:solidFill>
                      <a:srgbClr val="333399"/>
                    </a:solidFill>
                    <a:ea typeface="黑体" pitchFamily="49" charset="-122"/>
                  </a:rPr>
                  <a:t>运输层</a:t>
                </a:r>
              </a:p>
            </p:txBody>
          </p:sp>
          <p:sp>
            <p:nvSpPr>
              <p:cNvPr id="11313" name="Text Box 34"/>
              <p:cNvSpPr txBox="1">
                <a:spLocks noChangeArrowheads="1"/>
              </p:cNvSpPr>
              <p:nvPr/>
            </p:nvSpPr>
            <p:spPr bwMode="auto">
              <a:xfrm>
                <a:off x="560" y="2440"/>
                <a:ext cx="596" cy="250"/>
              </a:xfrm>
              <a:prstGeom prst="rect">
                <a:avLst/>
              </a:prstGeom>
              <a:noFill/>
              <a:ln w="9525">
                <a:noFill/>
                <a:miter lim="800000"/>
                <a:headEnd/>
                <a:tailEnd/>
              </a:ln>
            </p:spPr>
            <p:txBody>
              <a:bodyPr wrap="none">
                <a:spAutoFit/>
              </a:bodyPr>
              <a:lstStyle/>
              <a:p>
                <a:r>
                  <a:rPr kumimoji="1" lang="zh-CN" altLang="en-US" sz="2000">
                    <a:solidFill>
                      <a:srgbClr val="333399"/>
                    </a:solidFill>
                    <a:ea typeface="黑体" pitchFamily="49" charset="-122"/>
                  </a:rPr>
                  <a:t>网络层</a:t>
                </a:r>
              </a:p>
            </p:txBody>
          </p:sp>
          <p:sp>
            <p:nvSpPr>
              <p:cNvPr id="11314" name="Line 35"/>
              <p:cNvSpPr>
                <a:spLocks noChangeShapeType="1"/>
              </p:cNvSpPr>
              <p:nvPr/>
            </p:nvSpPr>
            <p:spPr bwMode="auto">
              <a:xfrm>
                <a:off x="845" y="2036"/>
                <a:ext cx="2" cy="154"/>
              </a:xfrm>
              <a:prstGeom prst="line">
                <a:avLst/>
              </a:prstGeom>
              <a:noFill/>
              <a:ln w="28575">
                <a:solidFill>
                  <a:srgbClr val="333399"/>
                </a:solidFill>
                <a:round/>
                <a:headEnd/>
                <a:tailEnd/>
              </a:ln>
            </p:spPr>
            <p:txBody>
              <a:bodyPr wrap="none" anchor="ctr"/>
              <a:lstStyle/>
              <a:p>
                <a:endParaRPr lang="zh-CN" altLang="en-US"/>
              </a:p>
            </p:txBody>
          </p:sp>
          <p:sp>
            <p:nvSpPr>
              <p:cNvPr id="149540" name="Oval 36"/>
              <p:cNvSpPr>
                <a:spLocks noChangeArrowheads="1"/>
              </p:cNvSpPr>
              <p:nvPr/>
            </p:nvSpPr>
            <p:spPr bwMode="auto">
              <a:xfrm>
                <a:off x="468" y="1779"/>
                <a:ext cx="775" cy="308"/>
              </a:xfrm>
              <a:prstGeom prst="ellipse">
                <a:avLst/>
              </a:prstGeom>
              <a:solidFill>
                <a:srgbClr val="00FF99"/>
              </a:solidFill>
              <a:ln w="19050">
                <a:solidFill>
                  <a:schemeClr val="tx1"/>
                </a:solidFill>
                <a:round/>
                <a:headEnd/>
                <a:tailEnd/>
              </a:ln>
              <a:effectLst>
                <a:outerShdw dist="35921" dir="2700000" algn="ctr" rotWithShape="0">
                  <a:schemeClr val="bg2"/>
                </a:outerShdw>
              </a:effectLst>
            </p:spPr>
            <p:txBody>
              <a:bodyPr wrap="none" anchor="ctr"/>
              <a:lstStyle/>
              <a:p>
                <a:pPr algn="ctr">
                  <a:defRPr/>
                </a:pPr>
                <a:endParaRPr kumimoji="1" lang="zh-CN" altLang="zh-CN" sz="1600">
                  <a:latin typeface="Times New Roman" pitchFamily="18" charset="0"/>
                </a:endParaRPr>
              </a:p>
            </p:txBody>
          </p:sp>
          <p:sp>
            <p:nvSpPr>
              <p:cNvPr id="11316" name="Text Box 37"/>
              <p:cNvSpPr txBox="1">
                <a:spLocks noChangeArrowheads="1"/>
              </p:cNvSpPr>
              <p:nvPr/>
            </p:nvSpPr>
            <p:spPr bwMode="auto">
              <a:xfrm>
                <a:off x="565" y="1506"/>
                <a:ext cx="596" cy="250"/>
              </a:xfrm>
              <a:prstGeom prst="rect">
                <a:avLst/>
              </a:prstGeom>
              <a:noFill/>
              <a:ln w="9525">
                <a:noFill/>
                <a:miter lim="800000"/>
                <a:headEnd/>
                <a:tailEnd/>
              </a:ln>
            </p:spPr>
            <p:txBody>
              <a:bodyPr wrap="none">
                <a:spAutoFit/>
              </a:bodyPr>
              <a:lstStyle/>
              <a:p>
                <a:r>
                  <a:rPr kumimoji="1" lang="zh-CN" altLang="en-US" sz="2000">
                    <a:solidFill>
                      <a:srgbClr val="333399"/>
                    </a:solidFill>
                    <a:ea typeface="黑体" pitchFamily="49" charset="-122"/>
                  </a:rPr>
                  <a:t>应用层</a:t>
                </a:r>
              </a:p>
            </p:txBody>
          </p:sp>
          <p:sp>
            <p:nvSpPr>
              <p:cNvPr id="11317" name="Text Box 38"/>
              <p:cNvSpPr txBox="1">
                <a:spLocks noChangeArrowheads="1"/>
              </p:cNvSpPr>
              <p:nvPr/>
            </p:nvSpPr>
            <p:spPr bwMode="auto">
              <a:xfrm>
                <a:off x="523" y="1254"/>
                <a:ext cx="729" cy="250"/>
              </a:xfrm>
              <a:prstGeom prst="rect">
                <a:avLst/>
              </a:prstGeom>
              <a:noFill/>
              <a:ln w="9525">
                <a:noFill/>
                <a:miter lim="800000"/>
                <a:headEnd/>
                <a:tailEnd/>
              </a:ln>
            </p:spPr>
            <p:txBody>
              <a:bodyPr wrap="none">
                <a:spAutoFit/>
              </a:bodyPr>
              <a:lstStyle/>
              <a:p>
                <a:r>
                  <a:rPr kumimoji="1" lang="zh-CN" altLang="en-US" sz="2000">
                    <a:solidFill>
                      <a:srgbClr val="333399"/>
                    </a:solidFill>
                    <a:ea typeface="黑体" pitchFamily="49" charset="-122"/>
                  </a:rPr>
                  <a:t>计算机 </a:t>
                </a:r>
                <a:r>
                  <a:rPr kumimoji="1" lang="en-US" altLang="zh-CN" sz="2000">
                    <a:solidFill>
                      <a:srgbClr val="333399"/>
                    </a:solidFill>
                    <a:ea typeface="黑体" pitchFamily="49" charset="-122"/>
                  </a:rPr>
                  <a:t>1</a:t>
                </a:r>
              </a:p>
            </p:txBody>
          </p:sp>
          <p:sp>
            <p:nvSpPr>
              <p:cNvPr id="11318" name="Text Box 39"/>
              <p:cNvSpPr txBox="1">
                <a:spLocks noChangeArrowheads="1"/>
              </p:cNvSpPr>
              <p:nvPr/>
            </p:nvSpPr>
            <p:spPr bwMode="auto">
              <a:xfrm>
                <a:off x="567" y="1789"/>
                <a:ext cx="569" cy="250"/>
              </a:xfrm>
              <a:prstGeom prst="rect">
                <a:avLst/>
              </a:prstGeom>
              <a:noFill/>
              <a:ln w="9525">
                <a:noFill/>
                <a:miter lim="800000"/>
                <a:headEnd/>
                <a:tailEnd/>
              </a:ln>
            </p:spPr>
            <p:txBody>
              <a:bodyPr wrap="none">
                <a:spAutoFit/>
              </a:bodyPr>
              <a:lstStyle/>
              <a:p>
                <a:r>
                  <a:rPr kumimoji="1" lang="zh-CN" altLang="en-US" sz="2000">
                    <a:solidFill>
                      <a:srgbClr val="333399"/>
                    </a:solidFill>
                    <a:ea typeface="黑体" pitchFamily="49" charset="-122"/>
                  </a:rPr>
                  <a:t>客户 </a:t>
                </a:r>
                <a:r>
                  <a:rPr kumimoji="1" lang="en-US" altLang="zh-CN" sz="2000">
                    <a:solidFill>
                      <a:srgbClr val="333399"/>
                    </a:solidFill>
                    <a:ea typeface="黑体" pitchFamily="49" charset="-122"/>
                  </a:rPr>
                  <a:t>1</a:t>
                </a:r>
                <a:endParaRPr kumimoji="1" lang="en-US" altLang="zh-CN" sz="3200">
                  <a:solidFill>
                    <a:srgbClr val="333399"/>
                  </a:solidFill>
                  <a:ea typeface="黑体" pitchFamily="49" charset="-122"/>
                </a:endParaRPr>
              </a:p>
            </p:txBody>
          </p:sp>
        </p:grpSp>
        <p:grpSp>
          <p:nvGrpSpPr>
            <p:cNvPr id="6" name="Group 40"/>
            <p:cNvGrpSpPr>
              <a:grpSpLocks/>
            </p:cNvGrpSpPr>
            <p:nvPr/>
          </p:nvGrpSpPr>
          <p:grpSpPr bwMode="auto">
            <a:xfrm>
              <a:off x="4424" y="1254"/>
              <a:ext cx="944" cy="1965"/>
              <a:chOff x="4424" y="1254"/>
              <a:chExt cx="944" cy="1965"/>
            </a:xfrm>
          </p:grpSpPr>
          <p:sp>
            <p:nvSpPr>
              <p:cNvPr id="149545" name="Rectangle 41"/>
              <p:cNvSpPr>
                <a:spLocks noChangeArrowheads="1"/>
              </p:cNvSpPr>
              <p:nvPr/>
            </p:nvSpPr>
            <p:spPr bwMode="auto">
              <a:xfrm>
                <a:off x="4424" y="1522"/>
                <a:ext cx="941" cy="1697"/>
              </a:xfrm>
              <a:prstGeom prst="rect">
                <a:avLst/>
              </a:prstGeom>
              <a:solidFill>
                <a:srgbClr val="FFFFCC"/>
              </a:solidFill>
              <a:ln w="28575">
                <a:solidFill>
                  <a:srgbClr val="333399"/>
                </a:solidFill>
                <a:miter lim="800000"/>
                <a:headEnd/>
                <a:tailEnd/>
              </a:ln>
              <a:effectLst>
                <a:outerShdw dist="35921" dir="2700000" algn="ctr" rotWithShape="0">
                  <a:schemeClr val="bg2"/>
                </a:outerShdw>
              </a:effectLst>
            </p:spPr>
            <p:txBody>
              <a:bodyPr wrap="none" anchor="ctr"/>
              <a:lstStyle/>
              <a:p>
                <a:pPr>
                  <a:defRPr/>
                </a:pPr>
                <a:endParaRPr lang="zh-CN" altLang="en-US">
                  <a:latin typeface="Arial" charset="0"/>
                </a:endParaRPr>
              </a:p>
            </p:txBody>
          </p:sp>
          <p:sp>
            <p:nvSpPr>
              <p:cNvPr id="11292" name="Text Box 42"/>
              <p:cNvSpPr txBox="1">
                <a:spLocks noChangeArrowheads="1"/>
              </p:cNvSpPr>
              <p:nvPr/>
            </p:nvSpPr>
            <p:spPr bwMode="auto">
              <a:xfrm>
                <a:off x="4452" y="2689"/>
                <a:ext cx="916" cy="250"/>
              </a:xfrm>
              <a:prstGeom prst="rect">
                <a:avLst/>
              </a:prstGeom>
              <a:noFill/>
              <a:ln w="9525">
                <a:noFill/>
                <a:miter lim="800000"/>
                <a:headEnd/>
                <a:tailEnd/>
              </a:ln>
            </p:spPr>
            <p:txBody>
              <a:bodyPr wrap="none">
                <a:spAutoFit/>
              </a:bodyPr>
              <a:lstStyle/>
              <a:p>
                <a:r>
                  <a:rPr kumimoji="1" lang="zh-CN" altLang="en-US" sz="2000">
                    <a:solidFill>
                      <a:srgbClr val="333399"/>
                    </a:solidFill>
                    <a:ea typeface="黑体" pitchFamily="49" charset="-122"/>
                  </a:rPr>
                  <a:t>数据链路层</a:t>
                </a:r>
              </a:p>
            </p:txBody>
          </p:sp>
          <p:sp>
            <p:nvSpPr>
              <p:cNvPr id="11293" name="Line 43"/>
              <p:cNvSpPr>
                <a:spLocks noChangeShapeType="1"/>
              </p:cNvSpPr>
              <p:nvPr/>
            </p:nvSpPr>
            <p:spPr bwMode="auto">
              <a:xfrm>
                <a:off x="4424" y="2962"/>
                <a:ext cx="941" cy="0"/>
              </a:xfrm>
              <a:prstGeom prst="line">
                <a:avLst/>
              </a:prstGeom>
              <a:noFill/>
              <a:ln w="9525">
                <a:solidFill>
                  <a:schemeClr val="tx1"/>
                </a:solidFill>
                <a:round/>
                <a:headEnd/>
                <a:tailEnd/>
              </a:ln>
            </p:spPr>
            <p:txBody>
              <a:bodyPr wrap="none" anchor="ctr"/>
              <a:lstStyle/>
              <a:p>
                <a:endParaRPr lang="zh-CN" altLang="en-US"/>
              </a:p>
            </p:txBody>
          </p:sp>
          <p:sp>
            <p:nvSpPr>
              <p:cNvPr id="11294" name="Line 44"/>
              <p:cNvSpPr>
                <a:spLocks noChangeShapeType="1"/>
              </p:cNvSpPr>
              <p:nvPr/>
            </p:nvSpPr>
            <p:spPr bwMode="auto">
              <a:xfrm>
                <a:off x="4424" y="2704"/>
                <a:ext cx="941" cy="0"/>
              </a:xfrm>
              <a:prstGeom prst="line">
                <a:avLst/>
              </a:prstGeom>
              <a:noFill/>
              <a:ln w="9525">
                <a:solidFill>
                  <a:schemeClr val="tx1"/>
                </a:solidFill>
                <a:round/>
                <a:headEnd/>
                <a:tailEnd/>
              </a:ln>
            </p:spPr>
            <p:txBody>
              <a:bodyPr wrap="none" anchor="ctr"/>
              <a:lstStyle/>
              <a:p>
                <a:endParaRPr lang="zh-CN" altLang="en-US"/>
              </a:p>
            </p:txBody>
          </p:sp>
          <p:sp>
            <p:nvSpPr>
              <p:cNvPr id="11295" name="Line 45"/>
              <p:cNvSpPr>
                <a:spLocks noChangeShapeType="1"/>
              </p:cNvSpPr>
              <p:nvPr/>
            </p:nvSpPr>
            <p:spPr bwMode="auto">
              <a:xfrm>
                <a:off x="4424" y="2447"/>
                <a:ext cx="941" cy="0"/>
              </a:xfrm>
              <a:prstGeom prst="line">
                <a:avLst/>
              </a:prstGeom>
              <a:noFill/>
              <a:ln w="9525">
                <a:solidFill>
                  <a:schemeClr val="tx1"/>
                </a:solidFill>
                <a:round/>
                <a:headEnd/>
                <a:tailEnd/>
              </a:ln>
            </p:spPr>
            <p:txBody>
              <a:bodyPr wrap="none" anchor="ctr"/>
              <a:lstStyle/>
              <a:p>
                <a:endParaRPr lang="zh-CN" altLang="en-US"/>
              </a:p>
            </p:txBody>
          </p:sp>
          <p:sp>
            <p:nvSpPr>
              <p:cNvPr id="11296" name="Line 46"/>
              <p:cNvSpPr>
                <a:spLocks noChangeShapeType="1"/>
              </p:cNvSpPr>
              <p:nvPr/>
            </p:nvSpPr>
            <p:spPr bwMode="auto">
              <a:xfrm>
                <a:off x="4424" y="2190"/>
                <a:ext cx="941" cy="0"/>
              </a:xfrm>
              <a:prstGeom prst="line">
                <a:avLst/>
              </a:prstGeom>
              <a:noFill/>
              <a:ln w="9525">
                <a:solidFill>
                  <a:schemeClr val="tx1"/>
                </a:solidFill>
                <a:round/>
                <a:headEnd/>
                <a:tailEnd/>
              </a:ln>
            </p:spPr>
            <p:txBody>
              <a:bodyPr wrap="none" anchor="ctr"/>
              <a:lstStyle/>
              <a:p>
                <a:endParaRPr lang="zh-CN" altLang="en-US"/>
              </a:p>
            </p:txBody>
          </p:sp>
          <p:sp>
            <p:nvSpPr>
              <p:cNvPr id="11297" name="Text Box 47"/>
              <p:cNvSpPr txBox="1">
                <a:spLocks noChangeArrowheads="1"/>
              </p:cNvSpPr>
              <p:nvPr/>
            </p:nvSpPr>
            <p:spPr bwMode="auto">
              <a:xfrm>
                <a:off x="4600" y="2946"/>
                <a:ext cx="596" cy="250"/>
              </a:xfrm>
              <a:prstGeom prst="rect">
                <a:avLst/>
              </a:prstGeom>
              <a:noFill/>
              <a:ln w="9525">
                <a:noFill/>
                <a:miter lim="800000"/>
                <a:headEnd/>
                <a:tailEnd/>
              </a:ln>
            </p:spPr>
            <p:txBody>
              <a:bodyPr wrap="none">
                <a:spAutoFit/>
              </a:bodyPr>
              <a:lstStyle/>
              <a:p>
                <a:r>
                  <a:rPr kumimoji="1" lang="zh-CN" altLang="en-US" sz="2000">
                    <a:solidFill>
                      <a:srgbClr val="333399"/>
                    </a:solidFill>
                    <a:ea typeface="黑体" pitchFamily="49" charset="-122"/>
                  </a:rPr>
                  <a:t>物理层</a:t>
                </a:r>
              </a:p>
            </p:txBody>
          </p:sp>
          <p:sp>
            <p:nvSpPr>
              <p:cNvPr id="11298" name="Text Box 48"/>
              <p:cNvSpPr txBox="1">
                <a:spLocks noChangeArrowheads="1"/>
              </p:cNvSpPr>
              <p:nvPr/>
            </p:nvSpPr>
            <p:spPr bwMode="auto">
              <a:xfrm>
                <a:off x="4600" y="2183"/>
                <a:ext cx="596" cy="250"/>
              </a:xfrm>
              <a:prstGeom prst="rect">
                <a:avLst/>
              </a:prstGeom>
              <a:noFill/>
              <a:ln w="9525">
                <a:noFill/>
                <a:miter lim="800000"/>
                <a:headEnd/>
                <a:tailEnd/>
              </a:ln>
            </p:spPr>
            <p:txBody>
              <a:bodyPr wrap="none">
                <a:spAutoFit/>
              </a:bodyPr>
              <a:lstStyle/>
              <a:p>
                <a:r>
                  <a:rPr kumimoji="1" lang="zh-CN" altLang="en-US" sz="2000">
                    <a:solidFill>
                      <a:srgbClr val="333399"/>
                    </a:solidFill>
                    <a:ea typeface="黑体" pitchFamily="49" charset="-122"/>
                  </a:rPr>
                  <a:t>运输层</a:t>
                </a:r>
              </a:p>
            </p:txBody>
          </p:sp>
          <p:sp>
            <p:nvSpPr>
              <p:cNvPr id="11299" name="Text Box 49"/>
              <p:cNvSpPr txBox="1">
                <a:spLocks noChangeArrowheads="1"/>
              </p:cNvSpPr>
              <p:nvPr/>
            </p:nvSpPr>
            <p:spPr bwMode="auto">
              <a:xfrm>
                <a:off x="4600" y="2440"/>
                <a:ext cx="596" cy="250"/>
              </a:xfrm>
              <a:prstGeom prst="rect">
                <a:avLst/>
              </a:prstGeom>
              <a:noFill/>
              <a:ln w="9525">
                <a:noFill/>
                <a:miter lim="800000"/>
                <a:headEnd/>
                <a:tailEnd/>
              </a:ln>
            </p:spPr>
            <p:txBody>
              <a:bodyPr wrap="none">
                <a:spAutoFit/>
              </a:bodyPr>
              <a:lstStyle/>
              <a:p>
                <a:r>
                  <a:rPr kumimoji="1" lang="zh-CN" altLang="en-US" sz="2000">
                    <a:solidFill>
                      <a:srgbClr val="333399"/>
                    </a:solidFill>
                    <a:ea typeface="黑体" pitchFamily="49" charset="-122"/>
                  </a:rPr>
                  <a:t>网络层</a:t>
                </a:r>
              </a:p>
            </p:txBody>
          </p:sp>
          <p:sp>
            <p:nvSpPr>
              <p:cNvPr id="11300" name="Line 50"/>
              <p:cNvSpPr>
                <a:spLocks noChangeShapeType="1"/>
              </p:cNvSpPr>
              <p:nvPr/>
            </p:nvSpPr>
            <p:spPr bwMode="auto">
              <a:xfrm>
                <a:off x="4911" y="2065"/>
                <a:ext cx="2" cy="125"/>
              </a:xfrm>
              <a:prstGeom prst="line">
                <a:avLst/>
              </a:prstGeom>
              <a:noFill/>
              <a:ln w="28575">
                <a:solidFill>
                  <a:srgbClr val="333399"/>
                </a:solidFill>
                <a:round/>
                <a:headEnd/>
                <a:tailEnd/>
              </a:ln>
            </p:spPr>
            <p:txBody>
              <a:bodyPr wrap="none" anchor="ctr"/>
              <a:lstStyle/>
              <a:p>
                <a:endParaRPr lang="zh-CN" altLang="en-US"/>
              </a:p>
            </p:txBody>
          </p:sp>
          <p:sp>
            <p:nvSpPr>
              <p:cNvPr id="149555" name="Oval 51"/>
              <p:cNvSpPr>
                <a:spLocks noChangeArrowheads="1"/>
              </p:cNvSpPr>
              <p:nvPr/>
            </p:nvSpPr>
            <p:spPr bwMode="auto">
              <a:xfrm>
                <a:off x="4507" y="1779"/>
                <a:ext cx="775" cy="308"/>
              </a:xfrm>
              <a:prstGeom prst="ellipse">
                <a:avLst/>
              </a:prstGeom>
              <a:solidFill>
                <a:srgbClr val="00FF99"/>
              </a:solidFill>
              <a:ln w="19050">
                <a:solidFill>
                  <a:schemeClr val="tx1"/>
                </a:solidFill>
                <a:round/>
                <a:headEnd/>
                <a:tailEnd/>
              </a:ln>
              <a:effectLst>
                <a:outerShdw dist="35921" dir="2700000" algn="ctr" rotWithShape="0">
                  <a:schemeClr val="bg2"/>
                </a:outerShdw>
              </a:effectLst>
            </p:spPr>
            <p:txBody>
              <a:bodyPr wrap="none" anchor="ctr"/>
              <a:lstStyle/>
              <a:p>
                <a:pPr algn="ctr">
                  <a:defRPr/>
                </a:pPr>
                <a:endParaRPr kumimoji="1" lang="zh-CN" altLang="zh-CN" sz="1600">
                  <a:latin typeface="Times New Roman" pitchFamily="18" charset="0"/>
                </a:endParaRPr>
              </a:p>
            </p:txBody>
          </p:sp>
          <p:sp>
            <p:nvSpPr>
              <p:cNvPr id="11302" name="Text Box 52"/>
              <p:cNvSpPr txBox="1">
                <a:spLocks noChangeArrowheads="1"/>
              </p:cNvSpPr>
              <p:nvPr/>
            </p:nvSpPr>
            <p:spPr bwMode="auto">
              <a:xfrm>
                <a:off x="4595" y="1514"/>
                <a:ext cx="596" cy="250"/>
              </a:xfrm>
              <a:prstGeom prst="rect">
                <a:avLst/>
              </a:prstGeom>
              <a:noFill/>
              <a:ln w="9525">
                <a:noFill/>
                <a:miter lim="800000"/>
                <a:headEnd/>
                <a:tailEnd/>
              </a:ln>
            </p:spPr>
            <p:txBody>
              <a:bodyPr wrap="none">
                <a:spAutoFit/>
              </a:bodyPr>
              <a:lstStyle/>
              <a:p>
                <a:r>
                  <a:rPr kumimoji="1" lang="zh-CN" altLang="en-US" sz="2000">
                    <a:solidFill>
                      <a:srgbClr val="333399"/>
                    </a:solidFill>
                    <a:ea typeface="黑体" pitchFamily="49" charset="-122"/>
                  </a:rPr>
                  <a:t>应用层</a:t>
                </a:r>
              </a:p>
            </p:txBody>
          </p:sp>
          <p:sp>
            <p:nvSpPr>
              <p:cNvPr id="11303" name="Text Box 53"/>
              <p:cNvSpPr txBox="1">
                <a:spLocks noChangeArrowheads="1"/>
              </p:cNvSpPr>
              <p:nvPr/>
            </p:nvSpPr>
            <p:spPr bwMode="auto">
              <a:xfrm>
                <a:off x="4567" y="1254"/>
                <a:ext cx="729" cy="250"/>
              </a:xfrm>
              <a:prstGeom prst="rect">
                <a:avLst/>
              </a:prstGeom>
              <a:noFill/>
              <a:ln w="9525">
                <a:noFill/>
                <a:miter lim="800000"/>
                <a:headEnd/>
                <a:tailEnd/>
              </a:ln>
            </p:spPr>
            <p:txBody>
              <a:bodyPr wrap="none">
                <a:spAutoFit/>
              </a:bodyPr>
              <a:lstStyle/>
              <a:p>
                <a:r>
                  <a:rPr kumimoji="1" lang="zh-CN" altLang="en-US" sz="2000">
                    <a:solidFill>
                      <a:srgbClr val="333399"/>
                    </a:solidFill>
                    <a:ea typeface="黑体" pitchFamily="49" charset="-122"/>
                  </a:rPr>
                  <a:t>计算机 </a:t>
                </a:r>
                <a:r>
                  <a:rPr kumimoji="1" lang="en-US" altLang="zh-CN" sz="2000">
                    <a:solidFill>
                      <a:srgbClr val="333399"/>
                    </a:solidFill>
                    <a:ea typeface="黑体" pitchFamily="49" charset="-122"/>
                  </a:rPr>
                  <a:t>2</a:t>
                </a:r>
              </a:p>
            </p:txBody>
          </p:sp>
          <p:sp>
            <p:nvSpPr>
              <p:cNvPr id="11304" name="Text Box 54"/>
              <p:cNvSpPr txBox="1">
                <a:spLocks noChangeArrowheads="1"/>
              </p:cNvSpPr>
              <p:nvPr/>
            </p:nvSpPr>
            <p:spPr bwMode="auto">
              <a:xfrm>
                <a:off x="4625" y="1789"/>
                <a:ext cx="569" cy="250"/>
              </a:xfrm>
              <a:prstGeom prst="rect">
                <a:avLst/>
              </a:prstGeom>
              <a:noFill/>
              <a:ln w="9525">
                <a:noFill/>
                <a:miter lim="800000"/>
                <a:headEnd/>
                <a:tailEnd/>
              </a:ln>
            </p:spPr>
            <p:txBody>
              <a:bodyPr wrap="none">
                <a:spAutoFit/>
              </a:bodyPr>
              <a:lstStyle/>
              <a:p>
                <a:r>
                  <a:rPr kumimoji="1" lang="zh-CN" altLang="en-US" sz="2000">
                    <a:solidFill>
                      <a:srgbClr val="333399"/>
                    </a:solidFill>
                    <a:ea typeface="黑体" pitchFamily="49" charset="-122"/>
                  </a:rPr>
                  <a:t>客户 </a:t>
                </a:r>
                <a:r>
                  <a:rPr kumimoji="1" lang="en-US" altLang="zh-CN" sz="2000">
                    <a:solidFill>
                      <a:srgbClr val="333399"/>
                    </a:solidFill>
                    <a:ea typeface="黑体" pitchFamily="49" charset="-122"/>
                  </a:rPr>
                  <a:t>2</a:t>
                </a:r>
                <a:endParaRPr kumimoji="1" lang="en-US" altLang="zh-CN" sz="3200">
                  <a:solidFill>
                    <a:srgbClr val="333399"/>
                  </a:solidFill>
                  <a:ea typeface="黑体" pitchFamily="49" charset="-122"/>
                </a:endParaRPr>
              </a:p>
            </p:txBody>
          </p:sp>
        </p:grpSp>
      </p:grpSp>
      <p:grpSp>
        <p:nvGrpSpPr>
          <p:cNvPr id="7" name="Group 55"/>
          <p:cNvGrpSpPr>
            <a:grpSpLocks/>
          </p:cNvGrpSpPr>
          <p:nvPr/>
        </p:nvGrpSpPr>
        <p:grpSpPr bwMode="auto">
          <a:xfrm>
            <a:off x="3563938" y="5259388"/>
            <a:ext cx="2041525" cy="1122362"/>
            <a:chOff x="2245" y="3313"/>
            <a:chExt cx="1286" cy="707"/>
          </a:xfrm>
        </p:grpSpPr>
        <p:graphicFrame>
          <p:nvGraphicFramePr>
            <p:cNvPr id="11266" name="Object 56"/>
            <p:cNvGraphicFramePr>
              <a:graphicFrameLocks noChangeAspect="1"/>
            </p:cNvGraphicFramePr>
            <p:nvPr/>
          </p:nvGraphicFramePr>
          <p:xfrm>
            <a:off x="2245" y="3313"/>
            <a:ext cx="1286" cy="707"/>
          </p:xfrm>
          <a:graphic>
            <a:graphicData uri="http://schemas.openxmlformats.org/presentationml/2006/ole">
              <p:oleObj spid="_x0000_s4098" name="VISIO" r:id="rId4" imgW="1689840" imgH="964440" progId="Visio.Drawing.11">
                <p:embed/>
              </p:oleObj>
            </a:graphicData>
          </a:graphic>
        </p:graphicFrame>
        <p:sp>
          <p:nvSpPr>
            <p:cNvPr id="11287" name="Text Box 57"/>
            <p:cNvSpPr txBox="1">
              <a:spLocks noChangeArrowheads="1"/>
            </p:cNvSpPr>
            <p:nvPr/>
          </p:nvSpPr>
          <p:spPr bwMode="auto">
            <a:xfrm>
              <a:off x="2562" y="3521"/>
              <a:ext cx="596" cy="251"/>
            </a:xfrm>
            <a:prstGeom prst="rect">
              <a:avLst/>
            </a:prstGeom>
            <a:noFill/>
            <a:ln w="9525">
              <a:noFill/>
              <a:miter lim="800000"/>
              <a:headEnd/>
              <a:tailEnd/>
            </a:ln>
          </p:spPr>
          <p:txBody>
            <a:bodyPr wrap="none">
              <a:spAutoFit/>
            </a:bodyPr>
            <a:lstStyle/>
            <a:p>
              <a:r>
                <a:rPr kumimoji="1" lang="zh-CN" altLang="en-US" sz="2000">
                  <a:solidFill>
                    <a:srgbClr val="333399"/>
                  </a:solidFill>
                  <a:latin typeface="Bookman Old Style" pitchFamily="18" charset="0"/>
                  <a:ea typeface="黑体" pitchFamily="49" charset="-122"/>
                </a:rPr>
                <a:t>因特网</a:t>
              </a:r>
            </a:p>
          </p:txBody>
        </p:sp>
      </p:grpSp>
      <p:grpSp>
        <p:nvGrpSpPr>
          <p:cNvPr id="8" name="Group 58"/>
          <p:cNvGrpSpPr>
            <a:grpSpLocks/>
          </p:cNvGrpSpPr>
          <p:nvPr/>
        </p:nvGrpSpPr>
        <p:grpSpPr bwMode="auto">
          <a:xfrm>
            <a:off x="2016125" y="3068638"/>
            <a:ext cx="5183188" cy="0"/>
            <a:chOff x="1270" y="1933"/>
            <a:chExt cx="3265" cy="0"/>
          </a:xfrm>
        </p:grpSpPr>
        <p:sp>
          <p:nvSpPr>
            <p:cNvPr id="11285" name="Line 59"/>
            <p:cNvSpPr>
              <a:spLocks noChangeShapeType="1"/>
            </p:cNvSpPr>
            <p:nvPr/>
          </p:nvSpPr>
          <p:spPr bwMode="auto">
            <a:xfrm>
              <a:off x="3705" y="1933"/>
              <a:ext cx="830" cy="0"/>
            </a:xfrm>
            <a:prstGeom prst="line">
              <a:avLst/>
            </a:prstGeom>
            <a:noFill/>
            <a:ln w="38100">
              <a:solidFill>
                <a:srgbClr val="333399"/>
              </a:solidFill>
              <a:prstDash val="dash"/>
              <a:round/>
              <a:headEnd type="triangle" w="sm" len="lg"/>
              <a:tailEnd type="triangle" w="sm" len="lg"/>
            </a:ln>
          </p:spPr>
          <p:txBody>
            <a:bodyPr wrap="none" anchor="ctr"/>
            <a:lstStyle/>
            <a:p>
              <a:endParaRPr lang="zh-CN" altLang="en-US"/>
            </a:p>
          </p:txBody>
        </p:sp>
        <p:sp>
          <p:nvSpPr>
            <p:cNvPr id="11286" name="Line 60"/>
            <p:cNvSpPr>
              <a:spLocks noChangeShapeType="1"/>
            </p:cNvSpPr>
            <p:nvPr/>
          </p:nvSpPr>
          <p:spPr bwMode="auto">
            <a:xfrm>
              <a:off x="1270" y="1933"/>
              <a:ext cx="830" cy="0"/>
            </a:xfrm>
            <a:prstGeom prst="line">
              <a:avLst/>
            </a:prstGeom>
            <a:noFill/>
            <a:ln w="38100">
              <a:solidFill>
                <a:srgbClr val="333399"/>
              </a:solidFill>
              <a:prstDash val="dash"/>
              <a:round/>
              <a:headEnd type="triangle" w="sm" len="lg"/>
              <a:tailEnd type="triangle" w="sm" len="lg"/>
            </a:ln>
          </p:spPr>
          <p:txBody>
            <a:bodyPr wrap="none" anchor="ctr"/>
            <a:lstStyle/>
            <a:p>
              <a:endParaRPr lang="zh-CN" altLang="en-US"/>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par>
                          <p:cTn id="7" fill="hold">
                            <p:stCondLst>
                              <p:cond delay="0"/>
                            </p:stCondLst>
                            <p:childTnLst>
                              <p:par>
                                <p:cTn id="8" presetID="35" presetClass="emph" presetSubtype="0" repeatCount="3000" fill="hold" nodeType="afterEffect">
                                  <p:stCondLst>
                                    <p:cond delay="0"/>
                                  </p:stCondLst>
                                  <p:childTnLst>
                                    <p:anim calcmode="discrete" valueType="str">
                                      <p:cBhvr>
                                        <p:cTn id="9" dur="500" fill="hold"/>
                                        <p:tgtEl>
                                          <p:spTgt spid="2"/>
                                        </p:tgtEl>
                                        <p:attrNameLst>
                                          <p:attrName>style.visibility</p:attrName>
                                        </p:attrNameLst>
                                      </p:cBhvr>
                                      <p:tavLst>
                                        <p:tav tm="0">
                                          <p:val>
                                            <p:strVal val="hidden"/>
                                          </p:val>
                                        </p:tav>
                                        <p:tav tm="50000">
                                          <p:val>
                                            <p:strVal val="visible"/>
                                          </p:val>
                                        </p:tav>
                                      </p:tavLst>
                                    </p:anim>
                                  </p:childTnLst>
                                </p:cTn>
                              </p:par>
                            </p:childTnLst>
                          </p:cTn>
                        </p:par>
                        <p:par>
                          <p:cTn id="10" fill="hold">
                            <p:stCondLst>
                              <p:cond delay="1500"/>
                            </p:stCondLst>
                            <p:childTnLst>
                              <p:par>
                                <p:cTn id="11" presetID="1" presetClass="entr" presetSubtype="0" fill="hold" nodeType="afterEffect">
                                  <p:stCondLst>
                                    <p:cond delay="500"/>
                                  </p:stCondLst>
                                  <p:childTnLst>
                                    <p:set>
                                      <p:cBhvr>
                                        <p:cTn id="12" dur="1" fill="hold">
                                          <p:stCondLst>
                                            <p:cond delay="0"/>
                                          </p:stCondLst>
                                        </p:cTn>
                                        <p:tgtEl>
                                          <p:spTgt spid="3"/>
                                        </p:tgtEl>
                                        <p:attrNameLst>
                                          <p:attrName>style.visibility</p:attrName>
                                        </p:attrNameLst>
                                      </p:cBhvr>
                                      <p:to>
                                        <p:strVal val="visible"/>
                                      </p:to>
                                    </p:set>
                                  </p:childTnLst>
                                </p:cTn>
                              </p:par>
                            </p:childTnLst>
                          </p:cTn>
                        </p:par>
                        <p:par>
                          <p:cTn id="13" fill="hold">
                            <p:stCondLst>
                              <p:cond delay="2000"/>
                            </p:stCondLst>
                            <p:childTnLst>
                              <p:par>
                                <p:cTn id="14" presetID="35" presetClass="emph" presetSubtype="0" repeatCount="3000" fill="hold" nodeType="afterEffect">
                                  <p:stCondLst>
                                    <p:cond delay="0"/>
                                  </p:stCondLst>
                                  <p:childTnLst>
                                    <p:anim calcmode="discrete" valueType="str">
                                      <p:cBhvr>
                                        <p:cTn id="15" dur="500" fill="hold"/>
                                        <p:tgtEl>
                                          <p:spTgt spid="3"/>
                                        </p:tgtEl>
                                        <p:attrNameLst>
                                          <p:attrName>style.visibility</p:attrName>
                                        </p:attrNameLst>
                                      </p:cBhvr>
                                      <p:tavLst>
                                        <p:tav tm="0">
                                          <p:val>
                                            <p:strVal val="hidden"/>
                                          </p:val>
                                        </p:tav>
                                        <p:tav tm="50000">
                                          <p:val>
                                            <p:strVal val="visible"/>
                                          </p:val>
                                        </p:tav>
                                      </p:tavLst>
                                    </p:anim>
                                  </p:childTnLst>
                                </p:cTn>
                              </p:par>
                            </p:childTnLst>
                          </p:cTn>
                        </p:par>
                        <p:par>
                          <p:cTn id="16" fill="hold">
                            <p:stCondLst>
                              <p:cond delay="3500"/>
                            </p:stCondLst>
                            <p:childTnLst>
                              <p:par>
                                <p:cTn id="17" presetID="1" presetClass="entr" presetSubtype="0" fill="hold" nodeType="afterEffect">
                                  <p:stCondLst>
                                    <p:cond delay="500"/>
                                  </p:stCondLst>
                                  <p:childTnLst>
                                    <p:set>
                                      <p:cBhvr>
                                        <p:cTn id="18" dur="1" fill="hold">
                                          <p:stCondLst>
                                            <p:cond delay="0"/>
                                          </p:stCondLst>
                                        </p:cTn>
                                        <p:tgtEl>
                                          <p:spTgt spid="4"/>
                                        </p:tgtEl>
                                        <p:attrNameLst>
                                          <p:attrName>style.visibility</p:attrName>
                                        </p:attrNameLst>
                                      </p:cBhvr>
                                      <p:to>
                                        <p:strVal val="visible"/>
                                      </p:to>
                                    </p:set>
                                  </p:childTnLst>
                                </p:cTn>
                              </p:par>
                            </p:childTnLst>
                          </p:cTn>
                        </p:par>
                        <p:par>
                          <p:cTn id="19" fill="hold">
                            <p:stCondLst>
                              <p:cond delay="4000"/>
                            </p:stCondLst>
                            <p:childTnLst>
                              <p:par>
                                <p:cTn id="20" presetID="1" presetClass="entr" presetSubtype="0" fill="hold" nodeType="afterEffect">
                                  <p:stCondLst>
                                    <p:cond delay="500"/>
                                  </p:stCondLst>
                                  <p:childTnLst>
                                    <p:set>
                                      <p:cBhvr>
                                        <p:cTn id="21" dur="1" fill="hold">
                                          <p:stCondLst>
                                            <p:cond delay="0"/>
                                          </p:stCondLst>
                                        </p:cTn>
                                        <p:tgtEl>
                                          <p:spTgt spid="8"/>
                                        </p:tgtEl>
                                        <p:attrNameLst>
                                          <p:attrName>style.visibility</p:attrName>
                                        </p:attrNameLst>
                                      </p:cBhvr>
                                      <p:to>
                                        <p:strVal val="visible"/>
                                      </p:to>
                                    </p:set>
                                  </p:childTnLst>
                                </p:cTn>
                              </p:par>
                            </p:childTnLst>
                          </p:cTn>
                        </p:par>
                        <p:par>
                          <p:cTn id="22" fill="hold">
                            <p:stCondLst>
                              <p:cond delay="4500"/>
                            </p:stCondLst>
                            <p:childTnLst>
                              <p:par>
                                <p:cTn id="23" presetID="35" presetClass="emph" presetSubtype="0" repeatCount="6000" fill="hold" nodeType="afterEffect">
                                  <p:stCondLst>
                                    <p:cond delay="0"/>
                                  </p:stCondLst>
                                  <p:childTnLst>
                                    <p:anim calcmode="discrete" valueType="str">
                                      <p:cBhvr>
                                        <p:cTn id="24" dur="500" fill="hold"/>
                                        <p:tgtEl>
                                          <p:spTgt spid="8"/>
                                        </p:tgtEl>
                                        <p:attrNameLst>
                                          <p:attrName>style.visibility</p:attrName>
                                        </p:attrNameLst>
                                      </p:cBhvr>
                                      <p:tavLst>
                                        <p:tav tm="0">
                                          <p:val>
                                            <p:strVal val="hidden"/>
                                          </p:val>
                                        </p:tav>
                                        <p:tav tm="50000">
                                          <p:val>
                                            <p:strVal val="visible"/>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9986" name="Rectangle 2"/>
          <p:cNvSpPr>
            <a:spLocks noGrp="1" noChangeArrowheads="1"/>
          </p:cNvSpPr>
          <p:nvPr>
            <p:ph type="title"/>
          </p:nvPr>
        </p:nvSpPr>
        <p:spPr/>
        <p:txBody>
          <a:bodyPr/>
          <a:lstStyle/>
          <a:p>
            <a:r>
              <a:rPr lang="zh-CN" altLang="en-US" smtClean="0"/>
              <a:t>思考题</a:t>
            </a:r>
          </a:p>
        </p:txBody>
      </p:sp>
      <p:sp>
        <p:nvSpPr>
          <p:cNvPr id="169987" name="Rectangle 3"/>
          <p:cNvSpPr>
            <a:spLocks noGrp="1" noChangeArrowheads="1"/>
          </p:cNvSpPr>
          <p:nvPr>
            <p:ph idx="1"/>
          </p:nvPr>
        </p:nvSpPr>
        <p:spPr>
          <a:xfrm>
            <a:off x="214313" y="1928813"/>
            <a:ext cx="8435975" cy="3929062"/>
          </a:xfrm>
        </p:spPr>
        <p:txBody>
          <a:bodyPr/>
          <a:lstStyle/>
          <a:p>
            <a:pPr marL="609600" indent="-609600">
              <a:buFont typeface="Wingdings" pitchFamily="2" charset="2"/>
              <a:buNone/>
            </a:pPr>
            <a:r>
              <a:rPr lang="en-US" altLang="zh-CN" smtClean="0">
                <a:latin typeface="微软雅黑" pitchFamily="34" charset="-122"/>
                <a:ea typeface="微软雅黑" pitchFamily="34" charset="-122"/>
              </a:rPr>
              <a:t>1. </a:t>
            </a:r>
            <a:r>
              <a:rPr lang="zh-CN" altLang="en-US" smtClean="0">
                <a:latin typeface="微软雅黑" pitchFamily="34" charset="-122"/>
                <a:ea typeface="微软雅黑" pitchFamily="34" charset="-122"/>
              </a:rPr>
              <a:t>长度为</a:t>
            </a:r>
            <a:r>
              <a:rPr lang="en-US" altLang="zh-CN" smtClean="0">
                <a:latin typeface="微软雅黑" pitchFamily="34" charset="-122"/>
                <a:ea typeface="微软雅黑" pitchFamily="34" charset="-122"/>
              </a:rPr>
              <a:t>100</a:t>
            </a:r>
            <a:r>
              <a:rPr lang="zh-CN" altLang="en-US" smtClean="0">
                <a:latin typeface="微软雅黑" pitchFamily="34" charset="-122"/>
                <a:ea typeface="微软雅黑" pitchFamily="34" charset="-122"/>
              </a:rPr>
              <a:t>字节的应用层数据交给传输层传送，需加</a:t>
            </a:r>
            <a:r>
              <a:rPr lang="en-US" altLang="zh-CN" smtClean="0">
                <a:latin typeface="微软雅黑" pitchFamily="34" charset="-122"/>
                <a:ea typeface="微软雅黑" pitchFamily="34" charset="-122"/>
              </a:rPr>
              <a:t>20</a:t>
            </a:r>
            <a:r>
              <a:rPr lang="zh-CN" altLang="en-US" smtClean="0">
                <a:latin typeface="微软雅黑" pitchFamily="34" charset="-122"/>
                <a:ea typeface="微软雅黑" pitchFamily="34" charset="-122"/>
              </a:rPr>
              <a:t>字节的</a:t>
            </a:r>
            <a:r>
              <a:rPr lang="en-US" altLang="zh-CN" smtClean="0">
                <a:latin typeface="微软雅黑" pitchFamily="34" charset="-122"/>
                <a:ea typeface="微软雅黑" pitchFamily="34" charset="-122"/>
              </a:rPr>
              <a:t>TCP</a:t>
            </a:r>
            <a:r>
              <a:rPr lang="zh-CN" altLang="en-US" smtClean="0">
                <a:latin typeface="微软雅黑" pitchFamily="34" charset="-122"/>
                <a:ea typeface="微软雅黑" pitchFamily="34" charset="-122"/>
              </a:rPr>
              <a:t>首部，再交给网络层传送，需加上</a:t>
            </a:r>
            <a:r>
              <a:rPr lang="en-US" altLang="zh-CN" smtClean="0">
                <a:latin typeface="微软雅黑" pitchFamily="34" charset="-122"/>
                <a:ea typeface="微软雅黑" pitchFamily="34" charset="-122"/>
              </a:rPr>
              <a:t>20</a:t>
            </a:r>
            <a:r>
              <a:rPr lang="zh-CN" altLang="en-US" smtClean="0">
                <a:latin typeface="微软雅黑" pitchFamily="34" charset="-122"/>
                <a:ea typeface="微软雅黑" pitchFamily="34" charset="-122"/>
              </a:rPr>
              <a:t>字节的</a:t>
            </a:r>
            <a:r>
              <a:rPr lang="en-US" altLang="zh-CN" smtClean="0">
                <a:latin typeface="微软雅黑" pitchFamily="34" charset="-122"/>
                <a:ea typeface="微软雅黑" pitchFamily="34" charset="-122"/>
              </a:rPr>
              <a:t>IP</a:t>
            </a:r>
            <a:r>
              <a:rPr lang="zh-CN" altLang="en-US" smtClean="0">
                <a:latin typeface="微软雅黑" pitchFamily="34" charset="-122"/>
                <a:ea typeface="微软雅黑" pitchFamily="34" charset="-122"/>
              </a:rPr>
              <a:t>首部。最后交给数据链路层的以太网传送，再加上首部和尾部共</a:t>
            </a:r>
            <a:r>
              <a:rPr lang="en-US" altLang="zh-CN" smtClean="0">
                <a:latin typeface="微软雅黑" pitchFamily="34" charset="-122"/>
                <a:ea typeface="微软雅黑" pitchFamily="34" charset="-122"/>
              </a:rPr>
              <a:t>18</a:t>
            </a:r>
            <a:r>
              <a:rPr lang="zh-CN" altLang="en-US" smtClean="0">
                <a:latin typeface="微软雅黑" pitchFamily="34" charset="-122"/>
                <a:ea typeface="微软雅黑" pitchFamily="34" charset="-122"/>
              </a:rPr>
              <a:t>字节。试求数据的传输效率。若应用层数据长度为</a:t>
            </a:r>
            <a:r>
              <a:rPr lang="en-US" altLang="zh-CN" smtClean="0">
                <a:latin typeface="微软雅黑" pitchFamily="34" charset="-122"/>
                <a:ea typeface="微软雅黑" pitchFamily="34" charset="-122"/>
              </a:rPr>
              <a:t>1000</a:t>
            </a:r>
            <a:r>
              <a:rPr lang="zh-CN" altLang="en-US" smtClean="0">
                <a:latin typeface="微软雅黑" pitchFamily="34" charset="-122"/>
                <a:ea typeface="微软雅黑" pitchFamily="34" charset="-122"/>
              </a:rPr>
              <a:t>字节，数据的传输效率是多少？</a:t>
            </a:r>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1010" name="Rectangle 2"/>
          <p:cNvSpPr>
            <a:spLocks noGrp="1" noChangeArrowheads="1"/>
          </p:cNvSpPr>
          <p:nvPr>
            <p:ph type="title"/>
          </p:nvPr>
        </p:nvSpPr>
        <p:spPr/>
        <p:txBody>
          <a:bodyPr/>
          <a:lstStyle/>
          <a:p>
            <a:r>
              <a:rPr lang="zh-CN" altLang="en-US" smtClean="0"/>
              <a:t>思考题</a:t>
            </a:r>
          </a:p>
        </p:txBody>
      </p:sp>
      <p:sp>
        <p:nvSpPr>
          <p:cNvPr id="171011" name="Rectangle 3"/>
          <p:cNvSpPr>
            <a:spLocks noGrp="1" noChangeArrowheads="1"/>
          </p:cNvSpPr>
          <p:nvPr>
            <p:ph idx="1"/>
          </p:nvPr>
        </p:nvSpPr>
        <p:spPr>
          <a:xfrm>
            <a:off x="428625" y="1928813"/>
            <a:ext cx="8429625" cy="4357687"/>
          </a:xfrm>
        </p:spPr>
        <p:txBody>
          <a:bodyPr/>
          <a:lstStyle/>
          <a:p>
            <a:pPr marL="609600" indent="-609600">
              <a:buFont typeface="Wingdings" pitchFamily="2" charset="2"/>
              <a:buNone/>
            </a:pPr>
            <a:r>
              <a:rPr lang="en-US" altLang="zh-CN" smtClean="0"/>
              <a:t>2. </a:t>
            </a:r>
            <a:r>
              <a:rPr lang="zh-CN" altLang="en-US" smtClean="0">
                <a:latin typeface="微软雅黑" pitchFamily="34" charset="-122"/>
                <a:ea typeface="微软雅黑" pitchFamily="34" charset="-122"/>
              </a:rPr>
              <a:t>收发两端之间的传输距离为</a:t>
            </a:r>
            <a:r>
              <a:rPr lang="en-US" altLang="zh-CN" smtClean="0">
                <a:latin typeface="微软雅黑" pitchFamily="34" charset="-122"/>
                <a:ea typeface="微软雅黑" pitchFamily="34" charset="-122"/>
              </a:rPr>
              <a:t>1000</a:t>
            </a:r>
            <a:r>
              <a:rPr lang="zh-CN" altLang="en-US" smtClean="0">
                <a:latin typeface="微软雅黑" pitchFamily="34" charset="-122"/>
                <a:ea typeface="微软雅黑" pitchFamily="34" charset="-122"/>
              </a:rPr>
              <a:t>公里，信号在媒体上的传播速度为</a:t>
            </a:r>
            <a:r>
              <a:rPr lang="en-US" altLang="zh-CN" smtClean="0">
                <a:latin typeface="微软雅黑" pitchFamily="34" charset="-122"/>
                <a:ea typeface="微软雅黑" pitchFamily="34" charset="-122"/>
              </a:rPr>
              <a:t>2×10</a:t>
            </a:r>
            <a:r>
              <a:rPr lang="en-US" altLang="zh-CN" baseline="30000" smtClean="0">
                <a:latin typeface="微软雅黑" pitchFamily="34" charset="-122"/>
                <a:ea typeface="微软雅黑" pitchFamily="34" charset="-122"/>
              </a:rPr>
              <a:t>8</a:t>
            </a:r>
            <a:r>
              <a:rPr lang="en-US" altLang="zh-CN" smtClean="0">
                <a:latin typeface="微软雅黑" pitchFamily="34" charset="-122"/>
                <a:ea typeface="微软雅黑" pitchFamily="34" charset="-122"/>
              </a:rPr>
              <a:t>m/s</a:t>
            </a:r>
            <a:r>
              <a:rPr lang="zh-CN" altLang="en-US" smtClean="0">
                <a:latin typeface="微软雅黑" pitchFamily="34" charset="-122"/>
                <a:ea typeface="微软雅黑" pitchFamily="34" charset="-122"/>
              </a:rPr>
              <a:t>。试计算以下两种情况的发送时延和传播时延：</a:t>
            </a:r>
          </a:p>
          <a:p>
            <a:pPr marL="609600" indent="-609600">
              <a:buFont typeface="Wingdings" pitchFamily="2" charset="2"/>
              <a:buNone/>
            </a:pPr>
            <a:r>
              <a:rPr lang="en-US" altLang="zh-CN" smtClean="0">
                <a:latin typeface="微软雅黑" pitchFamily="34" charset="-122"/>
                <a:ea typeface="微软雅黑" pitchFamily="34" charset="-122"/>
              </a:rPr>
              <a:t>(1) </a:t>
            </a:r>
            <a:r>
              <a:rPr lang="zh-CN" altLang="en-US" smtClean="0">
                <a:latin typeface="微软雅黑" pitchFamily="34" charset="-122"/>
                <a:ea typeface="微软雅黑" pitchFamily="34" charset="-122"/>
              </a:rPr>
              <a:t>数据长度为</a:t>
            </a:r>
            <a:r>
              <a:rPr lang="en-US" altLang="zh-CN" smtClean="0">
                <a:latin typeface="微软雅黑" pitchFamily="34" charset="-122"/>
                <a:ea typeface="微软雅黑" pitchFamily="34" charset="-122"/>
              </a:rPr>
              <a:t>10</a:t>
            </a:r>
            <a:r>
              <a:rPr lang="en-US" altLang="zh-CN" baseline="30000" smtClean="0">
                <a:latin typeface="微软雅黑" pitchFamily="34" charset="-122"/>
                <a:ea typeface="微软雅黑" pitchFamily="34" charset="-122"/>
              </a:rPr>
              <a:t>7</a:t>
            </a:r>
            <a:r>
              <a:rPr lang="en-US" altLang="zh-CN" smtClean="0">
                <a:latin typeface="微软雅黑" pitchFamily="34" charset="-122"/>
                <a:ea typeface="微软雅黑" pitchFamily="34" charset="-122"/>
              </a:rPr>
              <a:t>bit</a:t>
            </a:r>
            <a:r>
              <a:rPr lang="zh-CN" altLang="en-US" smtClean="0">
                <a:latin typeface="微软雅黑" pitchFamily="34" charset="-122"/>
                <a:ea typeface="微软雅黑" pitchFamily="34" charset="-122"/>
              </a:rPr>
              <a:t>，数据发送速率为</a:t>
            </a:r>
            <a:r>
              <a:rPr lang="en-US" altLang="zh-CN" smtClean="0">
                <a:latin typeface="微软雅黑" pitchFamily="34" charset="-122"/>
                <a:ea typeface="微软雅黑" pitchFamily="34" charset="-122"/>
              </a:rPr>
              <a:t>100kb/s;</a:t>
            </a:r>
            <a:endParaRPr lang="zh-CN" altLang="en-US" smtClean="0">
              <a:latin typeface="微软雅黑" pitchFamily="34" charset="-122"/>
              <a:ea typeface="微软雅黑" pitchFamily="34" charset="-122"/>
            </a:endParaRPr>
          </a:p>
          <a:p>
            <a:pPr marL="609600" indent="-609600">
              <a:buFont typeface="Wingdings" pitchFamily="2" charset="2"/>
              <a:buNone/>
            </a:pPr>
            <a:r>
              <a:rPr lang="en-US" altLang="zh-CN" smtClean="0">
                <a:latin typeface="微软雅黑" pitchFamily="34" charset="-122"/>
                <a:ea typeface="微软雅黑" pitchFamily="34" charset="-122"/>
              </a:rPr>
              <a:t>(2) </a:t>
            </a:r>
            <a:r>
              <a:rPr lang="zh-CN" altLang="en-US" smtClean="0">
                <a:latin typeface="微软雅黑" pitchFamily="34" charset="-122"/>
                <a:ea typeface="微软雅黑" pitchFamily="34" charset="-122"/>
              </a:rPr>
              <a:t>数据长度为</a:t>
            </a:r>
            <a:r>
              <a:rPr lang="en-US" altLang="zh-CN" smtClean="0">
                <a:latin typeface="微软雅黑" pitchFamily="34" charset="-122"/>
                <a:ea typeface="微软雅黑" pitchFamily="34" charset="-122"/>
              </a:rPr>
              <a:t>10</a:t>
            </a:r>
            <a:r>
              <a:rPr lang="en-US" altLang="zh-CN" baseline="30000" smtClean="0">
                <a:latin typeface="微软雅黑" pitchFamily="34" charset="-122"/>
                <a:ea typeface="微软雅黑" pitchFamily="34" charset="-122"/>
              </a:rPr>
              <a:t>3</a:t>
            </a:r>
            <a:r>
              <a:rPr lang="en-US" altLang="zh-CN" smtClean="0">
                <a:latin typeface="微软雅黑" pitchFamily="34" charset="-122"/>
                <a:ea typeface="微软雅黑" pitchFamily="34" charset="-122"/>
              </a:rPr>
              <a:t>bit</a:t>
            </a:r>
            <a:r>
              <a:rPr lang="zh-CN" altLang="en-US" smtClean="0">
                <a:latin typeface="微软雅黑" pitchFamily="34" charset="-122"/>
                <a:ea typeface="微软雅黑" pitchFamily="34" charset="-122"/>
              </a:rPr>
              <a:t>，数据发送速率为</a:t>
            </a:r>
            <a:r>
              <a:rPr lang="en-US" altLang="zh-CN" smtClean="0">
                <a:latin typeface="微软雅黑" pitchFamily="34" charset="-122"/>
                <a:ea typeface="微软雅黑" pitchFamily="34" charset="-122"/>
              </a:rPr>
              <a:t>1Gb/s;</a:t>
            </a:r>
            <a:endParaRPr lang="zh-CN" altLang="en-US" smtClean="0">
              <a:latin typeface="微软雅黑" pitchFamily="34" charset="-122"/>
              <a:ea typeface="微软雅黑" pitchFamily="34" charset="-122"/>
            </a:endParaRPr>
          </a:p>
          <a:p>
            <a:pPr marL="609600" indent="-609600">
              <a:buFont typeface="Wingdings" pitchFamily="2" charset="2"/>
              <a:buNone/>
            </a:pPr>
            <a:r>
              <a:rPr lang="zh-CN" altLang="en-US" smtClean="0">
                <a:latin typeface="微软雅黑" pitchFamily="34" charset="-122"/>
                <a:ea typeface="微软雅黑" pitchFamily="34" charset="-122"/>
              </a:rPr>
              <a:t>从以上计算结果可得出什么结论？</a:t>
            </a:r>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2034" name="Rectangle 2"/>
          <p:cNvSpPr>
            <a:spLocks noGrp="1" noChangeArrowheads="1"/>
          </p:cNvSpPr>
          <p:nvPr>
            <p:ph type="title"/>
          </p:nvPr>
        </p:nvSpPr>
        <p:spPr/>
        <p:txBody>
          <a:bodyPr/>
          <a:lstStyle/>
          <a:p>
            <a:r>
              <a:rPr lang="zh-CN" altLang="en-US" smtClean="0"/>
              <a:t>思考题</a:t>
            </a:r>
          </a:p>
        </p:txBody>
      </p:sp>
      <p:sp>
        <p:nvSpPr>
          <p:cNvPr id="172035" name="Rectangle 3"/>
          <p:cNvSpPr>
            <a:spLocks noGrp="1" noChangeArrowheads="1"/>
          </p:cNvSpPr>
          <p:nvPr>
            <p:ph idx="1"/>
          </p:nvPr>
        </p:nvSpPr>
        <p:spPr>
          <a:xfrm>
            <a:off x="395288" y="1928813"/>
            <a:ext cx="8435975" cy="4010025"/>
          </a:xfrm>
        </p:spPr>
        <p:txBody>
          <a:bodyPr/>
          <a:lstStyle/>
          <a:p>
            <a:pPr marL="609600" indent="-609600" algn="just">
              <a:buFont typeface="Wingdings" pitchFamily="2" charset="2"/>
              <a:buAutoNum type="arabicPeriod" startAt="3"/>
            </a:pPr>
            <a:r>
              <a:rPr lang="zh-CN" altLang="en-US" sz="2800" smtClean="0">
                <a:latin typeface="微软雅黑" pitchFamily="34" charset="-122"/>
                <a:ea typeface="微软雅黑" pitchFamily="34" charset="-122"/>
              </a:rPr>
              <a:t>假设信号在媒体上的传播速率为</a:t>
            </a:r>
            <a:r>
              <a:rPr lang="en-US" altLang="zh-CN" sz="2800" smtClean="0">
                <a:latin typeface="微软雅黑" pitchFamily="34" charset="-122"/>
                <a:ea typeface="微软雅黑" pitchFamily="34" charset="-122"/>
              </a:rPr>
              <a:t>2.3×10</a:t>
            </a:r>
            <a:r>
              <a:rPr lang="en-US" altLang="zh-CN" sz="2800" baseline="30000" smtClean="0">
                <a:latin typeface="微软雅黑" pitchFamily="34" charset="-122"/>
                <a:ea typeface="微软雅黑" pitchFamily="34" charset="-122"/>
              </a:rPr>
              <a:t>8</a:t>
            </a:r>
            <a:r>
              <a:rPr lang="en-US" altLang="zh-CN" sz="2800" smtClean="0">
                <a:latin typeface="微软雅黑" pitchFamily="34" charset="-122"/>
                <a:ea typeface="微软雅黑" pitchFamily="34" charset="-122"/>
              </a:rPr>
              <a:t>m/s</a:t>
            </a:r>
            <a:r>
              <a:rPr lang="zh-CN" altLang="en-US" sz="2800" smtClean="0">
                <a:latin typeface="微软雅黑" pitchFamily="34" charset="-122"/>
                <a:ea typeface="微软雅黑" pitchFamily="34" charset="-122"/>
              </a:rPr>
              <a:t>。媒体长度</a:t>
            </a:r>
            <a:r>
              <a:rPr lang="en-US" altLang="zh-CN" sz="2800" smtClean="0">
                <a:latin typeface="微软雅黑" pitchFamily="34" charset="-122"/>
                <a:ea typeface="微软雅黑" pitchFamily="34" charset="-122"/>
              </a:rPr>
              <a:t>L</a:t>
            </a:r>
            <a:r>
              <a:rPr lang="zh-CN" altLang="en-US" sz="2800" smtClean="0">
                <a:latin typeface="微软雅黑" pitchFamily="34" charset="-122"/>
                <a:ea typeface="微软雅黑" pitchFamily="34" charset="-122"/>
              </a:rPr>
              <a:t>分别为：</a:t>
            </a:r>
            <a:r>
              <a:rPr lang="en-US" altLang="zh-CN" sz="2800" smtClean="0">
                <a:latin typeface="微软雅黑" pitchFamily="34" charset="-122"/>
                <a:ea typeface="微软雅黑" pitchFamily="34" charset="-122"/>
              </a:rPr>
              <a:t>10cm; 100m; 100km; 5000km</a:t>
            </a:r>
            <a:r>
              <a:rPr lang="zh-CN" altLang="en-US" sz="2800" smtClean="0">
                <a:latin typeface="微软雅黑" pitchFamily="34" charset="-122"/>
                <a:ea typeface="微软雅黑" pitchFamily="34" charset="-122"/>
              </a:rPr>
              <a:t>。试计算当数据率为</a:t>
            </a:r>
            <a:r>
              <a:rPr lang="en-US" altLang="zh-CN" sz="2800" smtClean="0">
                <a:latin typeface="微软雅黑" pitchFamily="34" charset="-122"/>
                <a:ea typeface="微软雅黑" pitchFamily="34" charset="-122"/>
              </a:rPr>
              <a:t>1Mb/s</a:t>
            </a:r>
            <a:r>
              <a:rPr lang="zh-CN" altLang="en-US" sz="2800" smtClean="0">
                <a:latin typeface="微软雅黑" pitchFamily="34" charset="-122"/>
                <a:ea typeface="微软雅黑" pitchFamily="34" charset="-122"/>
              </a:rPr>
              <a:t>和</a:t>
            </a:r>
            <a:r>
              <a:rPr lang="en-US" altLang="zh-CN" sz="2800" smtClean="0">
                <a:latin typeface="微软雅黑" pitchFamily="34" charset="-122"/>
                <a:ea typeface="微软雅黑" pitchFamily="34" charset="-122"/>
              </a:rPr>
              <a:t>10Gb/s</a:t>
            </a:r>
            <a:r>
              <a:rPr lang="zh-CN" altLang="en-US" sz="2800" smtClean="0">
                <a:latin typeface="微软雅黑" pitchFamily="34" charset="-122"/>
                <a:ea typeface="微软雅黑" pitchFamily="34" charset="-122"/>
              </a:rPr>
              <a:t>时在以上媒体中正在传播的比特数。</a:t>
            </a:r>
            <a:endParaRPr lang="en-US" altLang="zh-CN" sz="2800" smtClean="0">
              <a:latin typeface="微软雅黑" pitchFamily="34" charset="-122"/>
              <a:ea typeface="微软雅黑" pitchFamily="34" charset="-122"/>
            </a:endParaRPr>
          </a:p>
          <a:p>
            <a:pPr marL="609600" indent="-609600">
              <a:buFont typeface="Arial" pitchFamily="34" charset="0"/>
              <a:buAutoNum type="arabicPeriod" startAt="4"/>
            </a:pPr>
            <a:r>
              <a:rPr lang="zh-CN" altLang="en-US" sz="2800" smtClean="0">
                <a:latin typeface="微软雅黑" pitchFamily="34" charset="-122"/>
                <a:ea typeface="微软雅黑" pitchFamily="34" charset="-122"/>
              </a:rPr>
              <a:t>相隔</a:t>
            </a:r>
            <a:r>
              <a:rPr lang="en-US" altLang="zh-CN" sz="2800" smtClean="0">
                <a:latin typeface="微软雅黑" pitchFamily="34" charset="-122"/>
                <a:ea typeface="微软雅黑" pitchFamily="34" charset="-122"/>
              </a:rPr>
              <a:t>1000KM</a:t>
            </a:r>
            <a:r>
              <a:rPr lang="zh-CN" altLang="en-US" sz="2800" smtClean="0">
                <a:latin typeface="微软雅黑" pitchFamily="34" charset="-122"/>
                <a:ea typeface="微软雅黑" pitchFamily="34" charset="-122"/>
              </a:rPr>
              <a:t>的两地间传送</a:t>
            </a:r>
            <a:r>
              <a:rPr lang="en-US" altLang="zh-CN" sz="2800" smtClean="0">
                <a:latin typeface="微软雅黑" pitchFamily="34" charset="-122"/>
                <a:ea typeface="微软雅黑" pitchFamily="34" charset="-122"/>
              </a:rPr>
              <a:t>3000bit</a:t>
            </a:r>
            <a:r>
              <a:rPr lang="zh-CN" altLang="en-US" sz="2800" smtClean="0">
                <a:latin typeface="微软雅黑" pitchFamily="34" charset="-122"/>
                <a:ea typeface="微软雅黑" pitchFamily="34" charset="-122"/>
              </a:rPr>
              <a:t>的数据，电缆以</a:t>
            </a:r>
            <a:r>
              <a:rPr lang="en-US" altLang="zh-CN" sz="2800" smtClean="0">
                <a:latin typeface="微软雅黑" pitchFamily="34" charset="-122"/>
                <a:ea typeface="微软雅黑" pitchFamily="34" charset="-122"/>
              </a:rPr>
              <a:t>40Kb/S</a:t>
            </a:r>
            <a:r>
              <a:rPr lang="zh-CN" altLang="en-US" sz="2800" smtClean="0">
                <a:latin typeface="微软雅黑" pitchFamily="34" charset="-122"/>
                <a:ea typeface="微软雅黑" pitchFamily="34" charset="-122"/>
              </a:rPr>
              <a:t>数据速率传送，卫星以</a:t>
            </a:r>
            <a:r>
              <a:rPr lang="en-US" altLang="zh-CN" sz="2800" smtClean="0">
                <a:latin typeface="微软雅黑" pitchFamily="34" charset="-122"/>
                <a:ea typeface="微软雅黑" pitchFamily="34" charset="-122"/>
              </a:rPr>
              <a:t>50Kb/S</a:t>
            </a:r>
            <a:r>
              <a:rPr lang="zh-CN" altLang="en-US" sz="2800" smtClean="0">
                <a:latin typeface="微软雅黑" pitchFamily="34" charset="-122"/>
                <a:ea typeface="微软雅黑" pitchFamily="34" charset="-122"/>
              </a:rPr>
              <a:t>数据速率传送。哪种方式从发送开始到接收全部数据为止的时间较短？</a:t>
            </a:r>
            <a:endParaRPr lang="zh-CN" altLang="en-US" smtClean="0">
              <a:latin typeface="微软雅黑" pitchFamily="34" charset="-122"/>
              <a:ea typeface="微软雅黑" pitchFamily="34" charset="-122"/>
            </a:endParaRPr>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3058" name="Rectangle 2"/>
          <p:cNvSpPr>
            <a:spLocks noGrp="1" noChangeArrowheads="1"/>
          </p:cNvSpPr>
          <p:nvPr>
            <p:ph type="title"/>
          </p:nvPr>
        </p:nvSpPr>
        <p:spPr/>
        <p:txBody>
          <a:bodyPr/>
          <a:lstStyle/>
          <a:p>
            <a:r>
              <a:rPr lang="zh-CN" altLang="en-US" smtClean="0"/>
              <a:t>思考题</a:t>
            </a:r>
          </a:p>
        </p:txBody>
      </p:sp>
      <p:sp>
        <p:nvSpPr>
          <p:cNvPr id="173059" name="Rectangle 3"/>
          <p:cNvSpPr>
            <a:spLocks noGrp="1" noChangeArrowheads="1"/>
          </p:cNvSpPr>
          <p:nvPr>
            <p:ph idx="1"/>
          </p:nvPr>
        </p:nvSpPr>
        <p:spPr/>
        <p:txBody>
          <a:bodyPr/>
          <a:lstStyle/>
          <a:p>
            <a:pPr marL="609600" indent="-609600">
              <a:buFont typeface="Wingdings" pitchFamily="2" charset="2"/>
              <a:buNone/>
            </a:pPr>
            <a:r>
              <a:rPr lang="en-US" altLang="zh-CN" smtClean="0">
                <a:latin typeface="微软雅黑" pitchFamily="34" charset="-122"/>
                <a:ea typeface="微软雅黑" pitchFamily="34" charset="-122"/>
              </a:rPr>
              <a:t>5. </a:t>
            </a:r>
            <a:r>
              <a:rPr lang="zh-CN" altLang="en-US" smtClean="0">
                <a:latin typeface="微软雅黑" pitchFamily="34" charset="-122"/>
                <a:ea typeface="微软雅黑" pitchFamily="34" charset="-122"/>
              </a:rPr>
              <a:t>一幅图象分辨率为</a:t>
            </a:r>
            <a:r>
              <a:rPr lang="en-US" altLang="zh-CN" smtClean="0">
                <a:latin typeface="微软雅黑" pitchFamily="34" charset="-122"/>
                <a:ea typeface="微软雅黑" pitchFamily="34" charset="-122"/>
              </a:rPr>
              <a:t>1024*768</a:t>
            </a:r>
            <a:r>
              <a:rPr lang="zh-CN" altLang="en-US" smtClean="0">
                <a:latin typeface="微软雅黑" pitchFamily="34" charset="-122"/>
                <a:ea typeface="微软雅黑" pitchFamily="34" charset="-122"/>
              </a:rPr>
              <a:t>像素，每个</a:t>
            </a:r>
            <a:r>
              <a:rPr lang="en-US" altLang="zh-CN" smtClean="0">
                <a:latin typeface="微软雅黑" pitchFamily="34" charset="-122"/>
                <a:ea typeface="微软雅黑" pitchFamily="34" charset="-122"/>
              </a:rPr>
              <a:t>pix</a:t>
            </a:r>
            <a:r>
              <a:rPr lang="zh-CN" altLang="en-US" smtClean="0">
                <a:latin typeface="微软雅黑" pitchFamily="34" charset="-122"/>
                <a:ea typeface="微软雅黑" pitchFamily="34" charset="-122"/>
              </a:rPr>
              <a:t>用</a:t>
            </a:r>
            <a:r>
              <a:rPr lang="en-US" altLang="zh-CN" smtClean="0">
                <a:latin typeface="微软雅黑" pitchFamily="34" charset="-122"/>
                <a:ea typeface="微软雅黑" pitchFamily="34" charset="-122"/>
              </a:rPr>
              <a:t>3</a:t>
            </a:r>
            <a:r>
              <a:rPr lang="zh-CN" altLang="en-US" smtClean="0">
                <a:latin typeface="微软雅黑" pitchFamily="34" charset="-122"/>
                <a:ea typeface="微软雅黑" pitchFamily="34" charset="-122"/>
              </a:rPr>
              <a:t>字节表示。若用</a:t>
            </a:r>
            <a:r>
              <a:rPr lang="en-US" altLang="zh-CN" smtClean="0">
                <a:latin typeface="微软雅黑" pitchFamily="34" charset="-122"/>
                <a:ea typeface="微软雅黑" pitchFamily="34" charset="-122"/>
              </a:rPr>
              <a:t>56Kb/S</a:t>
            </a:r>
            <a:r>
              <a:rPr lang="zh-CN" altLang="en-US" smtClean="0">
                <a:latin typeface="微软雅黑" pitchFamily="34" charset="-122"/>
                <a:ea typeface="微软雅黑" pitchFamily="34" charset="-122"/>
              </a:rPr>
              <a:t>的</a:t>
            </a:r>
            <a:r>
              <a:rPr lang="en-US" altLang="zh-CN" smtClean="0">
                <a:latin typeface="微软雅黑" pitchFamily="34" charset="-122"/>
                <a:ea typeface="微软雅黑" pitchFamily="34" charset="-122"/>
              </a:rPr>
              <a:t>MODEM</a:t>
            </a:r>
            <a:r>
              <a:rPr lang="zh-CN" altLang="en-US" smtClean="0">
                <a:latin typeface="微软雅黑" pitchFamily="34" charset="-122"/>
                <a:ea typeface="微软雅黑" pitchFamily="34" charset="-122"/>
              </a:rPr>
              <a:t>信道需多长时间？若用</a:t>
            </a:r>
            <a:r>
              <a:rPr lang="en-US" altLang="zh-CN" smtClean="0">
                <a:latin typeface="微软雅黑" pitchFamily="34" charset="-122"/>
                <a:ea typeface="微软雅黑" pitchFamily="34" charset="-122"/>
              </a:rPr>
              <a:t>1Mb/s </a:t>
            </a:r>
            <a:r>
              <a:rPr lang="zh-CN" altLang="en-US" smtClean="0">
                <a:latin typeface="微软雅黑" pitchFamily="34" charset="-122"/>
                <a:ea typeface="微软雅黑" pitchFamily="34" charset="-122"/>
              </a:rPr>
              <a:t>的电缆</a:t>
            </a:r>
            <a:r>
              <a:rPr lang="en-US" altLang="zh-CN" smtClean="0">
                <a:latin typeface="微软雅黑" pitchFamily="34" charset="-122"/>
                <a:ea typeface="微软雅黑" pitchFamily="34" charset="-122"/>
              </a:rPr>
              <a:t>MODEM</a:t>
            </a:r>
            <a:r>
              <a:rPr lang="zh-CN" altLang="en-US" smtClean="0">
                <a:latin typeface="微软雅黑" pitchFamily="34" charset="-122"/>
                <a:ea typeface="微软雅黑" pitchFamily="34" charset="-122"/>
              </a:rPr>
              <a:t>信道需多长时间？如果改用局域网传输，在</a:t>
            </a:r>
            <a:r>
              <a:rPr lang="en-US" altLang="zh-CN" smtClean="0">
                <a:latin typeface="微软雅黑" pitchFamily="34" charset="-122"/>
                <a:ea typeface="微软雅黑" pitchFamily="34" charset="-122"/>
              </a:rPr>
              <a:t>10Mb/s </a:t>
            </a:r>
            <a:r>
              <a:rPr lang="zh-CN" altLang="en-US" smtClean="0">
                <a:latin typeface="微软雅黑" pitchFamily="34" charset="-122"/>
                <a:ea typeface="微软雅黑" pitchFamily="34" charset="-122"/>
              </a:rPr>
              <a:t>的以太网和</a:t>
            </a:r>
            <a:r>
              <a:rPr lang="en-US" altLang="zh-CN" smtClean="0">
                <a:latin typeface="微软雅黑" pitchFamily="34" charset="-122"/>
                <a:ea typeface="微软雅黑" pitchFamily="34" charset="-122"/>
              </a:rPr>
              <a:t>100Mb/s </a:t>
            </a:r>
            <a:r>
              <a:rPr lang="zh-CN" altLang="en-US" smtClean="0">
                <a:latin typeface="微软雅黑" pitchFamily="34" charset="-122"/>
                <a:ea typeface="微软雅黑" pitchFamily="34" charset="-122"/>
              </a:rPr>
              <a:t>的局域网，又需要多长时间？</a:t>
            </a:r>
          </a:p>
        </p:txBody>
      </p:sp>
    </p:spTree>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流畅">
  <a:themeElements>
    <a:clrScheme name="流畅">
      <a:dk1>
        <a:sysClr val="windowText" lastClr="000000"/>
      </a:dk1>
      <a:lt1>
        <a:sysClr val="window" lastClr="FFFFFF"/>
      </a:lt1>
      <a:dk2>
        <a:srgbClr val="04617B"/>
      </a:dk2>
      <a:lt2>
        <a:srgbClr val="DBF5F9"/>
      </a:lt2>
      <a:accent1>
        <a:srgbClr val="0F6FC6"/>
      </a:accent1>
      <a:accent2>
        <a:srgbClr val="009DD9"/>
      </a:accent2>
      <a:accent3>
        <a:srgbClr val="0BD0D9"/>
      </a:accent3>
      <a:accent4>
        <a:srgbClr val="10CF9B"/>
      </a:accent4>
      <a:accent5>
        <a:srgbClr val="7CCA62"/>
      </a:accent5>
      <a:accent6>
        <a:srgbClr val="A5C249"/>
      </a:accent6>
      <a:hlink>
        <a:srgbClr val="E2D700"/>
      </a:hlink>
      <a:folHlink>
        <a:srgbClr val="85DFD0"/>
      </a:folHlink>
    </a:clrScheme>
    <a:fontScheme name="流畅">
      <a:majorFont>
        <a:latin typeface="Calibri"/>
        <a:ea typeface=""/>
        <a:cs typeface=""/>
        <a:font script="Jpan" typeface="ＭＳ Ｐゴシック"/>
        <a:font script="Hang" typeface="HY중고딕"/>
        <a:font script="Hans" typeface="隶书"/>
        <a:font script="Hant" typeface="微軟正黑體"/>
        <a:font script="Arab" typeface="Traditional Arabic"/>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Constantia"/>
        <a:ea typeface=""/>
        <a:cs typeface=""/>
        <a:font script="Jpan" typeface="HGP明朝E"/>
        <a:font script="Hang" typeface="HY신명조"/>
        <a:font script="Hans" typeface="宋体"/>
        <a:font script="Hant" typeface="新細明體"/>
        <a:font script="Arab" typeface="Majalla UI"/>
        <a:font script="Hebr" typeface="David"/>
        <a:font script="Thai" typeface="Browalli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inorFont>
    </a:fontScheme>
    <a:fmtScheme name="流畅">
      <a:fillStyleLst>
        <a:solidFill>
          <a:schemeClr val="phClr"/>
        </a:solidFill>
        <a:gradFill rotWithShape="1">
          <a:gsLst>
            <a:gs pos="0">
              <a:schemeClr val="phClr">
                <a:tint val="70000"/>
                <a:satMod val="130000"/>
              </a:schemeClr>
            </a:gs>
            <a:gs pos="43000">
              <a:schemeClr val="phClr">
                <a:tint val="44000"/>
                <a:satMod val="165000"/>
              </a:schemeClr>
            </a:gs>
            <a:gs pos="93000">
              <a:schemeClr val="phClr">
                <a:tint val="15000"/>
                <a:satMod val="165000"/>
              </a:schemeClr>
            </a:gs>
            <a:gs pos="100000">
              <a:schemeClr val="phClr">
                <a:tint val="5000"/>
                <a:satMod val="250000"/>
              </a:schemeClr>
            </a:gs>
          </a:gsLst>
          <a:path path="circle">
            <a:fillToRect l="50000" t="130000" r="50000" b="-30000"/>
          </a:path>
        </a:gradFill>
        <a:gradFill rotWithShape="1">
          <a:gsLst>
            <a:gs pos="0">
              <a:schemeClr val="phClr">
                <a:tint val="98000"/>
                <a:shade val="25000"/>
                <a:satMod val="250000"/>
              </a:schemeClr>
            </a:gs>
            <a:gs pos="68000">
              <a:schemeClr val="phClr">
                <a:tint val="86000"/>
                <a:satMod val="115000"/>
              </a:schemeClr>
            </a:gs>
            <a:gs pos="100000">
              <a:schemeClr val="phClr">
                <a:tint val="50000"/>
                <a:satMod val="150000"/>
              </a:schemeClr>
            </a:gs>
          </a:gsLst>
          <a:path path="circle">
            <a:fillToRect l="50000" t="130000" r="50000" b="-30000"/>
          </a:path>
        </a:gradFill>
      </a:fillStyleLst>
      <a:lnStyleLst>
        <a:ln w="9525" cap="flat" cmpd="sng" algn="ctr">
          <a:solidFill>
            <a:schemeClr val="phClr">
              <a:shade val="50000"/>
              <a:satMod val="103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57150" dist="38100" dir="5400000" algn="ctr" rotWithShape="0">
              <a:schemeClr val="phClr">
                <a:shade val="9000"/>
                <a:satMod val="105000"/>
                <a:alpha val="48000"/>
              </a:schemeClr>
            </a:outerShdw>
          </a:effectLst>
        </a:effectStyle>
        <a:effectStyle>
          <a:effectLst>
            <a:outerShdw blurRad="57150" dist="38100" dir="5400000" algn="ctr" rotWithShape="0">
              <a:schemeClr val="phClr">
                <a:shade val="9000"/>
                <a:satMod val="105000"/>
                <a:alpha val="48000"/>
              </a:schemeClr>
            </a:outerShdw>
          </a:effectLst>
        </a:effectStyle>
        <a:effectStyle>
          <a:effectLst>
            <a:outerShdw blurRad="57150" dist="38100" dir="5400000" algn="ctr" rotWithShape="0">
              <a:schemeClr val="phClr">
                <a:shade val="9000"/>
                <a:satMod val="105000"/>
                <a:alpha val="48000"/>
              </a:schemeClr>
            </a:outerShdw>
          </a:effectLst>
          <a:scene3d>
            <a:camera prst="orthographicFront" fov="0">
              <a:rot lat="0" lon="0" rev="0"/>
            </a:camera>
            <a:lightRig rig="glow" dir="tl">
              <a:rot lat="0" lon="0" rev="900000"/>
            </a:lightRig>
          </a:scene3d>
          <a:sp3d prstMaterial="powder">
            <a:bevelT w="25400" h="38100"/>
          </a:sp3d>
        </a:effectStyle>
      </a:effectStyleLst>
      <a:bgFillStyleLst>
        <a:solidFill>
          <a:schemeClr val="phClr"/>
        </a:solidFill>
        <a:gradFill rotWithShape="1">
          <a:gsLst>
            <a:gs pos="0">
              <a:schemeClr val="phClr">
                <a:tint val="80000"/>
                <a:satMod val="400000"/>
              </a:schemeClr>
            </a:gs>
            <a:gs pos="25000">
              <a:schemeClr val="phClr">
                <a:tint val="83000"/>
                <a:satMod val="320000"/>
              </a:schemeClr>
            </a:gs>
            <a:gs pos="100000">
              <a:schemeClr val="phClr">
                <a:shade val="15000"/>
                <a:satMod val="320000"/>
              </a:schemeClr>
            </a:gs>
          </a:gsLst>
          <a:path path="circle">
            <a:fillToRect l="10000" t="110000" r="10000" b="100000"/>
          </a:path>
        </a:gradFill>
        <a:blipFill>
          <a:blip xmlns:r="http://schemas.openxmlformats.org/officeDocument/2006/relationships" r:embed="rId1">
            <a:duotone>
              <a:schemeClr val="phClr">
                <a:shade val="90000"/>
                <a:satMod val="150000"/>
              </a:schemeClr>
              <a:schemeClr val="phClr">
                <a:tint val="88000"/>
                <a:satMod val="150000"/>
              </a:schemeClr>
            </a:duotone>
          </a:blip>
          <a:tile tx="0" ty="0" sx="65000" sy="65000" flip="none" algn="tl"/>
        </a:blipFill>
      </a:bgFillStyleLst>
    </a:fmtScheme>
  </a:themeElements>
  <a:objectDefaults/>
  <a:extraClrScheme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Flow</Template>
  <TotalTime>93</TotalTime>
  <Words>3075</Words>
  <Application>Microsoft Office PowerPoint</Application>
  <PresentationFormat>全屏显示(4:3)</PresentationFormat>
  <Paragraphs>725</Paragraphs>
  <Slides>53</Slides>
  <Notes>37</Notes>
  <HiddenSlides>0</HiddenSlides>
  <MMClips>0</MMClips>
  <ScaleCrop>false</ScaleCrop>
  <HeadingPairs>
    <vt:vector size="6" baseType="variant">
      <vt:variant>
        <vt:lpstr>主题</vt:lpstr>
      </vt:variant>
      <vt:variant>
        <vt:i4>1</vt:i4>
      </vt:variant>
      <vt:variant>
        <vt:lpstr>嵌入 OLE 服务器</vt:lpstr>
      </vt:variant>
      <vt:variant>
        <vt:i4>1</vt:i4>
      </vt:variant>
      <vt:variant>
        <vt:lpstr>幻灯片标题</vt:lpstr>
      </vt:variant>
      <vt:variant>
        <vt:i4>53</vt:i4>
      </vt:variant>
    </vt:vector>
  </HeadingPairs>
  <TitlesOfParts>
    <vt:vector size="55" baseType="lpstr">
      <vt:lpstr>流畅</vt:lpstr>
      <vt:lpstr>VISIO</vt:lpstr>
      <vt:lpstr>Chap2  计算机网络的体系结构</vt:lpstr>
      <vt:lpstr>第三代计算机网络</vt:lpstr>
      <vt:lpstr>计算机网络的体系结构 </vt:lpstr>
      <vt:lpstr>分层的好处</vt:lpstr>
      <vt:lpstr>层数多少要适当 </vt:lpstr>
      <vt:lpstr>OSI参考模型的由来</vt:lpstr>
      <vt:lpstr>OSI参考模型的由来</vt:lpstr>
      <vt:lpstr>ISO/OSI参考模型</vt:lpstr>
      <vt:lpstr>开放系统互连参考模型OSI/RM</vt:lpstr>
      <vt:lpstr>OSI  Reference Model</vt:lpstr>
      <vt:lpstr>五层模型</vt:lpstr>
      <vt:lpstr>  水平方向上的铆接：协议</vt:lpstr>
      <vt:lpstr>Protocol hierarchies</vt:lpstr>
      <vt:lpstr>网络协议的组成要素 </vt:lpstr>
      <vt:lpstr>垂直方向上的铆接：服务</vt:lpstr>
      <vt:lpstr>Layer Specific Standards</vt:lpstr>
      <vt:lpstr>Primitive Types</vt:lpstr>
      <vt:lpstr>Timing Sequence for Service Primitives</vt:lpstr>
      <vt:lpstr>主机 1 向主机 2 发送数据 </vt:lpstr>
      <vt:lpstr>主机 1 向主机 2 发送数据 </vt:lpstr>
      <vt:lpstr>主机 1 向主机 2 发送数据 </vt:lpstr>
      <vt:lpstr>主机 1 向主机 2 发送数据 </vt:lpstr>
      <vt:lpstr>主机 1 向主机 2 发送数据 </vt:lpstr>
      <vt:lpstr>主机 1 向主机 2 发送数据 </vt:lpstr>
      <vt:lpstr>主机 1 向主机 2 发送数据 </vt:lpstr>
      <vt:lpstr>主机 1 向主机 2 发送数据 </vt:lpstr>
      <vt:lpstr>主机 1 向主机 2 发送数据 </vt:lpstr>
      <vt:lpstr>主机 1 向主机 2 发送数据 </vt:lpstr>
      <vt:lpstr>主机 1 向主机 2 发送数据 </vt:lpstr>
      <vt:lpstr>主机 1 向主机 2 发送数据 </vt:lpstr>
      <vt:lpstr>主机 1 向主机 2 发送数据 </vt:lpstr>
      <vt:lpstr>主机 1 向主机 2 发送数据 </vt:lpstr>
      <vt:lpstr>主机 1 向主机 2 发送数据 </vt:lpstr>
      <vt:lpstr>主机 1 向主机 2 发送数据 </vt:lpstr>
      <vt:lpstr>主机 1 向主机 2 发送数据 </vt:lpstr>
      <vt:lpstr>主机 1 向主机 2 发送数据 </vt:lpstr>
      <vt:lpstr>主机 1 向主机 2 发送数据 </vt:lpstr>
      <vt:lpstr>实体、协议、服务和服务访问点 </vt:lpstr>
      <vt:lpstr>实体、协议、服务 和服务访问点（续） </vt:lpstr>
      <vt:lpstr>实体、协议、服务 和服务访问点（续） </vt:lpstr>
      <vt:lpstr>协议很复杂 </vt:lpstr>
      <vt:lpstr>著名的协议举例 【例1-1】 </vt:lpstr>
      <vt:lpstr>幻灯片 43</vt:lpstr>
      <vt:lpstr>结论</vt:lpstr>
      <vt:lpstr>  TCP/IP的体系结构</vt:lpstr>
      <vt:lpstr>幻灯片 46</vt:lpstr>
      <vt:lpstr>沙漏计时器形状的 TCP/IP协议族 </vt:lpstr>
      <vt:lpstr>【例1-2】客户进程和服务器进程 使用 TCP/IP 协议进行通信</vt:lpstr>
      <vt:lpstr>功能较强的计算机 可同时运行多个服务器进程 </vt:lpstr>
      <vt:lpstr>思考题</vt:lpstr>
      <vt:lpstr>思考题</vt:lpstr>
      <vt:lpstr>思考题</vt:lpstr>
      <vt:lpstr>思考题</vt:lpstr>
    </vt:vector>
  </TitlesOfParts>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Chap2  计算机网络的体系结构 </dc:title>
  <dc:creator>chenrui</dc:creator>
  <cp:lastModifiedBy>Think</cp:lastModifiedBy>
  <cp:revision>13</cp:revision>
  <dcterms:created xsi:type="dcterms:W3CDTF">2014-10-13T01:03:43Z</dcterms:created>
  <dcterms:modified xsi:type="dcterms:W3CDTF">2017-12-14T07:24:30Z</dcterms:modified>
</cp:coreProperties>
</file>